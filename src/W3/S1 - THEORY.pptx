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566" r:id="rId2"/>
    <p:sldId id="258" r:id="rId3"/>
    <p:sldId id="593" r:id="rId4"/>
    <p:sldId id="594" r:id="rId5"/>
    <p:sldId id="619" r:id="rId6"/>
    <p:sldId id="604" r:id="rId7"/>
    <p:sldId id="620" r:id="rId8"/>
    <p:sldId id="587" r:id="rId9"/>
    <p:sldId id="605" r:id="rId10"/>
    <p:sldId id="606" r:id="rId11"/>
    <p:sldId id="607" r:id="rId12"/>
    <p:sldId id="608" r:id="rId13"/>
    <p:sldId id="610" r:id="rId14"/>
    <p:sldId id="611" r:id="rId15"/>
    <p:sldId id="612" r:id="rId16"/>
    <p:sldId id="613" r:id="rId17"/>
    <p:sldId id="615" r:id="rId18"/>
    <p:sldId id="616" r:id="rId19"/>
    <p:sldId id="617" r:id="rId20"/>
    <p:sldId id="618" r:id="rId21"/>
    <p:sldId id="586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hJw+xVc2kc63/xgO2kdtMw8huev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2ECA3E6-0A51-3B6D-E00D-F1E4DB20FFEB}" name="KHEANG KIM ANG" initials="" userId="S::kimang.kheang@cadt.edu.kh::c1bc5b59-4c24-4a1d-8390-78078aba674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AA6F"/>
    <a:srgbClr val="0A0A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C0BD0D1-5134-4630-968A-EB55C5758A8E}">
  <a:tblStyle styleId="{EC0BD0D1-5134-4630-968A-EB55C5758A8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410"/>
    <p:restoredTop sz="91643" autoAdjust="0"/>
  </p:normalViewPr>
  <p:slideViewPr>
    <p:cSldViewPr snapToGrid="0">
      <p:cViewPr>
        <p:scale>
          <a:sx n="146" d="100"/>
          <a:sy n="146" d="100"/>
        </p:scale>
        <p:origin x="144" y="-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EANG KIM ANG" userId="c1bc5b59-4c24-4a1d-8390-78078aba6748" providerId="ADAL" clId="{BB0DF504-25FB-8E4D-9CAF-56E1328651EF}"/>
    <pc:docChg chg="undo custSel addSld delSld modSld">
      <pc:chgData name="KHEANG KIM ANG" userId="c1bc5b59-4c24-4a1d-8390-78078aba6748" providerId="ADAL" clId="{BB0DF504-25FB-8E4D-9CAF-56E1328651EF}" dt="2025-05-12T04:17:02.778" v="6" actId="1076"/>
      <pc:docMkLst>
        <pc:docMk/>
      </pc:docMkLst>
      <pc:sldChg chg="modSp mod">
        <pc:chgData name="KHEANG KIM ANG" userId="c1bc5b59-4c24-4a1d-8390-78078aba6748" providerId="ADAL" clId="{BB0DF504-25FB-8E4D-9CAF-56E1328651EF}" dt="2025-05-12T03:12:25.093" v="4" actId="20577"/>
        <pc:sldMkLst>
          <pc:docMk/>
          <pc:sldMk cId="1746326081" sldId="593"/>
        </pc:sldMkLst>
        <pc:spChg chg="mod">
          <ac:chgData name="KHEANG KIM ANG" userId="c1bc5b59-4c24-4a1d-8390-78078aba6748" providerId="ADAL" clId="{BB0DF504-25FB-8E4D-9CAF-56E1328651EF}" dt="2025-05-12T03:12:25.093" v="4" actId="20577"/>
          <ac:spMkLst>
            <pc:docMk/>
            <pc:sldMk cId="1746326081" sldId="593"/>
            <ac:spMk id="6" creationId="{B7F2E623-7783-2958-ECC7-4CDFEDAB858D}"/>
          </ac:spMkLst>
        </pc:spChg>
      </pc:sldChg>
      <pc:sldChg chg="modSp mod">
        <pc:chgData name="KHEANG KIM ANG" userId="c1bc5b59-4c24-4a1d-8390-78078aba6748" providerId="ADAL" clId="{BB0DF504-25FB-8E4D-9CAF-56E1328651EF}" dt="2025-05-12T04:17:02.778" v="6" actId="1076"/>
        <pc:sldMkLst>
          <pc:docMk/>
          <pc:sldMk cId="3113731963" sldId="608"/>
        </pc:sldMkLst>
        <pc:spChg chg="mod">
          <ac:chgData name="KHEANG KIM ANG" userId="c1bc5b59-4c24-4a1d-8390-78078aba6748" providerId="ADAL" clId="{BB0DF504-25FB-8E4D-9CAF-56E1328651EF}" dt="2025-05-12T04:17:02.778" v="6" actId="1076"/>
          <ac:spMkLst>
            <pc:docMk/>
            <pc:sldMk cId="3113731963" sldId="608"/>
            <ac:spMk id="15" creationId="{59A44D43-91CB-0AD9-4DBB-06DAD9A7FD84}"/>
          </ac:spMkLst>
        </pc:spChg>
      </pc:sldChg>
      <pc:sldChg chg="add del">
        <pc:chgData name="KHEANG KIM ANG" userId="c1bc5b59-4c24-4a1d-8390-78078aba6748" providerId="ADAL" clId="{BB0DF504-25FB-8E4D-9CAF-56E1328651EF}" dt="2025-05-12T03:12:15.671" v="1" actId="2696"/>
        <pc:sldMkLst>
          <pc:docMk/>
          <pc:sldMk cId="3718766050" sldId="613"/>
        </pc:sldMkLst>
      </pc:sldChg>
      <pc:sldChg chg="del">
        <pc:chgData name="KHEANG KIM ANG" userId="c1bc5b59-4c24-4a1d-8390-78078aba6748" providerId="ADAL" clId="{BB0DF504-25FB-8E4D-9CAF-56E1328651EF}" dt="2025-05-12T03:12:16.981" v="2" actId="2696"/>
        <pc:sldMkLst>
          <pc:docMk/>
          <pc:sldMk cId="2313359005" sldId="614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906287-4A90-4320-93D5-A61CB08D2BBA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46E38E5-36B9-43B6-AE39-475A43AB6640}">
      <dgm:prSet/>
      <dgm:spPr/>
      <dgm:t>
        <a:bodyPr/>
        <a:lstStyle/>
        <a:p>
          <a:r>
            <a:rPr lang="en-US" b="0" i="0"/>
            <a:t>Imagine entering an airport:</a:t>
          </a:r>
          <a:endParaRPr lang="en-US"/>
        </a:p>
      </dgm:t>
    </dgm:pt>
    <dgm:pt modelId="{DEA3D631-28D9-42BE-915C-04D829F9B4B4}" type="parTrans" cxnId="{64B2AAD4-BEAE-4C3F-BDC4-69017DA7408A}">
      <dgm:prSet/>
      <dgm:spPr/>
      <dgm:t>
        <a:bodyPr/>
        <a:lstStyle/>
        <a:p>
          <a:endParaRPr lang="en-US"/>
        </a:p>
      </dgm:t>
    </dgm:pt>
    <dgm:pt modelId="{538C43BD-FD32-43CC-A58E-F218A220E0F2}" type="sibTrans" cxnId="{64B2AAD4-BEAE-4C3F-BDC4-69017DA7408A}">
      <dgm:prSet/>
      <dgm:spPr/>
      <dgm:t>
        <a:bodyPr/>
        <a:lstStyle/>
        <a:p>
          <a:endParaRPr lang="en-US"/>
        </a:p>
      </dgm:t>
    </dgm:pt>
    <dgm:pt modelId="{CC19FDBB-6167-479D-9678-189164949C0D}">
      <dgm:prSet/>
      <dgm:spPr/>
      <dgm:t>
        <a:bodyPr/>
        <a:lstStyle/>
        <a:p>
          <a:r>
            <a:rPr lang="en-US" b="0" i="0"/>
            <a:t>🧍 You (the request) walk in</a:t>
          </a:r>
          <a:endParaRPr lang="en-US"/>
        </a:p>
      </dgm:t>
    </dgm:pt>
    <dgm:pt modelId="{59FA6583-F44A-4C40-B265-CEDD3E3266CE}" type="parTrans" cxnId="{DFA18402-467C-4F2E-9FD5-1F0A06CFD0B4}">
      <dgm:prSet/>
      <dgm:spPr/>
      <dgm:t>
        <a:bodyPr/>
        <a:lstStyle/>
        <a:p>
          <a:endParaRPr lang="en-US"/>
        </a:p>
      </dgm:t>
    </dgm:pt>
    <dgm:pt modelId="{3223F3E9-07E0-4CE0-8640-24C3C997FA3B}" type="sibTrans" cxnId="{DFA18402-467C-4F2E-9FD5-1F0A06CFD0B4}">
      <dgm:prSet/>
      <dgm:spPr/>
      <dgm:t>
        <a:bodyPr/>
        <a:lstStyle/>
        <a:p>
          <a:endParaRPr lang="en-US"/>
        </a:p>
      </dgm:t>
    </dgm:pt>
    <dgm:pt modelId="{F9A4007C-3870-4D00-9E0C-02380AEEA29E}">
      <dgm:prSet/>
      <dgm:spPr/>
      <dgm:t>
        <a:bodyPr/>
        <a:lstStyle/>
        <a:p>
          <a:r>
            <a:rPr lang="en-US" b="0" i="0"/>
            <a:t>🛃 Middleware 1 = Security Check</a:t>
          </a:r>
          <a:endParaRPr lang="en-US"/>
        </a:p>
      </dgm:t>
    </dgm:pt>
    <dgm:pt modelId="{BC2A0C19-B5FE-44B7-BC20-5559DF7B8543}" type="parTrans" cxnId="{0ED11E7B-3549-4842-A489-C181F5296955}">
      <dgm:prSet/>
      <dgm:spPr/>
      <dgm:t>
        <a:bodyPr/>
        <a:lstStyle/>
        <a:p>
          <a:endParaRPr lang="en-US"/>
        </a:p>
      </dgm:t>
    </dgm:pt>
    <dgm:pt modelId="{0A831CC5-0111-4207-9406-32BE44F75311}" type="sibTrans" cxnId="{0ED11E7B-3549-4842-A489-C181F5296955}">
      <dgm:prSet/>
      <dgm:spPr/>
      <dgm:t>
        <a:bodyPr/>
        <a:lstStyle/>
        <a:p>
          <a:endParaRPr lang="en-US"/>
        </a:p>
      </dgm:t>
    </dgm:pt>
    <dgm:pt modelId="{01D153E6-3733-423D-BFD1-A4AC033DF4F1}">
      <dgm:prSet/>
      <dgm:spPr/>
      <dgm:t>
        <a:bodyPr/>
        <a:lstStyle/>
        <a:p>
          <a:r>
            <a:rPr lang="en-US" b="0" i="0"/>
            <a:t>🧾 Middleware 2 = Passport Control</a:t>
          </a:r>
          <a:endParaRPr lang="en-US"/>
        </a:p>
      </dgm:t>
    </dgm:pt>
    <dgm:pt modelId="{81EEDD34-E7D1-496A-909E-AE788B21F8E5}" type="parTrans" cxnId="{8047C095-7E1B-45DC-8C62-7E18C746ACFD}">
      <dgm:prSet/>
      <dgm:spPr/>
      <dgm:t>
        <a:bodyPr/>
        <a:lstStyle/>
        <a:p>
          <a:endParaRPr lang="en-US"/>
        </a:p>
      </dgm:t>
    </dgm:pt>
    <dgm:pt modelId="{E99071A6-A01E-480A-BDCC-71ACCA7B9D15}" type="sibTrans" cxnId="{8047C095-7E1B-45DC-8C62-7E18C746ACFD}">
      <dgm:prSet/>
      <dgm:spPr/>
      <dgm:t>
        <a:bodyPr/>
        <a:lstStyle/>
        <a:p>
          <a:endParaRPr lang="en-US"/>
        </a:p>
      </dgm:t>
    </dgm:pt>
    <dgm:pt modelId="{7EE869E9-7DDC-40B6-8D86-A11B70446CA1}">
      <dgm:prSet/>
      <dgm:spPr/>
      <dgm:t>
        <a:bodyPr/>
        <a:lstStyle/>
        <a:p>
          <a:r>
            <a:rPr lang="en-US" b="0" i="0"/>
            <a:t>🎯 Route Handler = Boarding Gate</a:t>
          </a:r>
          <a:endParaRPr lang="en-US"/>
        </a:p>
      </dgm:t>
    </dgm:pt>
    <dgm:pt modelId="{82FAD1FB-DFD8-4648-8FC8-65D01CD23C42}" type="parTrans" cxnId="{ED53C9C2-5492-42C6-BDC4-2BADE448D28D}">
      <dgm:prSet/>
      <dgm:spPr/>
      <dgm:t>
        <a:bodyPr/>
        <a:lstStyle/>
        <a:p>
          <a:endParaRPr lang="en-US"/>
        </a:p>
      </dgm:t>
    </dgm:pt>
    <dgm:pt modelId="{6F12293E-1963-45D9-9B68-EF1E64FFD4CE}" type="sibTrans" cxnId="{ED53C9C2-5492-42C6-BDC4-2BADE448D28D}">
      <dgm:prSet/>
      <dgm:spPr/>
      <dgm:t>
        <a:bodyPr/>
        <a:lstStyle/>
        <a:p>
          <a:endParaRPr lang="en-US"/>
        </a:p>
      </dgm:t>
    </dgm:pt>
    <dgm:pt modelId="{420F7F8F-3FCF-E74D-945F-BDE7A502A024}" type="pres">
      <dgm:prSet presAssocID="{E5906287-4A90-4320-93D5-A61CB08D2BBA}" presName="outerComposite" presStyleCnt="0">
        <dgm:presLayoutVars>
          <dgm:chMax val="5"/>
          <dgm:dir/>
          <dgm:resizeHandles val="exact"/>
        </dgm:presLayoutVars>
      </dgm:prSet>
      <dgm:spPr/>
    </dgm:pt>
    <dgm:pt modelId="{D7CBC7F1-D20D-9048-B15B-3ADCC6C5BEDD}" type="pres">
      <dgm:prSet presAssocID="{E5906287-4A90-4320-93D5-A61CB08D2BBA}" presName="dummyMaxCanvas" presStyleCnt="0">
        <dgm:presLayoutVars/>
      </dgm:prSet>
      <dgm:spPr/>
    </dgm:pt>
    <dgm:pt modelId="{45C0105B-6D2D-5E47-82F4-90DA2B7B2852}" type="pres">
      <dgm:prSet presAssocID="{E5906287-4A90-4320-93D5-A61CB08D2BBA}" presName="FiveNodes_1" presStyleLbl="node1" presStyleIdx="0" presStyleCnt="5">
        <dgm:presLayoutVars>
          <dgm:bulletEnabled val="1"/>
        </dgm:presLayoutVars>
      </dgm:prSet>
      <dgm:spPr/>
    </dgm:pt>
    <dgm:pt modelId="{69A2A142-2AB5-804A-8C23-DC940ED0A4FD}" type="pres">
      <dgm:prSet presAssocID="{E5906287-4A90-4320-93D5-A61CB08D2BBA}" presName="FiveNodes_2" presStyleLbl="node1" presStyleIdx="1" presStyleCnt="5">
        <dgm:presLayoutVars>
          <dgm:bulletEnabled val="1"/>
        </dgm:presLayoutVars>
      </dgm:prSet>
      <dgm:spPr/>
    </dgm:pt>
    <dgm:pt modelId="{DA3D60C6-CAB3-B547-9834-E1CF99B92E1F}" type="pres">
      <dgm:prSet presAssocID="{E5906287-4A90-4320-93D5-A61CB08D2BBA}" presName="FiveNodes_3" presStyleLbl="node1" presStyleIdx="2" presStyleCnt="5">
        <dgm:presLayoutVars>
          <dgm:bulletEnabled val="1"/>
        </dgm:presLayoutVars>
      </dgm:prSet>
      <dgm:spPr/>
    </dgm:pt>
    <dgm:pt modelId="{35124EB9-DE36-5148-A823-4140C3E7B221}" type="pres">
      <dgm:prSet presAssocID="{E5906287-4A90-4320-93D5-A61CB08D2BBA}" presName="FiveNodes_4" presStyleLbl="node1" presStyleIdx="3" presStyleCnt="5">
        <dgm:presLayoutVars>
          <dgm:bulletEnabled val="1"/>
        </dgm:presLayoutVars>
      </dgm:prSet>
      <dgm:spPr/>
    </dgm:pt>
    <dgm:pt modelId="{259C4BEB-53C8-9242-8B0E-D5B580575168}" type="pres">
      <dgm:prSet presAssocID="{E5906287-4A90-4320-93D5-A61CB08D2BBA}" presName="FiveNodes_5" presStyleLbl="node1" presStyleIdx="4" presStyleCnt="5">
        <dgm:presLayoutVars>
          <dgm:bulletEnabled val="1"/>
        </dgm:presLayoutVars>
      </dgm:prSet>
      <dgm:spPr/>
    </dgm:pt>
    <dgm:pt modelId="{303B26F4-25CF-BB45-984D-30059798A9C5}" type="pres">
      <dgm:prSet presAssocID="{E5906287-4A90-4320-93D5-A61CB08D2BBA}" presName="FiveConn_1-2" presStyleLbl="fgAccFollowNode1" presStyleIdx="0" presStyleCnt="4">
        <dgm:presLayoutVars>
          <dgm:bulletEnabled val="1"/>
        </dgm:presLayoutVars>
      </dgm:prSet>
      <dgm:spPr/>
    </dgm:pt>
    <dgm:pt modelId="{8301A6D8-E2B4-BB4B-A39B-4588F7B9258B}" type="pres">
      <dgm:prSet presAssocID="{E5906287-4A90-4320-93D5-A61CB08D2BBA}" presName="FiveConn_2-3" presStyleLbl="fgAccFollowNode1" presStyleIdx="1" presStyleCnt="4">
        <dgm:presLayoutVars>
          <dgm:bulletEnabled val="1"/>
        </dgm:presLayoutVars>
      </dgm:prSet>
      <dgm:spPr/>
    </dgm:pt>
    <dgm:pt modelId="{DA29486E-D170-EE4D-ADBF-3F0573AF1215}" type="pres">
      <dgm:prSet presAssocID="{E5906287-4A90-4320-93D5-A61CB08D2BBA}" presName="FiveConn_3-4" presStyleLbl="fgAccFollowNode1" presStyleIdx="2" presStyleCnt="4">
        <dgm:presLayoutVars>
          <dgm:bulletEnabled val="1"/>
        </dgm:presLayoutVars>
      </dgm:prSet>
      <dgm:spPr/>
    </dgm:pt>
    <dgm:pt modelId="{D2F17E46-2C58-C743-BA6D-FE46F6E3172E}" type="pres">
      <dgm:prSet presAssocID="{E5906287-4A90-4320-93D5-A61CB08D2BBA}" presName="FiveConn_4-5" presStyleLbl="fgAccFollowNode1" presStyleIdx="3" presStyleCnt="4">
        <dgm:presLayoutVars>
          <dgm:bulletEnabled val="1"/>
        </dgm:presLayoutVars>
      </dgm:prSet>
      <dgm:spPr/>
    </dgm:pt>
    <dgm:pt modelId="{700D4906-B0EA-094B-82E7-A048C3921E2B}" type="pres">
      <dgm:prSet presAssocID="{E5906287-4A90-4320-93D5-A61CB08D2BBA}" presName="FiveNodes_1_text" presStyleLbl="node1" presStyleIdx="4" presStyleCnt="5">
        <dgm:presLayoutVars>
          <dgm:bulletEnabled val="1"/>
        </dgm:presLayoutVars>
      </dgm:prSet>
      <dgm:spPr/>
    </dgm:pt>
    <dgm:pt modelId="{08C82F21-7F84-FB4B-8C12-3F235D695F07}" type="pres">
      <dgm:prSet presAssocID="{E5906287-4A90-4320-93D5-A61CB08D2BBA}" presName="FiveNodes_2_text" presStyleLbl="node1" presStyleIdx="4" presStyleCnt="5">
        <dgm:presLayoutVars>
          <dgm:bulletEnabled val="1"/>
        </dgm:presLayoutVars>
      </dgm:prSet>
      <dgm:spPr/>
    </dgm:pt>
    <dgm:pt modelId="{E3C2EFCD-501F-7B4A-AC8F-420C04F8D7F4}" type="pres">
      <dgm:prSet presAssocID="{E5906287-4A90-4320-93D5-A61CB08D2BBA}" presName="FiveNodes_3_text" presStyleLbl="node1" presStyleIdx="4" presStyleCnt="5">
        <dgm:presLayoutVars>
          <dgm:bulletEnabled val="1"/>
        </dgm:presLayoutVars>
      </dgm:prSet>
      <dgm:spPr/>
    </dgm:pt>
    <dgm:pt modelId="{2C554F0D-7378-1A44-9F69-E843D2E78EAB}" type="pres">
      <dgm:prSet presAssocID="{E5906287-4A90-4320-93D5-A61CB08D2BBA}" presName="FiveNodes_4_text" presStyleLbl="node1" presStyleIdx="4" presStyleCnt="5">
        <dgm:presLayoutVars>
          <dgm:bulletEnabled val="1"/>
        </dgm:presLayoutVars>
      </dgm:prSet>
      <dgm:spPr/>
    </dgm:pt>
    <dgm:pt modelId="{7F50CD17-DFC4-D74F-B12E-D80FFAFF2DB1}" type="pres">
      <dgm:prSet presAssocID="{E5906287-4A90-4320-93D5-A61CB08D2BBA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83364C02-CB13-3945-A8E4-705754E39429}" type="presOf" srcId="{E99071A6-A01E-480A-BDCC-71ACCA7B9D15}" destId="{D2F17E46-2C58-C743-BA6D-FE46F6E3172E}" srcOrd="0" destOrd="0" presId="urn:microsoft.com/office/officeart/2005/8/layout/vProcess5"/>
    <dgm:cxn modelId="{DFA18402-467C-4F2E-9FD5-1F0A06CFD0B4}" srcId="{E5906287-4A90-4320-93D5-A61CB08D2BBA}" destId="{CC19FDBB-6167-479D-9678-189164949C0D}" srcOrd="1" destOrd="0" parTransId="{59FA6583-F44A-4C40-B265-CEDD3E3266CE}" sibTransId="{3223F3E9-07E0-4CE0-8640-24C3C997FA3B}"/>
    <dgm:cxn modelId="{E3497735-7B3C-E54B-841D-FF14ED46AB28}" type="presOf" srcId="{CC19FDBB-6167-479D-9678-189164949C0D}" destId="{08C82F21-7F84-FB4B-8C12-3F235D695F07}" srcOrd="1" destOrd="0" presId="urn:microsoft.com/office/officeart/2005/8/layout/vProcess5"/>
    <dgm:cxn modelId="{9D248B49-F62E-F342-8FBA-31F4A8F64F0E}" type="presOf" srcId="{01D153E6-3733-423D-BFD1-A4AC033DF4F1}" destId="{2C554F0D-7378-1A44-9F69-E843D2E78EAB}" srcOrd="1" destOrd="0" presId="urn:microsoft.com/office/officeart/2005/8/layout/vProcess5"/>
    <dgm:cxn modelId="{6A720C5A-FCEC-134D-A0CA-A041DA2727D9}" type="presOf" srcId="{7EE869E9-7DDC-40B6-8D86-A11B70446CA1}" destId="{7F50CD17-DFC4-D74F-B12E-D80FFAFF2DB1}" srcOrd="1" destOrd="0" presId="urn:microsoft.com/office/officeart/2005/8/layout/vProcess5"/>
    <dgm:cxn modelId="{C3542071-CE2C-2A4F-906A-43D407E7CF61}" type="presOf" srcId="{0A831CC5-0111-4207-9406-32BE44F75311}" destId="{DA29486E-D170-EE4D-ADBF-3F0573AF1215}" srcOrd="0" destOrd="0" presId="urn:microsoft.com/office/officeart/2005/8/layout/vProcess5"/>
    <dgm:cxn modelId="{8C8BE076-9DA6-D24E-AF2F-E8D68ACC3E60}" type="presOf" srcId="{3223F3E9-07E0-4CE0-8640-24C3C997FA3B}" destId="{8301A6D8-E2B4-BB4B-A39B-4588F7B9258B}" srcOrd="0" destOrd="0" presId="urn:microsoft.com/office/officeart/2005/8/layout/vProcess5"/>
    <dgm:cxn modelId="{111EAA77-070A-9045-8A7E-C4FFE192F7F9}" type="presOf" srcId="{F9A4007C-3870-4D00-9E0C-02380AEEA29E}" destId="{DA3D60C6-CAB3-B547-9834-E1CF99B92E1F}" srcOrd="0" destOrd="0" presId="urn:microsoft.com/office/officeart/2005/8/layout/vProcess5"/>
    <dgm:cxn modelId="{6B068C78-2F1A-B24A-A5CE-3FD8EED4D0B6}" type="presOf" srcId="{538C43BD-FD32-43CC-A58E-F218A220E0F2}" destId="{303B26F4-25CF-BB45-984D-30059798A9C5}" srcOrd="0" destOrd="0" presId="urn:microsoft.com/office/officeart/2005/8/layout/vProcess5"/>
    <dgm:cxn modelId="{0ED11E7B-3549-4842-A489-C181F5296955}" srcId="{E5906287-4A90-4320-93D5-A61CB08D2BBA}" destId="{F9A4007C-3870-4D00-9E0C-02380AEEA29E}" srcOrd="2" destOrd="0" parTransId="{BC2A0C19-B5FE-44B7-BC20-5559DF7B8543}" sibTransId="{0A831CC5-0111-4207-9406-32BE44F75311}"/>
    <dgm:cxn modelId="{13C43B87-201A-5647-B113-EF5E34A710E4}" type="presOf" srcId="{646E38E5-36B9-43B6-AE39-475A43AB6640}" destId="{700D4906-B0EA-094B-82E7-A048C3921E2B}" srcOrd="1" destOrd="0" presId="urn:microsoft.com/office/officeart/2005/8/layout/vProcess5"/>
    <dgm:cxn modelId="{8047C095-7E1B-45DC-8C62-7E18C746ACFD}" srcId="{E5906287-4A90-4320-93D5-A61CB08D2BBA}" destId="{01D153E6-3733-423D-BFD1-A4AC033DF4F1}" srcOrd="3" destOrd="0" parTransId="{81EEDD34-E7D1-496A-909E-AE788B21F8E5}" sibTransId="{E99071A6-A01E-480A-BDCC-71ACCA7B9D15}"/>
    <dgm:cxn modelId="{00A5959C-8E2C-4D43-B7D8-81571D746FBC}" type="presOf" srcId="{E5906287-4A90-4320-93D5-A61CB08D2BBA}" destId="{420F7F8F-3FCF-E74D-945F-BDE7A502A024}" srcOrd="0" destOrd="0" presId="urn:microsoft.com/office/officeart/2005/8/layout/vProcess5"/>
    <dgm:cxn modelId="{7F034AB3-9648-614B-9885-22DC188D348B}" type="presOf" srcId="{7EE869E9-7DDC-40B6-8D86-A11B70446CA1}" destId="{259C4BEB-53C8-9242-8B0E-D5B580575168}" srcOrd="0" destOrd="0" presId="urn:microsoft.com/office/officeart/2005/8/layout/vProcess5"/>
    <dgm:cxn modelId="{ED53C9C2-5492-42C6-BDC4-2BADE448D28D}" srcId="{E5906287-4A90-4320-93D5-A61CB08D2BBA}" destId="{7EE869E9-7DDC-40B6-8D86-A11B70446CA1}" srcOrd="4" destOrd="0" parTransId="{82FAD1FB-DFD8-4648-8FC8-65D01CD23C42}" sibTransId="{6F12293E-1963-45D9-9B68-EF1E64FFD4CE}"/>
    <dgm:cxn modelId="{D3E5E9D2-9C1E-D447-AA80-6FF2128340BE}" type="presOf" srcId="{646E38E5-36B9-43B6-AE39-475A43AB6640}" destId="{45C0105B-6D2D-5E47-82F4-90DA2B7B2852}" srcOrd="0" destOrd="0" presId="urn:microsoft.com/office/officeart/2005/8/layout/vProcess5"/>
    <dgm:cxn modelId="{B84B2BD4-2D5F-3E4E-8A6B-3B5D2C6DA792}" type="presOf" srcId="{F9A4007C-3870-4D00-9E0C-02380AEEA29E}" destId="{E3C2EFCD-501F-7B4A-AC8F-420C04F8D7F4}" srcOrd="1" destOrd="0" presId="urn:microsoft.com/office/officeart/2005/8/layout/vProcess5"/>
    <dgm:cxn modelId="{64B2AAD4-BEAE-4C3F-BDC4-69017DA7408A}" srcId="{E5906287-4A90-4320-93D5-A61CB08D2BBA}" destId="{646E38E5-36B9-43B6-AE39-475A43AB6640}" srcOrd="0" destOrd="0" parTransId="{DEA3D631-28D9-42BE-915C-04D829F9B4B4}" sibTransId="{538C43BD-FD32-43CC-A58E-F218A220E0F2}"/>
    <dgm:cxn modelId="{8E3E1BDE-C3AC-6148-9E4D-DDC6D26A733F}" type="presOf" srcId="{CC19FDBB-6167-479D-9678-189164949C0D}" destId="{69A2A142-2AB5-804A-8C23-DC940ED0A4FD}" srcOrd="0" destOrd="0" presId="urn:microsoft.com/office/officeart/2005/8/layout/vProcess5"/>
    <dgm:cxn modelId="{83B3B7E3-B9C9-E94E-A30D-3C72F4576EBD}" type="presOf" srcId="{01D153E6-3733-423D-BFD1-A4AC033DF4F1}" destId="{35124EB9-DE36-5148-A823-4140C3E7B221}" srcOrd="0" destOrd="0" presId="urn:microsoft.com/office/officeart/2005/8/layout/vProcess5"/>
    <dgm:cxn modelId="{EF4C093E-054C-8A46-941B-C7E3458F4C2A}" type="presParOf" srcId="{420F7F8F-3FCF-E74D-945F-BDE7A502A024}" destId="{D7CBC7F1-D20D-9048-B15B-3ADCC6C5BEDD}" srcOrd="0" destOrd="0" presId="urn:microsoft.com/office/officeart/2005/8/layout/vProcess5"/>
    <dgm:cxn modelId="{C745CB9F-268B-D140-B50E-731C5A01871F}" type="presParOf" srcId="{420F7F8F-3FCF-E74D-945F-BDE7A502A024}" destId="{45C0105B-6D2D-5E47-82F4-90DA2B7B2852}" srcOrd="1" destOrd="0" presId="urn:microsoft.com/office/officeart/2005/8/layout/vProcess5"/>
    <dgm:cxn modelId="{409EFB3B-7F03-A64E-8A01-107F2A615E74}" type="presParOf" srcId="{420F7F8F-3FCF-E74D-945F-BDE7A502A024}" destId="{69A2A142-2AB5-804A-8C23-DC940ED0A4FD}" srcOrd="2" destOrd="0" presId="urn:microsoft.com/office/officeart/2005/8/layout/vProcess5"/>
    <dgm:cxn modelId="{643F61DC-63D1-9E43-ADF9-5B298EC0E97C}" type="presParOf" srcId="{420F7F8F-3FCF-E74D-945F-BDE7A502A024}" destId="{DA3D60C6-CAB3-B547-9834-E1CF99B92E1F}" srcOrd="3" destOrd="0" presId="urn:microsoft.com/office/officeart/2005/8/layout/vProcess5"/>
    <dgm:cxn modelId="{C77F7A8E-B965-4F40-AF82-B618460EA58E}" type="presParOf" srcId="{420F7F8F-3FCF-E74D-945F-BDE7A502A024}" destId="{35124EB9-DE36-5148-A823-4140C3E7B221}" srcOrd="4" destOrd="0" presId="urn:microsoft.com/office/officeart/2005/8/layout/vProcess5"/>
    <dgm:cxn modelId="{164C2D18-2414-4B47-8DE2-5C791AEB59D2}" type="presParOf" srcId="{420F7F8F-3FCF-E74D-945F-BDE7A502A024}" destId="{259C4BEB-53C8-9242-8B0E-D5B580575168}" srcOrd="5" destOrd="0" presId="urn:microsoft.com/office/officeart/2005/8/layout/vProcess5"/>
    <dgm:cxn modelId="{BC97F5FD-222D-5549-8DF8-7B7C4DA50E64}" type="presParOf" srcId="{420F7F8F-3FCF-E74D-945F-BDE7A502A024}" destId="{303B26F4-25CF-BB45-984D-30059798A9C5}" srcOrd="6" destOrd="0" presId="urn:microsoft.com/office/officeart/2005/8/layout/vProcess5"/>
    <dgm:cxn modelId="{1A90816D-E121-D645-93A1-9E8DAA79E21D}" type="presParOf" srcId="{420F7F8F-3FCF-E74D-945F-BDE7A502A024}" destId="{8301A6D8-E2B4-BB4B-A39B-4588F7B9258B}" srcOrd="7" destOrd="0" presId="urn:microsoft.com/office/officeart/2005/8/layout/vProcess5"/>
    <dgm:cxn modelId="{5E1EFCFA-E020-FF46-8B91-3B684544A698}" type="presParOf" srcId="{420F7F8F-3FCF-E74D-945F-BDE7A502A024}" destId="{DA29486E-D170-EE4D-ADBF-3F0573AF1215}" srcOrd="8" destOrd="0" presId="urn:microsoft.com/office/officeart/2005/8/layout/vProcess5"/>
    <dgm:cxn modelId="{7D4F83C8-0223-9B4C-9A47-C8694084D97E}" type="presParOf" srcId="{420F7F8F-3FCF-E74D-945F-BDE7A502A024}" destId="{D2F17E46-2C58-C743-BA6D-FE46F6E3172E}" srcOrd="9" destOrd="0" presId="urn:microsoft.com/office/officeart/2005/8/layout/vProcess5"/>
    <dgm:cxn modelId="{D5741B30-2EBC-1541-A0E5-A3CCB5C849AC}" type="presParOf" srcId="{420F7F8F-3FCF-E74D-945F-BDE7A502A024}" destId="{700D4906-B0EA-094B-82E7-A048C3921E2B}" srcOrd="10" destOrd="0" presId="urn:microsoft.com/office/officeart/2005/8/layout/vProcess5"/>
    <dgm:cxn modelId="{36D128A0-E24A-8A4A-AA2B-64D3162F2945}" type="presParOf" srcId="{420F7F8F-3FCF-E74D-945F-BDE7A502A024}" destId="{08C82F21-7F84-FB4B-8C12-3F235D695F07}" srcOrd="11" destOrd="0" presId="urn:microsoft.com/office/officeart/2005/8/layout/vProcess5"/>
    <dgm:cxn modelId="{BCAD966F-8FE5-D046-BEAB-8D0BCF23F665}" type="presParOf" srcId="{420F7F8F-3FCF-E74D-945F-BDE7A502A024}" destId="{E3C2EFCD-501F-7B4A-AC8F-420C04F8D7F4}" srcOrd="12" destOrd="0" presId="urn:microsoft.com/office/officeart/2005/8/layout/vProcess5"/>
    <dgm:cxn modelId="{F1A65774-AE1C-C84D-9779-3C113491D3FD}" type="presParOf" srcId="{420F7F8F-3FCF-E74D-945F-BDE7A502A024}" destId="{2C554F0D-7378-1A44-9F69-E843D2E78EAB}" srcOrd="13" destOrd="0" presId="urn:microsoft.com/office/officeart/2005/8/layout/vProcess5"/>
    <dgm:cxn modelId="{3DF35091-483E-8643-A6D1-8AAD4486B762}" type="presParOf" srcId="{420F7F8F-3FCF-E74D-945F-BDE7A502A024}" destId="{7F50CD17-DFC4-D74F-B12E-D80FFAFF2DB1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C0105B-6D2D-5E47-82F4-90DA2B7B2852}">
      <dsp:nvSpPr>
        <dsp:cNvPr id="0" name=""/>
        <dsp:cNvSpPr/>
      </dsp:nvSpPr>
      <dsp:spPr>
        <a:xfrm>
          <a:off x="0" y="0"/>
          <a:ext cx="8414428" cy="75470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/>
            <a:t>Imagine entering an airport:</a:t>
          </a:r>
          <a:endParaRPr lang="en-US" sz="3100" kern="1200"/>
        </a:p>
      </dsp:txBody>
      <dsp:txXfrm>
        <a:off x="22105" y="22105"/>
        <a:ext cx="7511741" cy="710494"/>
      </dsp:txXfrm>
    </dsp:sp>
    <dsp:sp modelId="{69A2A142-2AB5-804A-8C23-DC940ED0A4FD}">
      <dsp:nvSpPr>
        <dsp:cNvPr id="0" name=""/>
        <dsp:cNvSpPr/>
      </dsp:nvSpPr>
      <dsp:spPr>
        <a:xfrm>
          <a:off x="628350" y="859525"/>
          <a:ext cx="8414428" cy="754704"/>
        </a:xfrm>
        <a:prstGeom prst="roundRect">
          <a:avLst>
            <a:gd name="adj" fmla="val 10000"/>
          </a:avLst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/>
            <a:t>🧍 You (the request) walk in</a:t>
          </a:r>
          <a:endParaRPr lang="en-US" sz="3100" kern="1200"/>
        </a:p>
      </dsp:txBody>
      <dsp:txXfrm>
        <a:off x="650455" y="881630"/>
        <a:ext cx="7251309" cy="710494"/>
      </dsp:txXfrm>
    </dsp:sp>
    <dsp:sp modelId="{DA3D60C6-CAB3-B547-9834-E1CF99B92E1F}">
      <dsp:nvSpPr>
        <dsp:cNvPr id="0" name=""/>
        <dsp:cNvSpPr/>
      </dsp:nvSpPr>
      <dsp:spPr>
        <a:xfrm>
          <a:off x="1256700" y="1719050"/>
          <a:ext cx="8414428" cy="754704"/>
        </a:xfrm>
        <a:prstGeom prst="roundRect">
          <a:avLst>
            <a:gd name="adj" fmla="val 10000"/>
          </a:avLst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/>
            <a:t>🛃 Middleware 1 = Security Check</a:t>
          </a:r>
          <a:endParaRPr lang="en-US" sz="3100" kern="1200"/>
        </a:p>
      </dsp:txBody>
      <dsp:txXfrm>
        <a:off x="1278805" y="1741155"/>
        <a:ext cx="7251309" cy="710494"/>
      </dsp:txXfrm>
    </dsp:sp>
    <dsp:sp modelId="{35124EB9-DE36-5148-A823-4140C3E7B221}">
      <dsp:nvSpPr>
        <dsp:cNvPr id="0" name=""/>
        <dsp:cNvSpPr/>
      </dsp:nvSpPr>
      <dsp:spPr>
        <a:xfrm>
          <a:off x="1885050" y="2578575"/>
          <a:ext cx="8414428" cy="754704"/>
        </a:xfrm>
        <a:prstGeom prst="roundRect">
          <a:avLst>
            <a:gd name="adj" fmla="val 10000"/>
          </a:avLst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/>
            <a:t>🧾 Middleware 2 = Passport Control</a:t>
          </a:r>
          <a:endParaRPr lang="en-US" sz="3100" kern="1200"/>
        </a:p>
      </dsp:txBody>
      <dsp:txXfrm>
        <a:off x="1907155" y="2600680"/>
        <a:ext cx="7251309" cy="710494"/>
      </dsp:txXfrm>
    </dsp:sp>
    <dsp:sp modelId="{259C4BEB-53C8-9242-8B0E-D5B580575168}">
      <dsp:nvSpPr>
        <dsp:cNvPr id="0" name=""/>
        <dsp:cNvSpPr/>
      </dsp:nvSpPr>
      <dsp:spPr>
        <a:xfrm>
          <a:off x="2513400" y="3438100"/>
          <a:ext cx="8414428" cy="754704"/>
        </a:xfrm>
        <a:prstGeom prst="roundRect">
          <a:avLst>
            <a:gd name="adj" fmla="val 10000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/>
            <a:t>🎯 Route Handler = Boarding Gate</a:t>
          </a:r>
          <a:endParaRPr lang="en-US" sz="3100" kern="1200"/>
        </a:p>
      </dsp:txBody>
      <dsp:txXfrm>
        <a:off x="2535505" y="3460205"/>
        <a:ext cx="7251309" cy="710494"/>
      </dsp:txXfrm>
    </dsp:sp>
    <dsp:sp modelId="{303B26F4-25CF-BB45-984D-30059798A9C5}">
      <dsp:nvSpPr>
        <dsp:cNvPr id="0" name=""/>
        <dsp:cNvSpPr/>
      </dsp:nvSpPr>
      <dsp:spPr>
        <a:xfrm>
          <a:off x="7923870" y="551353"/>
          <a:ext cx="490558" cy="4905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034246" y="551353"/>
        <a:ext cx="269806" cy="369145"/>
      </dsp:txXfrm>
    </dsp:sp>
    <dsp:sp modelId="{8301A6D8-E2B4-BB4B-A39B-4588F7B9258B}">
      <dsp:nvSpPr>
        <dsp:cNvPr id="0" name=""/>
        <dsp:cNvSpPr/>
      </dsp:nvSpPr>
      <dsp:spPr>
        <a:xfrm>
          <a:off x="8552220" y="1410878"/>
          <a:ext cx="490558" cy="4905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283075"/>
            <a:satOff val="-25115"/>
            <a:lumOff val="-25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-283075"/>
              <a:satOff val="-25115"/>
              <a:lumOff val="-2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662596" y="1410878"/>
        <a:ext cx="269806" cy="369145"/>
      </dsp:txXfrm>
    </dsp:sp>
    <dsp:sp modelId="{DA29486E-D170-EE4D-ADBF-3F0573AF1215}">
      <dsp:nvSpPr>
        <dsp:cNvPr id="0" name=""/>
        <dsp:cNvSpPr/>
      </dsp:nvSpPr>
      <dsp:spPr>
        <a:xfrm>
          <a:off x="9180570" y="2257825"/>
          <a:ext cx="490558" cy="4905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566151"/>
            <a:satOff val="-50231"/>
            <a:lumOff val="-51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-566151"/>
              <a:satOff val="-50231"/>
              <a:lumOff val="-51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9290946" y="2257825"/>
        <a:ext cx="269806" cy="369145"/>
      </dsp:txXfrm>
    </dsp:sp>
    <dsp:sp modelId="{D2F17E46-2C58-C743-BA6D-FE46F6E3172E}">
      <dsp:nvSpPr>
        <dsp:cNvPr id="0" name=""/>
        <dsp:cNvSpPr/>
      </dsp:nvSpPr>
      <dsp:spPr>
        <a:xfrm>
          <a:off x="9808920" y="3125736"/>
          <a:ext cx="490558" cy="4905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9919296" y="3125736"/>
        <a:ext cx="269806" cy="3691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701993" y="4420315"/>
            <a:ext cx="5615940" cy="4187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50" tIns="93250" rIns="93250" bIns="932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203950" cy="34893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701993" y="4420315"/>
            <a:ext cx="5615940" cy="4187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50" tIns="93250" rIns="93250" bIns="932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203950" cy="34893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93439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1751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1127760" y="1428932"/>
            <a:ext cx="10160677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Open Sans"/>
              <a:buNone/>
            </a:pPr>
            <a:r>
              <a:rPr lang="en-US" sz="3600" b="1" i="0" u="none" strike="noStrike" cap="none" dirty="0">
                <a:solidFill>
                  <a:srgbClr val="262626"/>
                </a:solidFill>
                <a:latin typeface="Source Sans 3" panose="020B0303030403020204" pitchFamily="34" charset="0"/>
                <a:ea typeface="Open Sans"/>
                <a:cs typeface="Open Sans"/>
                <a:sym typeface="Open Sans"/>
              </a:rPr>
              <a:t>WEEK 3 – </a:t>
            </a:r>
            <a:r>
              <a:rPr lang="pt-BR" sz="3600" b="1" i="0" u="none" strike="noStrike" cap="none" dirty="0">
                <a:solidFill>
                  <a:srgbClr val="F58C29"/>
                </a:solidFill>
                <a:latin typeface="Source Sans 3" panose="020B0303030403020204" pitchFamily="34" charset="0"/>
                <a:ea typeface="Open Sans"/>
                <a:cs typeface="Open Sans"/>
                <a:sym typeface="Open Sans"/>
              </a:rPr>
              <a:t>  Express </a:t>
            </a:r>
            <a:r>
              <a:rPr lang="pt-BR" sz="3600" b="1" i="0" u="none" strike="noStrike" cap="none" dirty="0" err="1">
                <a:solidFill>
                  <a:srgbClr val="F58C29"/>
                </a:solidFill>
                <a:latin typeface="Source Sans 3" panose="020B0303030403020204" pitchFamily="34" charset="0"/>
                <a:ea typeface="Open Sans"/>
                <a:cs typeface="Open Sans"/>
                <a:sym typeface="Open Sans"/>
              </a:rPr>
              <a:t>Basics</a:t>
            </a:r>
            <a:r>
              <a:rPr lang="pt-BR" sz="3600" b="1" i="0" u="none" strike="noStrike" cap="none" dirty="0">
                <a:solidFill>
                  <a:srgbClr val="F58C29"/>
                </a:solidFill>
                <a:latin typeface="Source Sans 3" panose="020B0303030403020204" pitchFamily="34" charset="0"/>
                <a:ea typeface="Open Sans"/>
                <a:cs typeface="Open Sans"/>
                <a:sym typeface="Open Sans"/>
              </a:rPr>
              <a:t> + POST + Middleware</a:t>
            </a:r>
            <a:endParaRPr sz="1100" b="0" i="0" u="none" strike="noStrike" cap="none" dirty="0">
              <a:solidFill>
                <a:srgbClr val="F58C29"/>
              </a:solidFill>
              <a:latin typeface="Source Sans 3" panose="020B0303030403020204" pitchFamily="3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809327" y="626725"/>
            <a:ext cx="672850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bg1">
                    <a:lumMod val="50000"/>
                  </a:schemeClr>
                </a:solidFill>
                <a:latin typeface="Source Sans 3" panose="020B0303030403020204" pitchFamily="34" charset="0"/>
                <a:ea typeface="Calibri"/>
                <a:cs typeface="Calibri"/>
                <a:sym typeface="Calibri"/>
              </a:rPr>
              <a:t>BACK-END DEVELOPMENT </a:t>
            </a:r>
          </a:p>
        </p:txBody>
      </p:sp>
      <p:cxnSp>
        <p:nvCxnSpPr>
          <p:cNvPr id="93" name="Google Shape;93;p1"/>
          <p:cNvCxnSpPr/>
          <p:nvPr/>
        </p:nvCxnSpPr>
        <p:spPr>
          <a:xfrm>
            <a:off x="1354839" y="1324987"/>
            <a:ext cx="9637486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C574D5CA-8FA1-45CA-99CB-E92DF91C7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7880" y="6021238"/>
            <a:ext cx="990977" cy="51767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4225358-26FF-9DCB-20B9-EF0780C476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0203" y="3063990"/>
            <a:ext cx="3018295" cy="258507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CDA05-F537-3BF7-3B0F-0E8E31AF1E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/>
        </p:nvSpPr>
        <p:spPr>
          <a:xfrm>
            <a:off x="1628478" y="647095"/>
            <a:ext cx="722412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Source Sans 3" panose="020B0303030403020204" pitchFamily="34" charset="0"/>
                <a:ea typeface="Calibri"/>
                <a:cs typeface="Calibri"/>
                <a:sym typeface="Calibri"/>
              </a:rPr>
              <a:t>After Finishin</a:t>
            </a:r>
            <a:r>
              <a:rPr lang="en-US" sz="4000" b="1" dirty="0">
                <a:solidFill>
                  <a:schemeClr val="dk1"/>
                </a:solidFill>
                <a:latin typeface="Source Sans 3" panose="020B0303030403020204" pitchFamily="34" charset="0"/>
                <a:ea typeface="Calibri"/>
                <a:cs typeface="Calibri"/>
                <a:sym typeface="Calibri"/>
              </a:rPr>
              <a:t>g This Lecture:</a:t>
            </a:r>
            <a:endParaRPr sz="4000" b="1" i="0" u="none" strike="noStrike" cap="none" dirty="0">
              <a:solidFill>
                <a:schemeClr val="dk1"/>
              </a:solidFill>
              <a:latin typeface="Source Sans 3" panose="020B0303030403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6;p11">
            <a:extLst>
              <a:ext uri="{FF2B5EF4-FFF2-40B4-BE49-F238E27FC236}">
                <a16:creationId xmlns:a16="http://schemas.microsoft.com/office/drawing/2014/main" id="{58FFF478-82AD-4C7E-9A42-078744BB2532}"/>
              </a:ext>
            </a:extLst>
          </p:cNvPr>
          <p:cNvSpPr txBox="1"/>
          <p:nvPr/>
        </p:nvSpPr>
        <p:spPr>
          <a:xfrm>
            <a:off x="1628478" y="1779727"/>
            <a:ext cx="9591972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Source Sans 3" panose="020B03030304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basic HTTP server using </a:t>
            </a:r>
            <a:r>
              <a:rPr lang="en-US" sz="2000" dirty="0" err="1">
                <a:latin typeface="Source Sans 3" panose="020B03030304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Express.js</a:t>
            </a:r>
            <a:endParaRPr lang="en-US" sz="2000" dirty="0">
              <a:latin typeface="Source Sans 3" panose="020B0303030403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Source Sans 3" panose="020B03030304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Route HTTP requests using </a:t>
            </a:r>
            <a:r>
              <a:rPr lang="en-US" sz="2000" dirty="0" err="1">
                <a:latin typeface="Source Sans 3" panose="020B03030304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Express.js</a:t>
            </a:r>
            <a:r>
              <a:rPr lang="en-US" sz="2000" dirty="0">
                <a:latin typeface="Source Sans 3" panose="020B03030304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method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Source Sans 3" panose="020B03030304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 query parameters and request body using </a:t>
            </a:r>
            <a:r>
              <a:rPr lang="en-US" sz="20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express.json</a:t>
            </a:r>
            <a:endParaRPr lang="en-US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Source Sans 3" panose="020B03030304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 how Express request and response objects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4" name="Rectangle 63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Google Shape;109;p3">
            <a:extLst>
              <a:ext uri="{FF2B5EF4-FFF2-40B4-BE49-F238E27FC236}">
                <a16:creationId xmlns:a16="http://schemas.microsoft.com/office/drawing/2014/main" id="{BAAC549B-FC9C-2910-7222-9AF75BE3DDD2}"/>
              </a:ext>
            </a:extLst>
          </p:cNvPr>
          <p:cNvSpPr txBox="1"/>
          <p:nvPr/>
        </p:nvSpPr>
        <p:spPr>
          <a:xfrm>
            <a:off x="1057025" y="922644"/>
            <a:ext cx="5040285" cy="1169585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dk1"/>
              </a:buClr>
              <a:buSzPts val="4000"/>
            </a:pPr>
            <a:r>
              <a:rPr lang="en-US" sz="4000" b="1" i="0" u="none" strike="noStrike" kern="1200" cap="none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What is Expres</a:t>
            </a:r>
            <a:r>
              <a:rPr lang="en-US" sz="4000" b="1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s.js</a:t>
            </a:r>
            <a:endParaRPr lang="en-US" sz="4000" b="1" i="0" u="none" strike="noStrike" kern="1200" cap="none">
              <a:solidFill>
                <a:schemeClr val="tx1"/>
              </a:solidFill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F2E623-7783-2958-ECC7-4CDFEDAB858D}"/>
              </a:ext>
            </a:extLst>
          </p:cNvPr>
          <p:cNvSpPr txBox="1"/>
          <p:nvPr/>
        </p:nvSpPr>
        <p:spPr>
          <a:xfrm>
            <a:off x="1055715" y="2508105"/>
            <a:ext cx="5040285" cy="36324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Express.js</a:t>
            </a:r>
            <a:r>
              <a:rPr lang="en-US" sz="2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a minimal and flexible Node.js web application framework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</a:t>
            </a:r>
            <a:r>
              <a:rPr lang="en-US" sz="2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rovides essential features for </a:t>
            </a:r>
            <a:r>
              <a:rPr lang="en-US" sz="2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building web.</a:t>
            </a:r>
            <a:endParaRPr lang="en-US" sz="20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Simplifies the creation of server-side applications through its abstractions and unobtrusive interface.</a:t>
            </a:r>
            <a:b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1" name="Picture 10" descr="A black rectangular with white text and green dots&#10;&#10;AI-generated content may be incorrect.">
            <a:extLst>
              <a:ext uri="{FF2B5EF4-FFF2-40B4-BE49-F238E27FC236}">
                <a16:creationId xmlns:a16="http://schemas.microsoft.com/office/drawing/2014/main" id="{CF0B7999-5B14-E759-BAE8-C864DBCDC5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811" t="23405" r="10569" b="22738"/>
          <a:stretch/>
        </p:blipFill>
        <p:spPr>
          <a:xfrm>
            <a:off x="6946667" y="3580199"/>
            <a:ext cx="4389120" cy="148830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50D319F-E3F7-6CAE-C588-8D16F6E4A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667" y="1066960"/>
            <a:ext cx="4389120" cy="1415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326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Google Shape;109;p3">
            <a:extLst>
              <a:ext uri="{FF2B5EF4-FFF2-40B4-BE49-F238E27FC236}">
                <a16:creationId xmlns:a16="http://schemas.microsoft.com/office/drawing/2014/main" id="{E742CC6E-D70A-5478-5CBC-32B84AD5A73F}"/>
              </a:ext>
            </a:extLst>
          </p:cNvPr>
          <p:cNvSpPr txBox="1"/>
          <p:nvPr/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dk1"/>
              </a:buClr>
              <a:buSzPts val="4000"/>
            </a:pPr>
            <a:r>
              <a:rPr lang="en-US" sz="5400" b="1" i="0" u="none" strike="noStrike" kern="1200" cap="none" dirty="0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Why Express?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315B5B-1408-248F-CDC5-86775C0BF33C}"/>
              </a:ext>
            </a:extLst>
          </p:cNvPr>
          <p:cNvSpPr txBox="1"/>
          <p:nvPr/>
        </p:nvSpPr>
        <p:spPr>
          <a:xfrm>
            <a:off x="793660" y="2599509"/>
            <a:ext cx="10143668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Minimalist Web Framework:</a:t>
            </a:r>
            <a:r>
              <a:rPr lang="en-US" sz="2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2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Express.js</a:t>
            </a:r>
            <a:r>
              <a:rPr lang="en-US" sz="2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designed to be minimal yet powerful, providing just the essential building blocks. This allows developers to start small and scale complexity as needed without unnecessary bloat.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Abstracts Boilerplate:</a:t>
            </a:r>
            <a:r>
              <a:rPr lang="en-US" sz="2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Express simplifies the repetitive tasks associated with Node.js development by abstracting boilerplate code, allowing developers to focus on application logic rather than infrastructure setup.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7878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6E2F6C-CFBA-11B4-FCC1-A1D5F657C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Google Shape;109;p3">
            <a:extLst>
              <a:ext uri="{FF2B5EF4-FFF2-40B4-BE49-F238E27FC236}">
                <a16:creationId xmlns:a16="http://schemas.microsoft.com/office/drawing/2014/main" id="{D49EE872-7A60-71A3-6867-91EF68AA6B22}"/>
              </a:ext>
            </a:extLst>
          </p:cNvPr>
          <p:cNvSpPr txBox="1"/>
          <p:nvPr/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dk1"/>
              </a:buClr>
              <a:buSzPts val="4000"/>
            </a:pPr>
            <a:r>
              <a:rPr lang="en-US" sz="5400" b="1" i="0" u="none" strike="noStrike" kern="1200" cap="none" dirty="0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Why Express?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300320-E17D-7D8A-5FFF-FF74EFE6D705}"/>
              </a:ext>
            </a:extLst>
          </p:cNvPr>
          <p:cNvSpPr txBox="1"/>
          <p:nvPr/>
        </p:nvSpPr>
        <p:spPr>
          <a:xfrm>
            <a:off x="793660" y="2599509"/>
            <a:ext cx="10143668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Routing:</a:t>
            </a:r>
            <a:r>
              <a:rPr lang="en-US" sz="2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One of the standout features of Express is its routing capabilities, which enable you to define routes for different HTTP methods and URLs, thereby structuring your application logically and intuitively.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Middleware:</a:t>
            </a:r>
            <a:r>
              <a:rPr lang="en-US" sz="2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concept of middleware is central to Express, empowering developers to process requests and responses in a flexible way. Middleware functions can perform a range of tasks from logging, authentication to serving static files.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4432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oogle Shape;109;p3">
            <a:extLst>
              <a:ext uri="{FF2B5EF4-FFF2-40B4-BE49-F238E27FC236}">
                <a16:creationId xmlns:a16="http://schemas.microsoft.com/office/drawing/2014/main" id="{98C918A2-94B8-72F9-4FA2-60A87F8503AA}"/>
              </a:ext>
            </a:extLst>
          </p:cNvPr>
          <p:cNvSpPr txBox="1"/>
          <p:nvPr/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dk1"/>
              </a:buClr>
              <a:buSzPts val="4000"/>
            </a:pPr>
            <a:r>
              <a:rPr lang="en-US" sz="5400" b="1" i="0" u="none" strike="noStrike" kern="1200" cap="none" dirty="0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Why Express? (</a:t>
            </a:r>
            <a:r>
              <a:rPr lang="en-US" sz="5400" b="1" i="0" u="none" strike="noStrike" kern="1200" cap="none" dirty="0" err="1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Cont</a:t>
            </a:r>
            <a:r>
              <a:rPr lang="en-US" sz="5400" b="1" i="0" u="none" strike="noStrike" kern="1200" cap="none" dirty="0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)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298295-D734-7FA5-A5F4-B0E36D92CD3D}"/>
              </a:ext>
            </a:extLst>
          </p:cNvPr>
          <p:cNvSpPr txBox="1"/>
          <p:nvPr/>
        </p:nvSpPr>
        <p:spPr>
          <a:xfrm>
            <a:off x="793660" y="2599510"/>
            <a:ext cx="10143668" cy="23208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 Parsing:</a:t>
            </a:r>
            <a:r>
              <a:rPr lang="en-US" sz="1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Express comes built-in with middleware functionalities such as </a:t>
            </a:r>
            <a:r>
              <a:rPr lang="en-US" sz="18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express.json</a:t>
            </a:r>
            <a:r>
              <a:rPr lang="en-US" sz="1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(), which parses incoming requests with JSON payloads, facilitating easier manipulation of request data.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Static Files:</a:t>
            </a:r>
            <a:r>
              <a:rPr lang="en-US" sz="1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Serving static files such as images, CSS, and JavaScript is made easy through the </a:t>
            </a:r>
            <a:r>
              <a:rPr lang="en-US" sz="18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express.static</a:t>
            </a:r>
            <a:r>
              <a:rPr lang="en-US" sz="1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middleware, allowing for straightforward integration of frontend assets into your application.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1688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EAFBE2-757F-1DB0-A0A0-9E95B01D5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oogle Shape;109;p3">
            <a:extLst>
              <a:ext uri="{FF2B5EF4-FFF2-40B4-BE49-F238E27FC236}">
                <a16:creationId xmlns:a16="http://schemas.microsoft.com/office/drawing/2014/main" id="{1CEAE861-211E-59CA-1B1C-D06139DB52BA}"/>
              </a:ext>
            </a:extLst>
          </p:cNvPr>
          <p:cNvSpPr txBox="1"/>
          <p:nvPr/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dk1"/>
              </a:buClr>
              <a:buSzPts val="4000"/>
            </a:pPr>
            <a:r>
              <a:rPr lang="en-US" sz="5400" b="1" i="0" u="none" strike="noStrike" kern="1200" cap="none" dirty="0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Why Express? (</a:t>
            </a:r>
            <a:r>
              <a:rPr lang="en-US" sz="5400" b="1" i="0" u="none" strike="noStrike" kern="1200" cap="none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Cont</a:t>
            </a:r>
            <a:r>
              <a:rPr lang="en-US" sz="5400" b="1" i="0" u="none" strike="noStrike" kern="1200" cap="none" dirty="0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)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FDDA11-6326-5121-E0D7-C3D1955BF004}"/>
              </a:ext>
            </a:extLst>
          </p:cNvPr>
          <p:cNvSpPr txBox="1"/>
          <p:nvPr/>
        </p:nvSpPr>
        <p:spPr>
          <a:xfrm>
            <a:off x="793660" y="2599510"/>
            <a:ext cx="10143668" cy="20450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URL Parsing and HTTP Headers:</a:t>
            </a:r>
            <a:r>
              <a:rPr lang="en-US" sz="2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Express streamlines handling URLs and HTTP headers, making it simple to access query parameters and header information within a request, enhancing overall application robustness.</a:t>
            </a:r>
          </a:p>
        </p:txBody>
      </p:sp>
    </p:spTree>
    <p:extLst>
      <p:ext uri="{BB962C8B-B14F-4D97-AF65-F5344CB8AC3E}">
        <p14:creationId xmlns:p14="http://schemas.microsoft.com/office/powerpoint/2010/main" val="1063584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Google Shape;109;p3">
            <a:extLst>
              <a:ext uri="{FF2B5EF4-FFF2-40B4-BE49-F238E27FC236}">
                <a16:creationId xmlns:a16="http://schemas.microsoft.com/office/drawing/2014/main" id="{23B15645-7282-ADE5-EB47-F964A6759F10}"/>
              </a:ext>
            </a:extLst>
          </p:cNvPr>
          <p:cNvSpPr txBox="1"/>
          <p:nvPr/>
        </p:nvSpPr>
        <p:spPr>
          <a:xfrm>
            <a:off x="630936" y="457200"/>
            <a:ext cx="4343400" cy="1929384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dk1"/>
              </a:buClr>
              <a:buSzPts val="4000"/>
            </a:pPr>
            <a:r>
              <a:rPr lang="en-US" sz="4800" b="1" i="0" u="none" strike="noStrike" kern="1200" cap="none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Setting Up Express</a:t>
            </a:r>
            <a:endParaRPr lang="en-US" sz="4800" b="1" i="0" u="none" strike="noStrike" kern="1200" cap="none" dirty="0">
              <a:solidFill>
                <a:schemeClr val="tx1"/>
              </a:solidFill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39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63CA36-5F0C-0447-023B-EDAE94E9147B}"/>
              </a:ext>
            </a:extLst>
          </p:cNvPr>
          <p:cNvSpPr txBox="1"/>
          <p:nvPr/>
        </p:nvSpPr>
        <p:spPr>
          <a:xfrm>
            <a:off x="5454842" y="644652"/>
            <a:ext cx="655714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Activity</a:t>
            </a:r>
          </a:p>
          <a:p>
            <a:pPr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is it similar to native HTTP module?</a:t>
            </a:r>
          </a:p>
          <a:p>
            <a:pPr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is it abstracted comparing to HTTP module?</a:t>
            </a:r>
          </a:p>
        </p:txBody>
      </p:sp>
      <p:pic>
        <p:nvPicPr>
          <p:cNvPr id="6" name="Picture 5" descr="A black rectangular object with white text&#10;&#10;AI-generated content may be incorrect.">
            <a:extLst>
              <a:ext uri="{FF2B5EF4-FFF2-40B4-BE49-F238E27FC236}">
                <a16:creationId xmlns:a16="http://schemas.microsoft.com/office/drawing/2014/main" id="{EC48B27E-292B-2FA2-86BB-BDB6D14FC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29" y="2358863"/>
            <a:ext cx="4940300" cy="1739900"/>
          </a:xfrm>
          <a:prstGeom prst="rect">
            <a:avLst/>
          </a:prstGeom>
        </p:spPr>
      </p:pic>
      <p:pic>
        <p:nvPicPr>
          <p:cNvPr id="17" name="Picture 16" descr="A computer code on a black background&#10;&#10;AI-generated content may be incorrect.">
            <a:extLst>
              <a:ext uri="{FF2B5EF4-FFF2-40B4-BE49-F238E27FC236}">
                <a16:creationId xmlns:a16="http://schemas.microsoft.com/office/drawing/2014/main" id="{1C764B28-C454-CFD1-00FD-792964B3F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4258494"/>
            <a:ext cx="7099300" cy="227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721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0481F6-A2A8-58A1-8879-5C272616C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Google Shape;109;p3">
            <a:extLst>
              <a:ext uri="{FF2B5EF4-FFF2-40B4-BE49-F238E27FC236}">
                <a16:creationId xmlns:a16="http://schemas.microsoft.com/office/drawing/2014/main" id="{62C7A15F-5B4B-03F5-9A87-1C3FC8F32E79}"/>
              </a:ext>
            </a:extLst>
          </p:cNvPr>
          <p:cNvSpPr txBox="1"/>
          <p:nvPr/>
        </p:nvSpPr>
        <p:spPr>
          <a:xfrm>
            <a:off x="818984" y="4230093"/>
            <a:ext cx="4150581" cy="1800165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marR="0" lv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dk1"/>
              </a:buClr>
              <a:buSzPts val="4000"/>
            </a:pPr>
            <a:r>
              <a:rPr lang="en-US" sz="4000" b="1" i="0" u="none" strike="noStrike" kern="1200" cap="none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Defining Routes</a:t>
            </a:r>
          </a:p>
        </p:txBody>
      </p:sp>
      <p:pic>
        <p:nvPicPr>
          <p:cNvPr id="5" name="Picture 4" descr="A computer code with text&#10;&#10;AI-generated content may be incorrect.">
            <a:extLst>
              <a:ext uri="{FF2B5EF4-FFF2-40B4-BE49-F238E27FC236}">
                <a16:creationId xmlns:a16="http://schemas.microsoft.com/office/drawing/2014/main" id="{3D476F00-F8D6-C2C2-8676-ADDAB8785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92" y="820240"/>
            <a:ext cx="11139778" cy="27292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073839-D365-FF9C-AE2D-10983BCDFA72}"/>
              </a:ext>
            </a:extLst>
          </p:cNvPr>
          <p:cNvSpPr txBox="1"/>
          <p:nvPr/>
        </p:nvSpPr>
        <p:spPr>
          <a:xfrm>
            <a:off x="5246415" y="4230094"/>
            <a:ext cx="6235268" cy="18001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app.get(path, handler) for reading</a:t>
            </a:r>
          </a:p>
          <a:p>
            <a:pPr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app.post(path, handler) for creating</a:t>
            </a:r>
          </a:p>
          <a:p>
            <a:pPr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 and res objects</a:t>
            </a:r>
          </a:p>
          <a:p>
            <a:pPr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7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Questions</a:t>
            </a:r>
          </a:p>
          <a:p>
            <a:pPr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about other HTTP methods? (Delete, Put, Patch)</a:t>
            </a:r>
          </a:p>
          <a:p>
            <a:pPr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BFF8DC-0AE7-4AD2-9B28-2E5F26D62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0162AD-C6E5-4BF8-A453-76ADB3687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31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198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1DF4BE-5BAC-F921-BF82-745E11D4B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B47FC9C-2ED3-4100-A4EF-E8CDFEE10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Google Shape;109;p3">
            <a:extLst>
              <a:ext uri="{FF2B5EF4-FFF2-40B4-BE49-F238E27FC236}">
                <a16:creationId xmlns:a16="http://schemas.microsoft.com/office/drawing/2014/main" id="{A4DBB302-7F4B-A05F-848C-F8DEA9C22CE6}"/>
              </a:ext>
            </a:extLst>
          </p:cNvPr>
          <p:cNvSpPr txBox="1"/>
          <p:nvPr/>
        </p:nvSpPr>
        <p:spPr>
          <a:xfrm>
            <a:off x="838200" y="5358141"/>
            <a:ext cx="10515600" cy="942664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dk1"/>
              </a:buClr>
              <a:buSzPts val="4000"/>
            </a:pPr>
            <a:r>
              <a:rPr lang="en-US" sz="5200" b="1" i="0" u="none" strike="noStrike" kern="1200" cap="none" dirty="0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Handling POST Data</a:t>
            </a:r>
          </a:p>
        </p:txBody>
      </p:sp>
      <p:pic>
        <p:nvPicPr>
          <p:cNvPr id="6" name="Picture 5" descr="A computer code on a black background&#10;&#10;AI-generated content may be incorrect.">
            <a:extLst>
              <a:ext uri="{FF2B5EF4-FFF2-40B4-BE49-F238E27FC236}">
                <a16:creationId xmlns:a16="http://schemas.microsoft.com/office/drawing/2014/main" id="{018A02B3-776D-EAFF-0C69-395ABBD9D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939" y="1053621"/>
            <a:ext cx="6402122" cy="348915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53068A5-6E31-569C-B6ED-B355B34B4388}"/>
              </a:ext>
            </a:extLst>
          </p:cNvPr>
          <p:cNvSpPr/>
          <p:nvPr/>
        </p:nvSpPr>
        <p:spPr>
          <a:xfrm>
            <a:off x="3215811" y="1958900"/>
            <a:ext cx="3841206" cy="5989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DF2561-5C86-28F7-11F3-4CAEB283A5A5}"/>
              </a:ext>
            </a:extLst>
          </p:cNvPr>
          <p:cNvSpPr txBox="1"/>
          <p:nvPr/>
        </p:nvSpPr>
        <p:spPr>
          <a:xfrm>
            <a:off x="6074155" y="1427430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Requires </a:t>
            </a:r>
            <a:r>
              <a:rPr lang="en-US" dirty="0" err="1">
                <a:solidFill>
                  <a:schemeClr val="bg1"/>
                </a:solidFill>
              </a:rPr>
              <a:t>express.json</a:t>
            </a:r>
            <a:r>
              <a:rPr lang="en-US" dirty="0">
                <a:solidFill>
                  <a:schemeClr val="bg1"/>
                </a:solidFill>
              </a:rPr>
              <a:t>() middleware</a:t>
            </a:r>
            <a:endParaRPr lang="en-KH" dirty="0">
              <a:solidFill>
                <a:schemeClr val="bg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DE03270-78DD-C11A-94A6-A1CA81DF13F1}"/>
              </a:ext>
            </a:extLst>
          </p:cNvPr>
          <p:cNvCxnSpPr>
            <a:cxnSpLocks/>
          </p:cNvCxnSpPr>
          <p:nvPr/>
        </p:nvCxnSpPr>
        <p:spPr>
          <a:xfrm flipV="1">
            <a:off x="7136472" y="1796378"/>
            <a:ext cx="436912" cy="62747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6502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DA28A-4908-CB88-E4D0-1CC0DE1DA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9;p3">
            <a:extLst>
              <a:ext uri="{FF2B5EF4-FFF2-40B4-BE49-F238E27FC236}">
                <a16:creationId xmlns:a16="http://schemas.microsoft.com/office/drawing/2014/main" id="{2A3C20D1-B24D-3D55-A2A9-6B3D61012C55}"/>
              </a:ext>
            </a:extLst>
          </p:cNvPr>
          <p:cNvSpPr txBox="1"/>
          <p:nvPr/>
        </p:nvSpPr>
        <p:spPr>
          <a:xfrm>
            <a:off x="630935" y="457200"/>
            <a:ext cx="9674891" cy="1929384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dk1"/>
              </a:buClr>
              <a:buSzPts val="4000"/>
            </a:pPr>
            <a:r>
              <a:rPr lang="en-US" sz="4800" b="1" i="0" u="none" strike="noStrike" kern="1200" cap="none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Request and Response Objects</a:t>
            </a:r>
            <a:endParaRPr lang="en-US" sz="4800" b="1" i="0" u="none" strike="noStrike" kern="1200" cap="none" dirty="0">
              <a:solidFill>
                <a:schemeClr val="tx1"/>
              </a:solidFill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2E9860-BE53-85DD-1E89-D881BC829779}"/>
              </a:ext>
            </a:extLst>
          </p:cNvPr>
          <p:cNvSpPr txBox="1"/>
          <p:nvPr/>
        </p:nvSpPr>
        <p:spPr>
          <a:xfrm>
            <a:off x="812202" y="2386584"/>
            <a:ext cx="843937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/>
              <a:t>The req object represents the incoming HTTP request. It contains:</a:t>
            </a:r>
          </a:p>
          <a:p>
            <a:pPr>
              <a:buNone/>
            </a:pPr>
            <a:endParaRPr lang="en-US" sz="2000" dirty="0"/>
          </a:p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req.params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/>
              <a:t>→ route parameters</a:t>
            </a:r>
          </a:p>
          <a:p>
            <a:endParaRPr lang="en-US" sz="2000" dirty="0"/>
          </a:p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req.query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/>
              <a:t>→ query string parameters</a:t>
            </a:r>
          </a:p>
          <a:p>
            <a:endParaRPr lang="en-US" sz="2000" dirty="0"/>
          </a:p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req.body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/>
              <a:t>→ body of POST/PUT requests (after </a:t>
            </a:r>
            <a:r>
              <a:rPr lang="en-US" sz="2000" dirty="0" err="1"/>
              <a:t>express.json</a:t>
            </a:r>
            <a:r>
              <a:rPr lang="en-US" sz="2000" dirty="0"/>
              <a:t>())</a:t>
            </a:r>
          </a:p>
          <a:p>
            <a:endParaRPr lang="en-US" sz="2000" dirty="0"/>
          </a:p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req.method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/>
              <a:t>→ HTTP method (GET, POST, etc.)</a:t>
            </a:r>
          </a:p>
          <a:p>
            <a:endParaRPr lang="en-US" sz="2000" dirty="0"/>
          </a:p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req.url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/>
              <a:t>→ full request path</a:t>
            </a:r>
          </a:p>
        </p:txBody>
      </p:sp>
    </p:spTree>
    <p:extLst>
      <p:ext uri="{BB962C8B-B14F-4D97-AF65-F5344CB8AC3E}">
        <p14:creationId xmlns:p14="http://schemas.microsoft.com/office/powerpoint/2010/main" val="339932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E3A95-6B05-8830-42B2-42518B2EB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9;p3">
            <a:extLst>
              <a:ext uri="{FF2B5EF4-FFF2-40B4-BE49-F238E27FC236}">
                <a16:creationId xmlns:a16="http://schemas.microsoft.com/office/drawing/2014/main" id="{3969E744-5C46-C634-9087-EBD81BAA5F4D}"/>
              </a:ext>
            </a:extLst>
          </p:cNvPr>
          <p:cNvSpPr txBox="1"/>
          <p:nvPr/>
        </p:nvSpPr>
        <p:spPr>
          <a:xfrm>
            <a:off x="630935" y="457200"/>
            <a:ext cx="11417630" cy="1929384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dk1"/>
              </a:buClr>
              <a:buSzPts val="4000"/>
            </a:pPr>
            <a:r>
              <a:rPr lang="en-US" sz="4800" b="1" i="0" u="none" strike="noStrike" kern="1200" cap="none" dirty="0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Request and Response Objects (</a:t>
            </a:r>
            <a:r>
              <a:rPr lang="en-US" sz="4800" b="1" i="0" u="none" strike="noStrike" kern="1200" cap="none" dirty="0" err="1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Cont</a:t>
            </a:r>
            <a:r>
              <a:rPr lang="en-US" sz="4800" b="1" i="0" u="none" strike="noStrike" kern="1200" cap="none" dirty="0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A44D43-91CB-0AD9-4DBB-06DAD9A7FD84}"/>
              </a:ext>
            </a:extLst>
          </p:cNvPr>
          <p:cNvSpPr txBox="1"/>
          <p:nvPr/>
        </p:nvSpPr>
        <p:spPr>
          <a:xfrm>
            <a:off x="812202" y="2386584"/>
            <a:ext cx="843937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/>
              <a:t>The res object is used to send a response back to the client:</a:t>
            </a:r>
          </a:p>
          <a:p>
            <a:pPr>
              <a:buNone/>
            </a:pPr>
            <a:endParaRPr lang="en-US" sz="2000" dirty="0"/>
          </a:p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res.send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000" dirty="0"/>
              <a:t>→ send plain text, HTML, or JSON</a:t>
            </a:r>
          </a:p>
          <a:p>
            <a:endParaRPr lang="en-US" sz="2000" dirty="0"/>
          </a:p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res.json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000" dirty="0"/>
              <a:t>→ send a JSON object</a:t>
            </a:r>
          </a:p>
          <a:p>
            <a:endParaRPr lang="en-US" sz="2000" dirty="0"/>
          </a:p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res.status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000" dirty="0"/>
              <a:t>→ set HTTP status code</a:t>
            </a:r>
          </a:p>
          <a:p>
            <a:endParaRPr lang="en-US" sz="2000" dirty="0"/>
          </a:p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res.redirect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000" dirty="0"/>
              <a:t>→ redirect to another route</a:t>
            </a:r>
          </a:p>
        </p:txBody>
      </p:sp>
    </p:spTree>
    <p:extLst>
      <p:ext uri="{BB962C8B-B14F-4D97-AF65-F5344CB8AC3E}">
        <p14:creationId xmlns:p14="http://schemas.microsoft.com/office/powerpoint/2010/main" val="3113731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C679A-5BD8-EF65-B749-5AF8A068B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9;p3">
            <a:extLst>
              <a:ext uri="{FF2B5EF4-FFF2-40B4-BE49-F238E27FC236}">
                <a16:creationId xmlns:a16="http://schemas.microsoft.com/office/drawing/2014/main" id="{F04E9933-4CF1-3759-41F8-A3388384AB3D}"/>
              </a:ext>
            </a:extLst>
          </p:cNvPr>
          <p:cNvSpPr txBox="1"/>
          <p:nvPr/>
        </p:nvSpPr>
        <p:spPr>
          <a:xfrm>
            <a:off x="630935" y="457200"/>
            <a:ext cx="11417630" cy="1929384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dk1"/>
              </a:buClr>
              <a:buSzPts val="4000"/>
            </a:pPr>
            <a:r>
              <a:rPr lang="en-US" sz="4800" b="1" i="0" u="none" strike="noStrike" kern="1200" cap="none" dirty="0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Dynamic &amp; Query Params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797934-425B-09C9-4F3D-0A899F513FC9}"/>
              </a:ext>
            </a:extLst>
          </p:cNvPr>
          <p:cNvSpPr txBox="1"/>
          <p:nvPr/>
        </p:nvSpPr>
        <p:spPr>
          <a:xfrm>
            <a:off x="812202" y="2386584"/>
            <a:ext cx="400654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/>
              <a:t>/users/:id   → </a:t>
            </a:r>
            <a:r>
              <a:rPr lang="en-US" sz="2000" dirty="0" err="1"/>
              <a:t>req.params.id</a:t>
            </a:r>
            <a:r>
              <a:rPr lang="en-US" sz="2000" dirty="0"/>
              <a:t>  </a:t>
            </a:r>
          </a:p>
          <a:p>
            <a:pPr>
              <a:buNone/>
            </a:pPr>
            <a:r>
              <a:rPr lang="en-US" sz="2000" dirty="0"/>
              <a:t>/</a:t>
            </a:r>
            <a:r>
              <a:rPr lang="en-US" sz="2000" dirty="0" err="1"/>
              <a:t>users?id</a:t>
            </a:r>
            <a:r>
              <a:rPr lang="en-US" sz="2000" dirty="0"/>
              <a:t>=12 → </a:t>
            </a:r>
            <a:r>
              <a:rPr lang="en-US" sz="2000" dirty="0" err="1"/>
              <a:t>req.query.id</a:t>
            </a: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E2E924-31A0-85E8-1FD8-FD03833D0EAE}"/>
              </a:ext>
            </a:extLst>
          </p:cNvPr>
          <p:cNvSpPr txBox="1"/>
          <p:nvPr/>
        </p:nvSpPr>
        <p:spPr>
          <a:xfrm>
            <a:off x="812202" y="3567466"/>
            <a:ext cx="41807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/>
              <a:t>/users/45   → </a:t>
            </a:r>
            <a:r>
              <a:rPr lang="en-US" sz="2000" dirty="0" err="1"/>
              <a:t>req.params.id</a:t>
            </a:r>
            <a:r>
              <a:rPr lang="en-US" sz="2000" dirty="0"/>
              <a:t>  = ??</a:t>
            </a:r>
          </a:p>
          <a:p>
            <a:pPr>
              <a:buNone/>
            </a:pPr>
            <a:r>
              <a:rPr lang="en-US" sz="2000" dirty="0"/>
              <a:t>/</a:t>
            </a:r>
            <a:r>
              <a:rPr lang="en-US" sz="2000" dirty="0" err="1"/>
              <a:t>users?id</a:t>
            </a:r>
            <a:r>
              <a:rPr lang="en-US" sz="2000" dirty="0"/>
              <a:t>=24 → </a:t>
            </a:r>
            <a:r>
              <a:rPr lang="en-US" sz="2000" dirty="0" err="1"/>
              <a:t>req.query.id</a:t>
            </a:r>
            <a:r>
              <a:rPr lang="en-US" sz="2000" dirty="0"/>
              <a:t> = ??</a:t>
            </a:r>
          </a:p>
        </p:txBody>
      </p:sp>
    </p:spTree>
    <p:extLst>
      <p:ext uri="{BB962C8B-B14F-4D97-AF65-F5344CB8AC3E}">
        <p14:creationId xmlns:p14="http://schemas.microsoft.com/office/powerpoint/2010/main" val="3658592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05F0EC-055C-ABCC-427E-1DCD4C0AC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Google Shape;109;p3">
            <a:extLst>
              <a:ext uri="{FF2B5EF4-FFF2-40B4-BE49-F238E27FC236}">
                <a16:creationId xmlns:a16="http://schemas.microsoft.com/office/drawing/2014/main" id="{AB9C5ECF-A409-1454-C5AC-EFAFE115460B}"/>
              </a:ext>
            </a:extLst>
          </p:cNvPr>
          <p:cNvSpPr txBox="1"/>
          <p:nvPr/>
        </p:nvSpPr>
        <p:spPr>
          <a:xfrm>
            <a:off x="411480" y="991443"/>
            <a:ext cx="4443154" cy="1087819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dk1"/>
              </a:buClr>
              <a:buSzPts val="4000"/>
            </a:pPr>
            <a:r>
              <a:rPr lang="en-US" sz="3100" b="1" i="0" u="none" strike="noStrike" kern="1200" cap="none" dirty="0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What is Middleware?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680A14-1218-752C-76AA-859AAB7D9D32}"/>
              </a:ext>
            </a:extLst>
          </p:cNvPr>
          <p:cNvSpPr txBox="1"/>
          <p:nvPr/>
        </p:nvSpPr>
        <p:spPr>
          <a:xfrm>
            <a:off x="411480" y="2684095"/>
            <a:ext cx="5684520" cy="3492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Middleware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functions are functions that run </a:t>
            </a:r>
            <a:r>
              <a:rPr lang="en-US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before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your route handler.</a:t>
            </a:r>
            <a:b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They can: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Modify the req and res objects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End the request-response cycle (</a:t>
            </a:r>
            <a:r>
              <a:rPr lang="en-US" sz="1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res.send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etc.)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Call the next middleware using next()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1B120B-B73D-4554-ED04-E57DBE05E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9364" y="1764412"/>
            <a:ext cx="6440424" cy="3622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626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438EB3-0BF3-92AE-01BF-6EA94CA97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Google Shape;109;p3">
            <a:extLst>
              <a:ext uri="{FF2B5EF4-FFF2-40B4-BE49-F238E27FC236}">
                <a16:creationId xmlns:a16="http://schemas.microsoft.com/office/drawing/2014/main" id="{69AA1FF4-FC70-3419-021A-B4612CA83F1A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dk1"/>
              </a:buClr>
              <a:buSzPts val="4000"/>
            </a:pPr>
            <a:r>
              <a:rPr lang="en-US" sz="4000" b="1" i="0" u="none" strike="noStrike" kern="1200" cap="none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rPr>
              <a:t>What is Middleware?</a:t>
            </a:r>
          </a:p>
        </p:txBody>
      </p:sp>
      <p:graphicFrame>
        <p:nvGraphicFramePr>
          <p:cNvPr id="8" name="TextBox 5">
            <a:extLst>
              <a:ext uri="{FF2B5EF4-FFF2-40B4-BE49-F238E27FC236}">
                <a16:creationId xmlns:a16="http://schemas.microsoft.com/office/drawing/2014/main" id="{D5306FA5-EB08-3A79-BB61-C141BD7D80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530454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138902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23EF2E-A030-87D7-6E53-1B2F3ED4E382}"/>
              </a:ext>
            </a:extLst>
          </p:cNvPr>
          <p:cNvSpPr txBox="1"/>
          <p:nvPr/>
        </p:nvSpPr>
        <p:spPr>
          <a:xfrm>
            <a:off x="449943" y="2873252"/>
            <a:ext cx="1129211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H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Client --&gt; Middleware 1 --&gt; Middleware 2 --&gt; Route Handler --&gt; Response</a:t>
            </a:r>
          </a:p>
          <a:p>
            <a:r>
              <a:rPr lang="en-KH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|                 |                |</a:t>
            </a:r>
          </a:p>
          <a:p>
            <a:r>
              <a:rPr lang="en-KH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modifies req     logs request    sends final res</a:t>
            </a:r>
          </a:p>
          <a:p>
            <a:r>
              <a:rPr lang="en-KH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|                 |                |</a:t>
            </a:r>
          </a:p>
          <a:p>
            <a:r>
              <a:rPr lang="en-KH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KH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next()           next()         </a:t>
            </a:r>
            <a:r>
              <a:rPr lang="en-KH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res.send()</a:t>
            </a:r>
          </a:p>
        </p:txBody>
      </p:sp>
      <p:sp>
        <p:nvSpPr>
          <p:cNvPr id="4" name="Google Shape;109;p3">
            <a:extLst>
              <a:ext uri="{FF2B5EF4-FFF2-40B4-BE49-F238E27FC236}">
                <a16:creationId xmlns:a16="http://schemas.microsoft.com/office/drawing/2014/main" id="{C8760443-BCC5-DE33-F97C-9D9A13B4ED43}"/>
              </a:ext>
            </a:extLst>
          </p:cNvPr>
          <p:cNvSpPr txBox="1"/>
          <p:nvPr/>
        </p:nvSpPr>
        <p:spPr>
          <a:xfrm>
            <a:off x="411480" y="991443"/>
            <a:ext cx="9951720" cy="1087819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dk1"/>
              </a:buClr>
              <a:buSzPts val="4000"/>
            </a:pPr>
            <a:r>
              <a:rPr lang="en-US" sz="3600" b="1" i="0" u="none" strike="noStrike" kern="1200" cap="none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Request-Response Lifecycle Visualization</a:t>
            </a:r>
            <a:endParaRPr lang="en-US" sz="3600" b="1" i="0" u="none" strike="noStrike" kern="1200" cap="none" dirty="0">
              <a:solidFill>
                <a:schemeClr val="tx1"/>
              </a:solidFill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187660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Google Shape;109;p3">
            <a:extLst>
              <a:ext uri="{FF2B5EF4-FFF2-40B4-BE49-F238E27FC236}">
                <a16:creationId xmlns:a16="http://schemas.microsoft.com/office/drawing/2014/main" id="{6E5FF1E3-9A00-F296-3B86-57011FB1BDE7}"/>
              </a:ext>
            </a:extLst>
          </p:cNvPr>
          <p:cNvSpPr txBox="1"/>
          <p:nvPr/>
        </p:nvSpPr>
        <p:spPr>
          <a:xfrm>
            <a:off x="645064" y="525982"/>
            <a:ext cx="4913907" cy="1200361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dk1"/>
              </a:buClr>
              <a:buSzPts val="4000"/>
            </a:pPr>
            <a:r>
              <a:rPr lang="en-US" sz="3600" b="1" i="0" u="none" strike="noStrike" kern="1200" cap="none" dirty="0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Basic Middleware Example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B75259-0B83-3577-DC74-F0070233A916}"/>
              </a:ext>
            </a:extLst>
          </p:cNvPr>
          <p:cNvSpPr txBox="1"/>
          <p:nvPr/>
        </p:nvSpPr>
        <p:spPr>
          <a:xfrm>
            <a:off x="645065" y="2031101"/>
            <a:ext cx="4785717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Question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happens if we </a:t>
            </a:r>
            <a:r>
              <a:rPr lang="en-US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don’t call next()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Where would you put middleware that checks for auth?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mputer screen shot of code&#10;&#10;AI-generated content may be incorrect.">
            <a:extLst>
              <a:ext uri="{FF2B5EF4-FFF2-40B4-BE49-F238E27FC236}">
                <a16:creationId xmlns:a16="http://schemas.microsoft.com/office/drawing/2014/main" id="{3BF92248-3A2A-7A67-8D34-61CFAB5EA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738" y="1553809"/>
            <a:ext cx="5628018" cy="351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3472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9">
            <a:extLst>
              <a:ext uri="{FF2B5EF4-FFF2-40B4-BE49-F238E27FC236}">
                <a16:creationId xmlns:a16="http://schemas.microsoft.com/office/drawing/2014/main" id="{DFCA2118-59A2-4310-A4B2-F2CBA821E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40492"/>
            <a:ext cx="12192000" cy="1924333"/>
          </a:xfrm>
          <a:custGeom>
            <a:avLst/>
            <a:gdLst>
              <a:gd name="connsiteX0" fmla="*/ 6189199 w 12192000"/>
              <a:gd name="connsiteY0" fmla="*/ 588 h 1924333"/>
              <a:gd name="connsiteX1" fmla="*/ 6207079 w 12192000"/>
              <a:gd name="connsiteY1" fmla="*/ 2850 h 1924333"/>
              <a:gd name="connsiteX2" fmla="*/ 6285610 w 12192000"/>
              <a:gd name="connsiteY2" fmla="*/ 18131 h 1924333"/>
              <a:gd name="connsiteX3" fmla="*/ 6378008 w 12192000"/>
              <a:gd name="connsiteY3" fmla="*/ 24625 h 1924333"/>
              <a:gd name="connsiteX4" fmla="*/ 6466340 w 12192000"/>
              <a:gd name="connsiteY4" fmla="*/ 21366 h 1924333"/>
              <a:gd name="connsiteX5" fmla="*/ 6553334 w 12192000"/>
              <a:gd name="connsiteY5" fmla="*/ 35307 h 1924333"/>
              <a:gd name="connsiteX6" fmla="*/ 6626068 w 12192000"/>
              <a:gd name="connsiteY6" fmla="*/ 58045 h 1924333"/>
              <a:gd name="connsiteX7" fmla="*/ 6692303 w 12192000"/>
              <a:gd name="connsiteY7" fmla="*/ 91487 h 1924333"/>
              <a:gd name="connsiteX8" fmla="*/ 6733670 w 12192000"/>
              <a:gd name="connsiteY8" fmla="*/ 118130 h 1924333"/>
              <a:gd name="connsiteX9" fmla="*/ 6798016 w 12192000"/>
              <a:gd name="connsiteY9" fmla="*/ 112271 h 1924333"/>
              <a:gd name="connsiteX10" fmla="*/ 6801081 w 12192000"/>
              <a:gd name="connsiteY10" fmla="*/ 114963 h 1924333"/>
              <a:gd name="connsiteX11" fmla="*/ 6819351 w 12192000"/>
              <a:gd name="connsiteY11" fmla="*/ 128825 h 1924333"/>
              <a:gd name="connsiteX12" fmla="*/ 6852732 w 12192000"/>
              <a:gd name="connsiteY12" fmla="*/ 123321 h 1924333"/>
              <a:gd name="connsiteX13" fmla="*/ 6865247 w 12192000"/>
              <a:gd name="connsiteY13" fmla="*/ 128836 h 1924333"/>
              <a:gd name="connsiteX14" fmla="*/ 6905517 w 12192000"/>
              <a:gd name="connsiteY14" fmla="*/ 129265 h 1924333"/>
              <a:gd name="connsiteX15" fmla="*/ 6950286 w 12192000"/>
              <a:gd name="connsiteY15" fmla="*/ 150104 h 1924333"/>
              <a:gd name="connsiteX16" fmla="*/ 7003442 w 12192000"/>
              <a:gd name="connsiteY16" fmla="*/ 136136 h 1924333"/>
              <a:gd name="connsiteX17" fmla="*/ 7160047 w 12192000"/>
              <a:gd name="connsiteY17" fmla="*/ 166721 h 1924333"/>
              <a:gd name="connsiteX18" fmla="*/ 7325604 w 12192000"/>
              <a:gd name="connsiteY18" fmla="*/ 215867 h 1924333"/>
              <a:gd name="connsiteX19" fmla="*/ 7540522 w 12192000"/>
              <a:gd name="connsiteY19" fmla="*/ 239374 h 1924333"/>
              <a:gd name="connsiteX20" fmla="*/ 7612071 w 12192000"/>
              <a:gd name="connsiteY20" fmla="*/ 229553 h 1924333"/>
              <a:gd name="connsiteX21" fmla="*/ 7651995 w 12192000"/>
              <a:gd name="connsiteY21" fmla="*/ 244567 h 1924333"/>
              <a:gd name="connsiteX22" fmla="*/ 7725761 w 12192000"/>
              <a:gd name="connsiteY22" fmla="*/ 258638 h 1924333"/>
              <a:gd name="connsiteX23" fmla="*/ 7823038 w 12192000"/>
              <a:gd name="connsiteY23" fmla="*/ 287078 h 1924333"/>
              <a:gd name="connsiteX24" fmla="*/ 7866405 w 12192000"/>
              <a:gd name="connsiteY24" fmla="*/ 287288 h 1924333"/>
              <a:gd name="connsiteX25" fmla="*/ 7875021 w 12192000"/>
              <a:gd name="connsiteY25" fmla="*/ 288224 h 1924333"/>
              <a:gd name="connsiteX26" fmla="*/ 7875146 w 12192000"/>
              <a:gd name="connsiteY26" fmla="*/ 288614 h 1924333"/>
              <a:gd name="connsiteX27" fmla="*/ 7907443 w 12192000"/>
              <a:gd name="connsiteY27" fmla="*/ 291752 h 1924333"/>
              <a:gd name="connsiteX28" fmla="*/ 7912892 w 12192000"/>
              <a:gd name="connsiteY28" fmla="*/ 294833 h 1924333"/>
              <a:gd name="connsiteX29" fmla="*/ 7946345 w 12192000"/>
              <a:gd name="connsiteY29" fmla="*/ 319359 h 1924333"/>
              <a:gd name="connsiteX30" fmla="*/ 8021238 w 12192000"/>
              <a:gd name="connsiteY30" fmla="*/ 315159 h 1924333"/>
              <a:gd name="connsiteX31" fmla="*/ 8094697 w 12192000"/>
              <a:gd name="connsiteY31" fmla="*/ 351819 h 1924333"/>
              <a:gd name="connsiteX32" fmla="*/ 8155208 w 12192000"/>
              <a:gd name="connsiteY32" fmla="*/ 371168 h 1924333"/>
              <a:gd name="connsiteX33" fmla="*/ 8248472 w 12192000"/>
              <a:gd name="connsiteY33" fmla="*/ 400489 h 1924333"/>
              <a:gd name="connsiteX34" fmla="*/ 8300068 w 12192000"/>
              <a:gd name="connsiteY34" fmla="*/ 405531 h 1924333"/>
              <a:gd name="connsiteX35" fmla="*/ 8356293 w 12192000"/>
              <a:gd name="connsiteY35" fmla="*/ 403328 h 1924333"/>
              <a:gd name="connsiteX36" fmla="*/ 8475838 w 12192000"/>
              <a:gd name="connsiteY36" fmla="*/ 435524 h 1924333"/>
              <a:gd name="connsiteX37" fmla="*/ 8575216 w 12192000"/>
              <a:gd name="connsiteY37" fmla="*/ 450198 h 1924333"/>
              <a:gd name="connsiteX38" fmla="*/ 8588650 w 12192000"/>
              <a:gd name="connsiteY38" fmla="*/ 447070 h 1924333"/>
              <a:gd name="connsiteX39" fmla="*/ 8612184 w 12192000"/>
              <a:gd name="connsiteY39" fmla="*/ 439577 h 1924333"/>
              <a:gd name="connsiteX40" fmla="*/ 8630713 w 12192000"/>
              <a:gd name="connsiteY40" fmla="*/ 433015 h 1924333"/>
              <a:gd name="connsiteX41" fmla="*/ 8704240 w 12192000"/>
              <a:gd name="connsiteY41" fmla="*/ 422865 h 1924333"/>
              <a:gd name="connsiteX42" fmla="*/ 8829513 w 12192000"/>
              <a:gd name="connsiteY42" fmla="*/ 429389 h 1924333"/>
              <a:gd name="connsiteX43" fmla="*/ 9083651 w 12192000"/>
              <a:gd name="connsiteY43" fmla="*/ 390744 h 1924333"/>
              <a:gd name="connsiteX44" fmla="*/ 9371402 w 12192000"/>
              <a:gd name="connsiteY44" fmla="*/ 371809 h 1924333"/>
              <a:gd name="connsiteX45" fmla="*/ 9429586 w 12192000"/>
              <a:gd name="connsiteY45" fmla="*/ 369213 h 1924333"/>
              <a:gd name="connsiteX46" fmla="*/ 9489757 w 12192000"/>
              <a:gd name="connsiteY46" fmla="*/ 377814 h 1924333"/>
              <a:gd name="connsiteX47" fmla="*/ 9516954 w 12192000"/>
              <a:gd name="connsiteY47" fmla="*/ 376991 h 1924333"/>
              <a:gd name="connsiteX48" fmla="*/ 9645588 w 12192000"/>
              <a:gd name="connsiteY48" fmla="*/ 363590 h 1924333"/>
              <a:gd name="connsiteX49" fmla="*/ 9722896 w 12192000"/>
              <a:gd name="connsiteY49" fmla="*/ 360983 h 1924333"/>
              <a:gd name="connsiteX50" fmla="*/ 9752803 w 12192000"/>
              <a:gd name="connsiteY50" fmla="*/ 368492 h 1924333"/>
              <a:gd name="connsiteX51" fmla="*/ 9890305 w 12192000"/>
              <a:gd name="connsiteY51" fmla="*/ 380736 h 1924333"/>
              <a:gd name="connsiteX52" fmla="*/ 9939767 w 12192000"/>
              <a:gd name="connsiteY52" fmla="*/ 377776 h 1924333"/>
              <a:gd name="connsiteX53" fmla="*/ 9944355 w 12192000"/>
              <a:gd name="connsiteY53" fmla="*/ 377352 h 1924333"/>
              <a:gd name="connsiteX54" fmla="*/ 9953719 w 12192000"/>
              <a:gd name="connsiteY54" fmla="*/ 375642 h 1924333"/>
              <a:gd name="connsiteX55" fmla="*/ 9955809 w 12192000"/>
              <a:gd name="connsiteY55" fmla="*/ 376294 h 1924333"/>
              <a:gd name="connsiteX56" fmla="*/ 10032710 w 12192000"/>
              <a:gd name="connsiteY56" fmla="*/ 394940 h 1924333"/>
              <a:gd name="connsiteX57" fmla="*/ 10049925 w 12192000"/>
              <a:gd name="connsiteY57" fmla="*/ 404971 h 1924333"/>
              <a:gd name="connsiteX58" fmla="*/ 10112671 w 12192000"/>
              <a:gd name="connsiteY58" fmla="*/ 414549 h 1924333"/>
              <a:gd name="connsiteX59" fmla="*/ 10170853 w 12192000"/>
              <a:gd name="connsiteY59" fmla="*/ 435168 h 1924333"/>
              <a:gd name="connsiteX60" fmla="*/ 10290184 w 12192000"/>
              <a:gd name="connsiteY60" fmla="*/ 448123 h 1924333"/>
              <a:gd name="connsiteX61" fmla="*/ 10320158 w 12192000"/>
              <a:gd name="connsiteY61" fmla="*/ 458352 h 1924333"/>
              <a:gd name="connsiteX62" fmla="*/ 10321815 w 12192000"/>
              <a:gd name="connsiteY62" fmla="*/ 463087 h 1924333"/>
              <a:gd name="connsiteX63" fmla="*/ 10373742 w 12192000"/>
              <a:gd name="connsiteY63" fmla="*/ 464538 h 1924333"/>
              <a:gd name="connsiteX64" fmla="*/ 10428532 w 12192000"/>
              <a:gd name="connsiteY64" fmla="*/ 492504 h 1924333"/>
              <a:gd name="connsiteX65" fmla="*/ 10466490 w 12192000"/>
              <a:gd name="connsiteY65" fmla="*/ 517759 h 1924333"/>
              <a:gd name="connsiteX66" fmla="*/ 10466675 w 12192000"/>
              <a:gd name="connsiteY66" fmla="*/ 522076 h 1924333"/>
              <a:gd name="connsiteX67" fmla="*/ 10470309 w 12192000"/>
              <a:gd name="connsiteY67" fmla="*/ 522792 h 1924333"/>
              <a:gd name="connsiteX68" fmla="*/ 10474138 w 12192000"/>
              <a:gd name="connsiteY68" fmla="*/ 519761 h 1924333"/>
              <a:gd name="connsiteX69" fmla="*/ 10501100 w 12192000"/>
              <a:gd name="connsiteY69" fmla="*/ 528263 h 1924333"/>
              <a:gd name="connsiteX70" fmla="*/ 10502395 w 12192000"/>
              <a:gd name="connsiteY70" fmla="*/ 536393 h 1924333"/>
              <a:gd name="connsiteX71" fmla="*/ 10689496 w 12192000"/>
              <a:gd name="connsiteY71" fmla="*/ 560233 h 1924333"/>
              <a:gd name="connsiteX72" fmla="*/ 10788736 w 12192000"/>
              <a:gd name="connsiteY72" fmla="*/ 613188 h 1924333"/>
              <a:gd name="connsiteX73" fmla="*/ 10819747 w 12192000"/>
              <a:gd name="connsiteY73" fmla="*/ 621351 h 1924333"/>
              <a:gd name="connsiteX74" fmla="*/ 10864632 w 12192000"/>
              <a:gd name="connsiteY74" fmla="*/ 644858 h 1924333"/>
              <a:gd name="connsiteX75" fmla="*/ 10929407 w 12192000"/>
              <a:gd name="connsiteY75" fmla="*/ 652945 h 1924333"/>
              <a:gd name="connsiteX76" fmla="*/ 10979412 w 12192000"/>
              <a:gd name="connsiteY76" fmla="*/ 654217 h 1924333"/>
              <a:gd name="connsiteX77" fmla="*/ 11006959 w 12192000"/>
              <a:gd name="connsiteY77" fmla="*/ 657017 h 1924333"/>
              <a:gd name="connsiteX78" fmla="*/ 11077038 w 12192000"/>
              <a:gd name="connsiteY78" fmla="*/ 668487 h 1924333"/>
              <a:gd name="connsiteX79" fmla="*/ 11157850 w 12192000"/>
              <a:gd name="connsiteY79" fmla="*/ 693164 h 1924333"/>
              <a:gd name="connsiteX80" fmla="*/ 11175276 w 12192000"/>
              <a:gd name="connsiteY80" fmla="*/ 697243 h 1924333"/>
              <a:gd name="connsiteX81" fmla="*/ 11191131 w 12192000"/>
              <a:gd name="connsiteY81" fmla="*/ 696085 h 1924333"/>
              <a:gd name="connsiteX82" fmla="*/ 11195573 w 12192000"/>
              <a:gd name="connsiteY82" fmla="*/ 691751 h 1924333"/>
              <a:gd name="connsiteX83" fmla="*/ 11205299 w 12192000"/>
              <a:gd name="connsiteY83" fmla="*/ 693247 h 1924333"/>
              <a:gd name="connsiteX84" fmla="*/ 11223770 w 12192000"/>
              <a:gd name="connsiteY84" fmla="*/ 690335 h 1924333"/>
              <a:gd name="connsiteX85" fmla="*/ 11292119 w 12192000"/>
              <a:gd name="connsiteY85" fmla="*/ 713311 h 1924333"/>
              <a:gd name="connsiteX86" fmla="*/ 11435379 w 12192000"/>
              <a:gd name="connsiteY86" fmla="*/ 758519 h 1924333"/>
              <a:gd name="connsiteX87" fmla="*/ 11604406 w 12192000"/>
              <a:gd name="connsiteY87" fmla="*/ 810476 h 1924333"/>
              <a:gd name="connsiteX88" fmla="*/ 11652155 w 12192000"/>
              <a:gd name="connsiteY88" fmla="*/ 825109 h 1924333"/>
              <a:gd name="connsiteX89" fmla="*/ 11654192 w 12192000"/>
              <a:gd name="connsiteY89" fmla="*/ 827301 h 1924333"/>
              <a:gd name="connsiteX90" fmla="*/ 11676599 w 12192000"/>
              <a:gd name="connsiteY90" fmla="*/ 846628 h 1924333"/>
              <a:gd name="connsiteX91" fmla="*/ 11775168 w 12192000"/>
              <a:gd name="connsiteY91" fmla="*/ 890664 h 1924333"/>
              <a:gd name="connsiteX92" fmla="*/ 11826341 w 12192000"/>
              <a:gd name="connsiteY92" fmla="*/ 877558 h 1924333"/>
              <a:gd name="connsiteX93" fmla="*/ 11879068 w 12192000"/>
              <a:gd name="connsiteY93" fmla="*/ 874038 h 1924333"/>
              <a:gd name="connsiteX94" fmla="*/ 11889563 w 12192000"/>
              <a:gd name="connsiteY94" fmla="*/ 878619 h 1924333"/>
              <a:gd name="connsiteX95" fmla="*/ 12016613 w 12192000"/>
              <a:gd name="connsiteY95" fmla="*/ 886111 h 1924333"/>
              <a:gd name="connsiteX96" fmla="*/ 12108292 w 12192000"/>
              <a:gd name="connsiteY96" fmla="*/ 868500 h 1924333"/>
              <a:gd name="connsiteX97" fmla="*/ 12182910 w 12192000"/>
              <a:gd name="connsiteY97" fmla="*/ 882003 h 1924333"/>
              <a:gd name="connsiteX98" fmla="*/ 12192000 w 12192000"/>
              <a:gd name="connsiteY98" fmla="*/ 884778 h 1924333"/>
              <a:gd name="connsiteX99" fmla="*/ 12192000 w 12192000"/>
              <a:gd name="connsiteY99" fmla="*/ 1610315 h 1924333"/>
              <a:gd name="connsiteX100" fmla="*/ 12191998 w 12192000"/>
              <a:gd name="connsiteY100" fmla="*/ 1610315 h 1924333"/>
              <a:gd name="connsiteX101" fmla="*/ 12191998 w 12192000"/>
              <a:gd name="connsiteY101" fmla="*/ 1924333 h 1924333"/>
              <a:gd name="connsiteX102" fmla="*/ 0 w 12192000"/>
              <a:gd name="connsiteY102" fmla="*/ 1924333 h 1924333"/>
              <a:gd name="connsiteX103" fmla="*/ 0 w 12192000"/>
              <a:gd name="connsiteY103" fmla="*/ 505159 h 1924333"/>
              <a:gd name="connsiteX104" fmla="*/ 5722 w 12192000"/>
              <a:gd name="connsiteY104" fmla="*/ 508889 h 1924333"/>
              <a:gd name="connsiteX105" fmla="*/ 38476 w 12192000"/>
              <a:gd name="connsiteY105" fmla="*/ 524137 h 1924333"/>
              <a:gd name="connsiteX106" fmla="*/ 192883 w 12192000"/>
              <a:gd name="connsiteY106" fmla="*/ 545272 h 1924333"/>
              <a:gd name="connsiteX107" fmla="*/ 343710 w 12192000"/>
              <a:gd name="connsiteY107" fmla="*/ 565029 h 1924333"/>
              <a:gd name="connsiteX108" fmla="*/ 471066 w 12192000"/>
              <a:gd name="connsiteY108" fmla="*/ 549837 h 1924333"/>
              <a:gd name="connsiteX109" fmla="*/ 617333 w 12192000"/>
              <a:gd name="connsiteY109" fmla="*/ 526428 h 1924333"/>
              <a:gd name="connsiteX110" fmla="*/ 725203 w 12192000"/>
              <a:gd name="connsiteY110" fmla="*/ 523793 h 1924333"/>
              <a:gd name="connsiteX111" fmla="*/ 788494 w 12192000"/>
              <a:gd name="connsiteY111" fmla="*/ 505799 h 1924333"/>
              <a:gd name="connsiteX112" fmla="*/ 885977 w 12192000"/>
              <a:gd name="connsiteY112" fmla="*/ 526585 h 1924333"/>
              <a:gd name="connsiteX113" fmla="*/ 932142 w 12192000"/>
              <a:gd name="connsiteY113" fmla="*/ 528005 h 1924333"/>
              <a:gd name="connsiteX114" fmla="*/ 1090404 w 12192000"/>
              <a:gd name="connsiteY114" fmla="*/ 498299 h 1924333"/>
              <a:gd name="connsiteX115" fmla="*/ 1188628 w 12192000"/>
              <a:gd name="connsiteY115" fmla="*/ 483151 h 1924333"/>
              <a:gd name="connsiteX116" fmla="*/ 1316247 w 12192000"/>
              <a:gd name="connsiteY116" fmla="*/ 425979 h 1924333"/>
              <a:gd name="connsiteX117" fmla="*/ 1357712 w 12192000"/>
              <a:gd name="connsiteY117" fmla="*/ 416549 h 1924333"/>
              <a:gd name="connsiteX118" fmla="*/ 1425921 w 12192000"/>
              <a:gd name="connsiteY118" fmla="*/ 413953 h 1924333"/>
              <a:gd name="connsiteX119" fmla="*/ 1503817 w 12192000"/>
              <a:gd name="connsiteY119" fmla="*/ 380457 h 1924333"/>
              <a:gd name="connsiteX120" fmla="*/ 1639196 w 12192000"/>
              <a:gd name="connsiteY120" fmla="*/ 372785 h 1924333"/>
              <a:gd name="connsiteX121" fmla="*/ 1705606 w 12192000"/>
              <a:gd name="connsiteY121" fmla="*/ 359023 h 1924333"/>
              <a:gd name="connsiteX122" fmla="*/ 1813011 w 12192000"/>
              <a:gd name="connsiteY122" fmla="*/ 331023 h 1924333"/>
              <a:gd name="connsiteX123" fmla="*/ 1831380 w 12192000"/>
              <a:gd name="connsiteY123" fmla="*/ 341307 h 1924333"/>
              <a:gd name="connsiteX124" fmla="*/ 1858612 w 12192000"/>
              <a:gd name="connsiteY124" fmla="*/ 326777 h 1924333"/>
              <a:gd name="connsiteX125" fmla="*/ 1880661 w 12192000"/>
              <a:gd name="connsiteY125" fmla="*/ 335987 h 1924333"/>
              <a:gd name="connsiteX126" fmla="*/ 1941495 w 12192000"/>
              <a:gd name="connsiteY126" fmla="*/ 310792 h 1924333"/>
              <a:gd name="connsiteX127" fmla="*/ 1995402 w 12192000"/>
              <a:gd name="connsiteY127" fmla="*/ 305480 h 1924333"/>
              <a:gd name="connsiteX128" fmla="*/ 2223864 w 12192000"/>
              <a:gd name="connsiteY128" fmla="*/ 266118 h 1924333"/>
              <a:gd name="connsiteX129" fmla="*/ 2418043 w 12192000"/>
              <a:gd name="connsiteY129" fmla="*/ 215314 h 1924333"/>
              <a:gd name="connsiteX130" fmla="*/ 2558461 w 12192000"/>
              <a:gd name="connsiteY130" fmla="*/ 168193 h 1924333"/>
              <a:gd name="connsiteX131" fmla="*/ 2595535 w 12192000"/>
              <a:gd name="connsiteY131" fmla="*/ 158548 h 1924333"/>
              <a:gd name="connsiteX132" fmla="*/ 2626942 w 12192000"/>
              <a:gd name="connsiteY132" fmla="*/ 130400 h 1924333"/>
              <a:gd name="connsiteX133" fmla="*/ 2632225 w 12192000"/>
              <a:gd name="connsiteY133" fmla="*/ 130446 h 1924333"/>
              <a:gd name="connsiteX134" fmla="*/ 2696856 w 12192000"/>
              <a:gd name="connsiteY134" fmla="*/ 128498 h 1924333"/>
              <a:gd name="connsiteX135" fmla="*/ 2759767 w 12192000"/>
              <a:gd name="connsiteY135" fmla="*/ 127784 h 1924333"/>
              <a:gd name="connsiteX136" fmla="*/ 2792685 w 12192000"/>
              <a:gd name="connsiteY136" fmla="*/ 115710 h 1924333"/>
              <a:gd name="connsiteX137" fmla="*/ 2799767 w 12192000"/>
              <a:gd name="connsiteY137" fmla="*/ 113754 h 1924333"/>
              <a:gd name="connsiteX138" fmla="*/ 2829799 w 12192000"/>
              <a:gd name="connsiteY138" fmla="*/ 120042 h 1924333"/>
              <a:gd name="connsiteX139" fmla="*/ 2890704 w 12192000"/>
              <a:gd name="connsiteY139" fmla="*/ 121493 h 1924333"/>
              <a:gd name="connsiteX140" fmla="*/ 3042646 w 12192000"/>
              <a:gd name="connsiteY140" fmla="*/ 112273 h 1924333"/>
              <a:gd name="connsiteX141" fmla="*/ 3146630 w 12192000"/>
              <a:gd name="connsiteY141" fmla="*/ 100898 h 1924333"/>
              <a:gd name="connsiteX142" fmla="*/ 3233163 w 12192000"/>
              <a:gd name="connsiteY142" fmla="*/ 120200 h 1924333"/>
              <a:gd name="connsiteX143" fmla="*/ 3372699 w 12192000"/>
              <a:gd name="connsiteY143" fmla="*/ 129394 h 1924333"/>
              <a:gd name="connsiteX144" fmla="*/ 3394352 w 12192000"/>
              <a:gd name="connsiteY144" fmla="*/ 131671 h 1924333"/>
              <a:gd name="connsiteX145" fmla="*/ 3448218 w 12192000"/>
              <a:gd name="connsiteY145" fmla="*/ 118229 h 1924333"/>
              <a:gd name="connsiteX146" fmla="*/ 3505047 w 12192000"/>
              <a:gd name="connsiteY146" fmla="*/ 115412 h 1924333"/>
              <a:gd name="connsiteX147" fmla="*/ 3521767 w 12192000"/>
              <a:gd name="connsiteY147" fmla="*/ 111071 h 1924333"/>
              <a:gd name="connsiteX148" fmla="*/ 3585137 w 12192000"/>
              <a:gd name="connsiteY148" fmla="*/ 114371 h 1924333"/>
              <a:gd name="connsiteX149" fmla="*/ 3690293 w 12192000"/>
              <a:gd name="connsiteY149" fmla="*/ 98301 h 1924333"/>
              <a:gd name="connsiteX150" fmla="*/ 3867818 w 12192000"/>
              <a:gd name="connsiteY150" fmla="*/ 88985 h 1924333"/>
              <a:gd name="connsiteX151" fmla="*/ 4091337 w 12192000"/>
              <a:gd name="connsiteY151" fmla="*/ 70813 h 1924333"/>
              <a:gd name="connsiteX152" fmla="*/ 4246332 w 12192000"/>
              <a:gd name="connsiteY152" fmla="*/ 41697 h 1924333"/>
              <a:gd name="connsiteX153" fmla="*/ 4266975 w 12192000"/>
              <a:gd name="connsiteY153" fmla="*/ 46592 h 1924333"/>
              <a:gd name="connsiteX154" fmla="*/ 4270566 w 12192000"/>
              <a:gd name="connsiteY154" fmla="*/ 47620 h 1924333"/>
              <a:gd name="connsiteX155" fmla="*/ 4288964 w 12192000"/>
              <a:gd name="connsiteY155" fmla="*/ 52766 h 1924333"/>
              <a:gd name="connsiteX156" fmla="*/ 4365137 w 12192000"/>
              <a:gd name="connsiteY156" fmla="*/ 51783 h 1924333"/>
              <a:gd name="connsiteX157" fmla="*/ 4430546 w 12192000"/>
              <a:gd name="connsiteY157" fmla="*/ 44555 h 1924333"/>
              <a:gd name="connsiteX158" fmla="*/ 4444136 w 12192000"/>
              <a:gd name="connsiteY158" fmla="*/ 39567 h 1924333"/>
              <a:gd name="connsiteX159" fmla="*/ 4534039 w 12192000"/>
              <a:gd name="connsiteY159" fmla="*/ 31604 h 1924333"/>
              <a:gd name="connsiteX160" fmla="*/ 4560448 w 12192000"/>
              <a:gd name="connsiteY160" fmla="*/ 25231 h 1924333"/>
              <a:gd name="connsiteX161" fmla="*/ 4568006 w 12192000"/>
              <a:gd name="connsiteY161" fmla="*/ 25970 h 1924333"/>
              <a:gd name="connsiteX162" fmla="*/ 4595497 w 12192000"/>
              <a:gd name="connsiteY162" fmla="*/ 22958 h 1924333"/>
              <a:gd name="connsiteX163" fmla="*/ 4608623 w 12192000"/>
              <a:gd name="connsiteY163" fmla="*/ 18108 h 1924333"/>
              <a:gd name="connsiteX164" fmla="*/ 4623942 w 12192000"/>
              <a:gd name="connsiteY164" fmla="*/ 22251 h 1924333"/>
              <a:gd name="connsiteX165" fmla="*/ 4664336 w 12192000"/>
              <a:gd name="connsiteY165" fmla="*/ 23306 h 1924333"/>
              <a:gd name="connsiteX166" fmla="*/ 4677385 w 12192000"/>
              <a:gd name="connsiteY166" fmla="*/ 18246 h 1924333"/>
              <a:gd name="connsiteX167" fmla="*/ 4698143 w 12192000"/>
              <a:gd name="connsiteY167" fmla="*/ 18036 h 1924333"/>
              <a:gd name="connsiteX168" fmla="*/ 4750609 w 12192000"/>
              <a:gd name="connsiteY168" fmla="*/ 23611 h 1924333"/>
              <a:gd name="connsiteX169" fmla="*/ 4784658 w 12192000"/>
              <a:gd name="connsiteY169" fmla="*/ 25057 h 1924333"/>
              <a:gd name="connsiteX170" fmla="*/ 4847558 w 12192000"/>
              <a:gd name="connsiteY170" fmla="*/ 38726 h 1924333"/>
              <a:gd name="connsiteX171" fmla="*/ 4909134 w 12192000"/>
              <a:gd name="connsiteY171" fmla="*/ 50659 h 1924333"/>
              <a:gd name="connsiteX172" fmla="*/ 5099219 w 12192000"/>
              <a:gd name="connsiteY172" fmla="*/ 55050 h 1924333"/>
              <a:gd name="connsiteX173" fmla="*/ 5184992 w 12192000"/>
              <a:gd name="connsiteY173" fmla="*/ 67596 h 1924333"/>
              <a:gd name="connsiteX174" fmla="*/ 5229637 w 12192000"/>
              <a:gd name="connsiteY174" fmla="*/ 67789 h 1924333"/>
              <a:gd name="connsiteX175" fmla="*/ 5389346 w 12192000"/>
              <a:gd name="connsiteY175" fmla="*/ 80211 h 1924333"/>
              <a:gd name="connsiteX176" fmla="*/ 5494414 w 12192000"/>
              <a:gd name="connsiteY176" fmla="*/ 75926 h 1924333"/>
              <a:gd name="connsiteX177" fmla="*/ 5528443 w 12192000"/>
              <a:gd name="connsiteY177" fmla="*/ 77206 h 1924333"/>
              <a:gd name="connsiteX178" fmla="*/ 5684939 w 12192000"/>
              <a:gd name="connsiteY178" fmla="*/ 50269 h 1924333"/>
              <a:gd name="connsiteX179" fmla="*/ 5765146 w 12192000"/>
              <a:gd name="connsiteY179" fmla="*/ 50414 h 1924333"/>
              <a:gd name="connsiteX180" fmla="*/ 5848655 w 12192000"/>
              <a:gd name="connsiteY180" fmla="*/ 35257 h 1924333"/>
              <a:gd name="connsiteX181" fmla="*/ 5930656 w 12192000"/>
              <a:gd name="connsiteY181" fmla="*/ 30131 h 1924333"/>
              <a:gd name="connsiteX182" fmla="*/ 6124150 w 12192000"/>
              <a:gd name="connsiteY182" fmla="*/ 31679 h 1924333"/>
              <a:gd name="connsiteX183" fmla="*/ 6189199 w 12192000"/>
              <a:gd name="connsiteY183" fmla="*/ 588 h 192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</a:cxnLst>
            <a:rect l="l" t="t" r="r" b="b"/>
            <a:pathLst>
              <a:path w="12192000" h="1924333">
                <a:moveTo>
                  <a:pt x="6189199" y="588"/>
                </a:moveTo>
                <a:cubicBezTo>
                  <a:pt x="6196356" y="-574"/>
                  <a:pt x="6202609" y="-108"/>
                  <a:pt x="6207079" y="2850"/>
                </a:cubicBezTo>
                <a:cubicBezTo>
                  <a:pt x="6222026" y="2749"/>
                  <a:pt x="6273489" y="3767"/>
                  <a:pt x="6285610" y="18131"/>
                </a:cubicBezTo>
                <a:cubicBezTo>
                  <a:pt x="6307255" y="18685"/>
                  <a:pt x="6357141" y="23793"/>
                  <a:pt x="6378008" y="24625"/>
                </a:cubicBezTo>
                <a:cubicBezTo>
                  <a:pt x="6409946" y="30645"/>
                  <a:pt x="6438307" y="10375"/>
                  <a:pt x="6466340" y="21366"/>
                </a:cubicBezTo>
                <a:cubicBezTo>
                  <a:pt x="6488276" y="31229"/>
                  <a:pt x="6529854" y="28110"/>
                  <a:pt x="6553334" y="35307"/>
                </a:cubicBezTo>
                <a:cubicBezTo>
                  <a:pt x="6561737" y="48059"/>
                  <a:pt x="6609188" y="62087"/>
                  <a:pt x="6626068" y="58045"/>
                </a:cubicBezTo>
                <a:cubicBezTo>
                  <a:pt x="6660952" y="66570"/>
                  <a:pt x="6666277" y="84716"/>
                  <a:pt x="6692303" y="91487"/>
                </a:cubicBezTo>
                <a:lnTo>
                  <a:pt x="6733670" y="118130"/>
                </a:lnTo>
                <a:lnTo>
                  <a:pt x="6798016" y="112271"/>
                </a:lnTo>
                <a:lnTo>
                  <a:pt x="6801081" y="114963"/>
                </a:lnTo>
                <a:cubicBezTo>
                  <a:pt x="6806919" y="120140"/>
                  <a:pt x="6812832" y="125016"/>
                  <a:pt x="6819351" y="128825"/>
                </a:cubicBezTo>
                <a:cubicBezTo>
                  <a:pt x="6825742" y="109997"/>
                  <a:pt x="6840132" y="116541"/>
                  <a:pt x="6852732" y="123321"/>
                </a:cubicBezTo>
                <a:lnTo>
                  <a:pt x="6865247" y="128836"/>
                </a:lnTo>
                <a:lnTo>
                  <a:pt x="6905517" y="129265"/>
                </a:lnTo>
                <a:cubicBezTo>
                  <a:pt x="6934052" y="140042"/>
                  <a:pt x="6939773" y="141556"/>
                  <a:pt x="6950286" y="150104"/>
                </a:cubicBezTo>
                <a:lnTo>
                  <a:pt x="7003442" y="136136"/>
                </a:lnTo>
                <a:lnTo>
                  <a:pt x="7160047" y="166721"/>
                </a:lnTo>
                <a:cubicBezTo>
                  <a:pt x="7207281" y="179911"/>
                  <a:pt x="7280644" y="210197"/>
                  <a:pt x="7325604" y="215867"/>
                </a:cubicBezTo>
                <a:cubicBezTo>
                  <a:pt x="7460113" y="233904"/>
                  <a:pt x="7393081" y="242880"/>
                  <a:pt x="7540522" y="239374"/>
                </a:cubicBezTo>
                <a:cubicBezTo>
                  <a:pt x="7545714" y="234872"/>
                  <a:pt x="7605972" y="231727"/>
                  <a:pt x="7612071" y="229553"/>
                </a:cubicBezTo>
                <a:lnTo>
                  <a:pt x="7651995" y="244567"/>
                </a:lnTo>
                <a:lnTo>
                  <a:pt x="7725761" y="258638"/>
                </a:lnTo>
                <a:lnTo>
                  <a:pt x="7823038" y="287078"/>
                </a:lnTo>
                <a:cubicBezTo>
                  <a:pt x="7837080" y="286482"/>
                  <a:pt x="7851647" y="286498"/>
                  <a:pt x="7866405" y="287288"/>
                </a:cubicBezTo>
                <a:lnTo>
                  <a:pt x="7875021" y="288224"/>
                </a:lnTo>
                <a:cubicBezTo>
                  <a:pt x="7875062" y="288354"/>
                  <a:pt x="7875105" y="288483"/>
                  <a:pt x="7875146" y="288614"/>
                </a:cubicBezTo>
                <a:cubicBezTo>
                  <a:pt x="7880550" y="289202"/>
                  <a:pt x="7901153" y="290716"/>
                  <a:pt x="7907443" y="291752"/>
                </a:cubicBezTo>
                <a:lnTo>
                  <a:pt x="7912892" y="294833"/>
                </a:lnTo>
                <a:lnTo>
                  <a:pt x="7946345" y="319359"/>
                </a:lnTo>
                <a:cubicBezTo>
                  <a:pt x="7958657" y="312776"/>
                  <a:pt x="7996513" y="309749"/>
                  <a:pt x="8021238" y="315159"/>
                </a:cubicBezTo>
                <a:cubicBezTo>
                  <a:pt x="8045964" y="320570"/>
                  <a:pt x="8058169" y="340462"/>
                  <a:pt x="8094697" y="351819"/>
                </a:cubicBezTo>
                <a:cubicBezTo>
                  <a:pt x="8129587" y="361154"/>
                  <a:pt x="8116181" y="360544"/>
                  <a:pt x="8155208" y="371168"/>
                </a:cubicBezTo>
                <a:cubicBezTo>
                  <a:pt x="8196217" y="383300"/>
                  <a:pt x="8205468" y="391801"/>
                  <a:pt x="8248472" y="400489"/>
                </a:cubicBezTo>
                <a:cubicBezTo>
                  <a:pt x="8283932" y="419791"/>
                  <a:pt x="8278617" y="392031"/>
                  <a:pt x="8300068" y="405531"/>
                </a:cubicBezTo>
                <a:lnTo>
                  <a:pt x="8356293" y="403328"/>
                </a:lnTo>
                <a:cubicBezTo>
                  <a:pt x="8377247" y="404463"/>
                  <a:pt x="8438442" y="433194"/>
                  <a:pt x="8475838" y="435524"/>
                </a:cubicBezTo>
                <a:cubicBezTo>
                  <a:pt x="8510241" y="438037"/>
                  <a:pt x="8545511" y="449840"/>
                  <a:pt x="8575216" y="450198"/>
                </a:cubicBezTo>
                <a:lnTo>
                  <a:pt x="8588650" y="447070"/>
                </a:lnTo>
                <a:lnTo>
                  <a:pt x="8612184" y="439577"/>
                </a:lnTo>
                <a:lnTo>
                  <a:pt x="8630713" y="433015"/>
                </a:lnTo>
                <a:cubicBezTo>
                  <a:pt x="8635870" y="429519"/>
                  <a:pt x="8700685" y="428411"/>
                  <a:pt x="8704240" y="422865"/>
                </a:cubicBezTo>
                <a:cubicBezTo>
                  <a:pt x="8761777" y="429549"/>
                  <a:pt x="8768302" y="427178"/>
                  <a:pt x="8829513" y="429389"/>
                </a:cubicBezTo>
                <a:cubicBezTo>
                  <a:pt x="8922895" y="444672"/>
                  <a:pt x="8924579" y="401507"/>
                  <a:pt x="9083651" y="390744"/>
                </a:cubicBezTo>
                <a:cubicBezTo>
                  <a:pt x="9138403" y="388032"/>
                  <a:pt x="9315003" y="378647"/>
                  <a:pt x="9371402" y="371809"/>
                </a:cubicBezTo>
                <a:cubicBezTo>
                  <a:pt x="9358632" y="337502"/>
                  <a:pt x="9402842" y="379364"/>
                  <a:pt x="9429586" y="369213"/>
                </a:cubicBezTo>
                <a:cubicBezTo>
                  <a:pt x="9449312" y="370213"/>
                  <a:pt x="9473938" y="373270"/>
                  <a:pt x="9489757" y="377814"/>
                </a:cubicBezTo>
                <a:cubicBezTo>
                  <a:pt x="9498164" y="379256"/>
                  <a:pt x="9507139" y="379272"/>
                  <a:pt x="9516954" y="376991"/>
                </a:cubicBezTo>
                <a:cubicBezTo>
                  <a:pt x="9548430" y="354766"/>
                  <a:pt x="9591874" y="370315"/>
                  <a:pt x="9645588" y="363590"/>
                </a:cubicBezTo>
                <a:cubicBezTo>
                  <a:pt x="9660487" y="368814"/>
                  <a:pt x="9710817" y="350550"/>
                  <a:pt x="9722896" y="360983"/>
                </a:cubicBezTo>
                <a:cubicBezTo>
                  <a:pt x="9733918" y="362239"/>
                  <a:pt x="9745201" y="356679"/>
                  <a:pt x="9752803" y="368492"/>
                </a:cubicBezTo>
                <a:cubicBezTo>
                  <a:pt x="9793268" y="374490"/>
                  <a:pt x="9843313" y="380978"/>
                  <a:pt x="9890305" y="380736"/>
                </a:cubicBezTo>
                <a:cubicBezTo>
                  <a:pt x="9912701" y="380083"/>
                  <a:pt x="9926523" y="379037"/>
                  <a:pt x="9939767" y="377776"/>
                </a:cubicBezTo>
                <a:lnTo>
                  <a:pt x="9944355" y="377352"/>
                </a:lnTo>
                <a:lnTo>
                  <a:pt x="9953719" y="375642"/>
                </a:lnTo>
                <a:lnTo>
                  <a:pt x="9955809" y="376294"/>
                </a:lnTo>
                <a:lnTo>
                  <a:pt x="10032710" y="394940"/>
                </a:lnTo>
                <a:lnTo>
                  <a:pt x="10049925" y="404971"/>
                </a:lnTo>
                <a:lnTo>
                  <a:pt x="10112671" y="414549"/>
                </a:lnTo>
                <a:cubicBezTo>
                  <a:pt x="10169643" y="412125"/>
                  <a:pt x="10132220" y="425358"/>
                  <a:pt x="10170853" y="435168"/>
                </a:cubicBezTo>
                <a:cubicBezTo>
                  <a:pt x="10206088" y="442020"/>
                  <a:pt x="10240809" y="454081"/>
                  <a:pt x="10290184" y="448123"/>
                </a:cubicBezTo>
                <a:cubicBezTo>
                  <a:pt x="10301813" y="444919"/>
                  <a:pt x="10315233" y="449499"/>
                  <a:pt x="10320158" y="458352"/>
                </a:cubicBezTo>
                <a:cubicBezTo>
                  <a:pt x="10321006" y="459876"/>
                  <a:pt x="10321565" y="461470"/>
                  <a:pt x="10321815" y="463087"/>
                </a:cubicBezTo>
                <a:cubicBezTo>
                  <a:pt x="10354058" y="457158"/>
                  <a:pt x="10355176" y="470634"/>
                  <a:pt x="10373742" y="464538"/>
                </a:cubicBezTo>
                <a:cubicBezTo>
                  <a:pt x="10403060" y="475292"/>
                  <a:pt x="10411841" y="497597"/>
                  <a:pt x="10428532" y="492504"/>
                </a:cubicBezTo>
                <a:cubicBezTo>
                  <a:pt x="10440561" y="500742"/>
                  <a:pt x="10446267" y="521930"/>
                  <a:pt x="10466490" y="517759"/>
                </a:cubicBezTo>
                <a:cubicBezTo>
                  <a:pt x="10464622" y="519986"/>
                  <a:pt x="10465013" y="521261"/>
                  <a:pt x="10466675" y="522076"/>
                </a:cubicBezTo>
                <a:lnTo>
                  <a:pt x="10470309" y="522792"/>
                </a:lnTo>
                <a:lnTo>
                  <a:pt x="10474138" y="519761"/>
                </a:lnTo>
                <a:cubicBezTo>
                  <a:pt x="10488888" y="509612"/>
                  <a:pt x="10484914" y="524734"/>
                  <a:pt x="10501100" y="528263"/>
                </a:cubicBezTo>
                <a:cubicBezTo>
                  <a:pt x="10508412" y="530705"/>
                  <a:pt x="10505426" y="533743"/>
                  <a:pt x="10502395" y="536393"/>
                </a:cubicBezTo>
                <a:lnTo>
                  <a:pt x="10689496" y="560233"/>
                </a:lnTo>
                <a:cubicBezTo>
                  <a:pt x="10721441" y="573640"/>
                  <a:pt x="10757547" y="582937"/>
                  <a:pt x="10788736" y="613188"/>
                </a:cubicBezTo>
                <a:cubicBezTo>
                  <a:pt x="10794510" y="621641"/>
                  <a:pt x="10807098" y="616073"/>
                  <a:pt x="10819747" y="621351"/>
                </a:cubicBezTo>
                <a:cubicBezTo>
                  <a:pt x="10832398" y="626630"/>
                  <a:pt x="10846356" y="639592"/>
                  <a:pt x="10864632" y="644858"/>
                </a:cubicBezTo>
                <a:cubicBezTo>
                  <a:pt x="10895617" y="652290"/>
                  <a:pt x="10921550" y="640451"/>
                  <a:pt x="10929407" y="652945"/>
                </a:cubicBezTo>
                <a:cubicBezTo>
                  <a:pt x="10945460" y="653176"/>
                  <a:pt x="10968148" y="640553"/>
                  <a:pt x="10979412" y="654217"/>
                </a:cubicBezTo>
                <a:cubicBezTo>
                  <a:pt x="10981679" y="643737"/>
                  <a:pt x="10997287" y="663414"/>
                  <a:pt x="11006959" y="657017"/>
                </a:cubicBezTo>
                <a:cubicBezTo>
                  <a:pt x="11023230" y="659396"/>
                  <a:pt x="11051890" y="662462"/>
                  <a:pt x="11077038" y="668487"/>
                </a:cubicBezTo>
                <a:cubicBezTo>
                  <a:pt x="11097000" y="690299"/>
                  <a:pt x="11141286" y="676399"/>
                  <a:pt x="11157850" y="693164"/>
                </a:cubicBezTo>
                <a:cubicBezTo>
                  <a:pt x="11163800" y="695757"/>
                  <a:pt x="11169599" y="696942"/>
                  <a:pt x="11175276" y="697243"/>
                </a:cubicBezTo>
                <a:lnTo>
                  <a:pt x="11191131" y="696085"/>
                </a:lnTo>
                <a:lnTo>
                  <a:pt x="11195573" y="691751"/>
                </a:lnTo>
                <a:lnTo>
                  <a:pt x="11205299" y="693247"/>
                </a:lnTo>
                <a:lnTo>
                  <a:pt x="11223770" y="690335"/>
                </a:lnTo>
                <a:cubicBezTo>
                  <a:pt x="11237778" y="693777"/>
                  <a:pt x="11256852" y="701947"/>
                  <a:pt x="11292119" y="713311"/>
                </a:cubicBezTo>
                <a:cubicBezTo>
                  <a:pt x="11334878" y="733451"/>
                  <a:pt x="11401662" y="729175"/>
                  <a:pt x="11435379" y="758519"/>
                </a:cubicBezTo>
                <a:lnTo>
                  <a:pt x="11604406" y="810476"/>
                </a:lnTo>
                <a:lnTo>
                  <a:pt x="11652155" y="825109"/>
                </a:lnTo>
                <a:lnTo>
                  <a:pt x="11654192" y="827301"/>
                </a:lnTo>
                <a:cubicBezTo>
                  <a:pt x="11661650" y="834729"/>
                  <a:pt x="11669215" y="841480"/>
                  <a:pt x="11676599" y="846628"/>
                </a:cubicBezTo>
                <a:cubicBezTo>
                  <a:pt x="11688258" y="861760"/>
                  <a:pt x="11752266" y="896888"/>
                  <a:pt x="11775168" y="890664"/>
                </a:cubicBezTo>
                <a:cubicBezTo>
                  <a:pt x="11790977" y="883819"/>
                  <a:pt x="11808364" y="879901"/>
                  <a:pt x="11826341" y="877558"/>
                </a:cubicBezTo>
                <a:lnTo>
                  <a:pt x="11879068" y="874038"/>
                </a:lnTo>
                <a:lnTo>
                  <a:pt x="11889563" y="878619"/>
                </a:lnTo>
                <a:lnTo>
                  <a:pt x="12016613" y="886111"/>
                </a:lnTo>
                <a:lnTo>
                  <a:pt x="12108292" y="868500"/>
                </a:lnTo>
                <a:cubicBezTo>
                  <a:pt x="12129725" y="867311"/>
                  <a:pt x="12157891" y="874537"/>
                  <a:pt x="12182910" y="882003"/>
                </a:cubicBezTo>
                <a:lnTo>
                  <a:pt x="12192000" y="884778"/>
                </a:lnTo>
                <a:lnTo>
                  <a:pt x="12192000" y="1610315"/>
                </a:lnTo>
                <a:lnTo>
                  <a:pt x="12191998" y="1610315"/>
                </a:lnTo>
                <a:lnTo>
                  <a:pt x="12191998" y="1924333"/>
                </a:lnTo>
                <a:lnTo>
                  <a:pt x="0" y="1924333"/>
                </a:lnTo>
                <a:lnTo>
                  <a:pt x="0" y="505159"/>
                </a:lnTo>
                <a:lnTo>
                  <a:pt x="5722" y="508889"/>
                </a:lnTo>
                <a:cubicBezTo>
                  <a:pt x="21614" y="518548"/>
                  <a:pt x="33814" y="524781"/>
                  <a:pt x="38476" y="524137"/>
                </a:cubicBezTo>
                <a:cubicBezTo>
                  <a:pt x="99229" y="544180"/>
                  <a:pt x="142010" y="538457"/>
                  <a:pt x="192883" y="545272"/>
                </a:cubicBezTo>
                <a:cubicBezTo>
                  <a:pt x="277629" y="525210"/>
                  <a:pt x="293434" y="558443"/>
                  <a:pt x="343710" y="565029"/>
                </a:cubicBezTo>
                <a:cubicBezTo>
                  <a:pt x="383094" y="555729"/>
                  <a:pt x="425462" y="556271"/>
                  <a:pt x="471066" y="549837"/>
                </a:cubicBezTo>
                <a:cubicBezTo>
                  <a:pt x="513583" y="544428"/>
                  <a:pt x="569194" y="531004"/>
                  <a:pt x="617333" y="526428"/>
                </a:cubicBezTo>
                <a:cubicBezTo>
                  <a:pt x="660031" y="520760"/>
                  <a:pt x="696675" y="523882"/>
                  <a:pt x="725203" y="523793"/>
                </a:cubicBezTo>
                <a:cubicBezTo>
                  <a:pt x="736650" y="521695"/>
                  <a:pt x="780513" y="502146"/>
                  <a:pt x="788494" y="505799"/>
                </a:cubicBezTo>
                <a:lnTo>
                  <a:pt x="885977" y="526585"/>
                </a:lnTo>
                <a:cubicBezTo>
                  <a:pt x="906140" y="522837"/>
                  <a:pt x="917203" y="532232"/>
                  <a:pt x="932142" y="528005"/>
                </a:cubicBezTo>
                <a:cubicBezTo>
                  <a:pt x="963701" y="524128"/>
                  <a:pt x="1061555" y="499582"/>
                  <a:pt x="1090404" y="498299"/>
                </a:cubicBezTo>
                <a:cubicBezTo>
                  <a:pt x="1132840" y="494057"/>
                  <a:pt x="1148476" y="496041"/>
                  <a:pt x="1188628" y="483151"/>
                </a:cubicBezTo>
                <a:cubicBezTo>
                  <a:pt x="1230397" y="468408"/>
                  <a:pt x="1278711" y="457638"/>
                  <a:pt x="1316247" y="425979"/>
                </a:cubicBezTo>
                <a:cubicBezTo>
                  <a:pt x="1322662" y="417251"/>
                  <a:pt x="1339433" y="418553"/>
                  <a:pt x="1357712" y="416549"/>
                </a:cubicBezTo>
                <a:cubicBezTo>
                  <a:pt x="1375991" y="414544"/>
                  <a:pt x="1423507" y="412949"/>
                  <a:pt x="1425921" y="413953"/>
                </a:cubicBezTo>
                <a:cubicBezTo>
                  <a:pt x="1450272" y="407937"/>
                  <a:pt x="1458223" y="388156"/>
                  <a:pt x="1503817" y="380457"/>
                </a:cubicBezTo>
                <a:cubicBezTo>
                  <a:pt x="1541095" y="377398"/>
                  <a:pt x="1605565" y="376357"/>
                  <a:pt x="1639196" y="372785"/>
                </a:cubicBezTo>
                <a:cubicBezTo>
                  <a:pt x="1653280" y="376736"/>
                  <a:pt x="1695289" y="365766"/>
                  <a:pt x="1705606" y="359023"/>
                </a:cubicBezTo>
                <a:cubicBezTo>
                  <a:pt x="1729169" y="336295"/>
                  <a:pt x="1793207" y="348537"/>
                  <a:pt x="1813011" y="331023"/>
                </a:cubicBezTo>
                <a:cubicBezTo>
                  <a:pt x="1820772" y="328179"/>
                  <a:pt x="1823566" y="341833"/>
                  <a:pt x="1831380" y="341307"/>
                </a:cubicBezTo>
                <a:lnTo>
                  <a:pt x="1858612" y="326777"/>
                </a:lnTo>
                <a:lnTo>
                  <a:pt x="1880661" y="335987"/>
                </a:lnTo>
                <a:lnTo>
                  <a:pt x="1941495" y="310792"/>
                </a:lnTo>
                <a:cubicBezTo>
                  <a:pt x="1978970" y="307223"/>
                  <a:pt x="1947391" y="291714"/>
                  <a:pt x="1995402" y="305480"/>
                </a:cubicBezTo>
                <a:cubicBezTo>
                  <a:pt x="2042464" y="298034"/>
                  <a:pt x="2153424" y="281146"/>
                  <a:pt x="2223864" y="266118"/>
                </a:cubicBezTo>
                <a:cubicBezTo>
                  <a:pt x="2261296" y="256300"/>
                  <a:pt x="2360518" y="238323"/>
                  <a:pt x="2418043" y="215314"/>
                </a:cubicBezTo>
                <a:cubicBezTo>
                  <a:pt x="2472088" y="206823"/>
                  <a:pt x="2499422" y="162612"/>
                  <a:pt x="2558461" y="168193"/>
                </a:cubicBezTo>
                <a:cubicBezTo>
                  <a:pt x="2559660" y="164506"/>
                  <a:pt x="2592244" y="161337"/>
                  <a:pt x="2595535" y="158548"/>
                </a:cubicBezTo>
                <a:lnTo>
                  <a:pt x="2626942" y="130400"/>
                </a:lnTo>
                <a:lnTo>
                  <a:pt x="2632225" y="130446"/>
                </a:lnTo>
                <a:lnTo>
                  <a:pt x="2696856" y="128498"/>
                </a:lnTo>
                <a:lnTo>
                  <a:pt x="2759767" y="127784"/>
                </a:lnTo>
                <a:cubicBezTo>
                  <a:pt x="2770024" y="123546"/>
                  <a:pt x="2781047" y="119463"/>
                  <a:pt x="2792685" y="115710"/>
                </a:cubicBezTo>
                <a:lnTo>
                  <a:pt x="2799767" y="113754"/>
                </a:lnTo>
                <a:lnTo>
                  <a:pt x="2829799" y="120042"/>
                </a:lnTo>
                <a:lnTo>
                  <a:pt x="2890704" y="121493"/>
                </a:lnTo>
                <a:cubicBezTo>
                  <a:pt x="2935390" y="121035"/>
                  <a:pt x="2990780" y="113193"/>
                  <a:pt x="3042646" y="112273"/>
                </a:cubicBezTo>
                <a:cubicBezTo>
                  <a:pt x="3077119" y="111474"/>
                  <a:pt x="3124089" y="100414"/>
                  <a:pt x="3146630" y="100898"/>
                </a:cubicBezTo>
                <a:cubicBezTo>
                  <a:pt x="3169381" y="117699"/>
                  <a:pt x="3224695" y="125864"/>
                  <a:pt x="3233163" y="120200"/>
                </a:cubicBezTo>
                <a:lnTo>
                  <a:pt x="3372699" y="129394"/>
                </a:lnTo>
                <a:cubicBezTo>
                  <a:pt x="3389020" y="126586"/>
                  <a:pt x="3397563" y="116804"/>
                  <a:pt x="3394352" y="131671"/>
                </a:cubicBezTo>
                <a:cubicBezTo>
                  <a:pt x="3406102" y="131485"/>
                  <a:pt x="3429770" y="120938"/>
                  <a:pt x="3448218" y="118229"/>
                </a:cubicBezTo>
                <a:lnTo>
                  <a:pt x="3505047" y="115412"/>
                </a:lnTo>
                <a:lnTo>
                  <a:pt x="3521767" y="111071"/>
                </a:lnTo>
                <a:cubicBezTo>
                  <a:pt x="3526335" y="108877"/>
                  <a:pt x="3582156" y="117732"/>
                  <a:pt x="3585137" y="114371"/>
                </a:cubicBezTo>
                <a:cubicBezTo>
                  <a:pt x="3638265" y="102098"/>
                  <a:pt x="3633789" y="98565"/>
                  <a:pt x="3690293" y="98301"/>
                </a:cubicBezTo>
                <a:cubicBezTo>
                  <a:pt x="3782197" y="112746"/>
                  <a:pt x="3826738" y="92943"/>
                  <a:pt x="3867818" y="88985"/>
                </a:cubicBezTo>
                <a:cubicBezTo>
                  <a:pt x="3943777" y="81477"/>
                  <a:pt x="3990501" y="75194"/>
                  <a:pt x="4091337" y="70813"/>
                </a:cubicBezTo>
                <a:cubicBezTo>
                  <a:pt x="4154422" y="62932"/>
                  <a:pt x="4217060" y="45734"/>
                  <a:pt x="4246332" y="41697"/>
                </a:cubicBezTo>
                <a:cubicBezTo>
                  <a:pt x="4253308" y="42804"/>
                  <a:pt x="4260125" y="44606"/>
                  <a:pt x="4266975" y="46592"/>
                </a:cubicBezTo>
                <a:lnTo>
                  <a:pt x="4270566" y="47620"/>
                </a:lnTo>
                <a:lnTo>
                  <a:pt x="4288964" y="52766"/>
                </a:lnTo>
                <a:lnTo>
                  <a:pt x="4365137" y="51783"/>
                </a:lnTo>
                <a:lnTo>
                  <a:pt x="4430546" y="44555"/>
                </a:lnTo>
                <a:lnTo>
                  <a:pt x="4444136" y="39567"/>
                </a:lnTo>
                <a:lnTo>
                  <a:pt x="4534039" y="31604"/>
                </a:lnTo>
                <a:lnTo>
                  <a:pt x="4560448" y="25231"/>
                </a:lnTo>
                <a:lnTo>
                  <a:pt x="4568006" y="25970"/>
                </a:lnTo>
                <a:cubicBezTo>
                  <a:pt x="4580278" y="23866"/>
                  <a:pt x="4594878" y="14904"/>
                  <a:pt x="4595497" y="22958"/>
                </a:cubicBezTo>
                <a:lnTo>
                  <a:pt x="4608623" y="18108"/>
                </a:lnTo>
                <a:lnTo>
                  <a:pt x="4623942" y="22251"/>
                </a:lnTo>
                <a:cubicBezTo>
                  <a:pt x="4633227" y="23117"/>
                  <a:pt x="4655429" y="23973"/>
                  <a:pt x="4664336" y="23306"/>
                </a:cubicBezTo>
                <a:lnTo>
                  <a:pt x="4677385" y="18246"/>
                </a:lnTo>
                <a:lnTo>
                  <a:pt x="4698143" y="18036"/>
                </a:lnTo>
                <a:cubicBezTo>
                  <a:pt x="4710347" y="18931"/>
                  <a:pt x="4736189" y="22441"/>
                  <a:pt x="4750609" y="23611"/>
                </a:cubicBezTo>
                <a:cubicBezTo>
                  <a:pt x="4764270" y="27424"/>
                  <a:pt x="4774858" y="29782"/>
                  <a:pt x="4784658" y="25057"/>
                </a:cubicBezTo>
                <a:cubicBezTo>
                  <a:pt x="4804708" y="29613"/>
                  <a:pt x="4822811" y="48263"/>
                  <a:pt x="4847558" y="38726"/>
                </a:cubicBezTo>
                <a:cubicBezTo>
                  <a:pt x="4868304" y="42993"/>
                  <a:pt x="4867190" y="47939"/>
                  <a:pt x="4909134" y="50659"/>
                </a:cubicBezTo>
                <a:cubicBezTo>
                  <a:pt x="4945026" y="52455"/>
                  <a:pt x="5063406" y="54096"/>
                  <a:pt x="5099219" y="55050"/>
                </a:cubicBezTo>
                <a:cubicBezTo>
                  <a:pt x="5145195" y="57873"/>
                  <a:pt x="5163254" y="65473"/>
                  <a:pt x="5184992" y="67596"/>
                </a:cubicBezTo>
                <a:cubicBezTo>
                  <a:pt x="5206728" y="69720"/>
                  <a:pt x="5195578" y="65687"/>
                  <a:pt x="5229637" y="67789"/>
                </a:cubicBezTo>
                <a:cubicBezTo>
                  <a:pt x="5263695" y="69892"/>
                  <a:pt x="5345217" y="78854"/>
                  <a:pt x="5389346" y="80211"/>
                </a:cubicBezTo>
                <a:cubicBezTo>
                  <a:pt x="5425889" y="83191"/>
                  <a:pt x="5461943" y="84751"/>
                  <a:pt x="5494414" y="75926"/>
                </a:cubicBezTo>
                <a:lnTo>
                  <a:pt x="5528443" y="77206"/>
                </a:lnTo>
                <a:cubicBezTo>
                  <a:pt x="5582723" y="71370"/>
                  <a:pt x="5638917" y="68385"/>
                  <a:pt x="5684939" y="50269"/>
                </a:cubicBezTo>
                <a:cubicBezTo>
                  <a:pt x="5724389" y="45804"/>
                  <a:pt x="5737860" y="52916"/>
                  <a:pt x="5765146" y="50414"/>
                </a:cubicBezTo>
                <a:cubicBezTo>
                  <a:pt x="5792695" y="43060"/>
                  <a:pt x="5827352" y="38097"/>
                  <a:pt x="5848655" y="35257"/>
                </a:cubicBezTo>
                <a:lnTo>
                  <a:pt x="5930656" y="30131"/>
                </a:lnTo>
                <a:lnTo>
                  <a:pt x="6124150" y="31679"/>
                </a:lnTo>
                <a:cubicBezTo>
                  <a:pt x="6138131" y="22216"/>
                  <a:pt x="6167730" y="4075"/>
                  <a:pt x="6189199" y="5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Google Shape;109;p3">
            <a:extLst>
              <a:ext uri="{FF2B5EF4-FFF2-40B4-BE49-F238E27FC236}">
                <a16:creationId xmlns:a16="http://schemas.microsoft.com/office/drawing/2014/main" id="{E50F029B-ACA9-F754-A51E-E78F37CFDB74}"/>
              </a:ext>
            </a:extLst>
          </p:cNvPr>
          <p:cNvSpPr txBox="1"/>
          <p:nvPr/>
        </p:nvSpPr>
        <p:spPr>
          <a:xfrm>
            <a:off x="1255060" y="5279511"/>
            <a:ext cx="9681882" cy="73988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dk1"/>
              </a:buClr>
              <a:buSzPts val="4000"/>
            </a:pPr>
            <a:r>
              <a:rPr lang="en-US" sz="3600" b="1" i="0" u="none" strike="noStrike" kern="1200" cap="none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  <a:sym typeface="Calibri"/>
              </a:rPr>
              <a:t>Types of Middleware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093F25B-E2A4-85B0-5D9A-87BBF2E955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029060"/>
              </p:ext>
            </p:extLst>
          </p:nvPr>
        </p:nvGraphicFramePr>
        <p:xfrm>
          <a:off x="982430" y="579473"/>
          <a:ext cx="10227140" cy="4224498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4143356">
                  <a:extLst>
                    <a:ext uri="{9D8B030D-6E8A-4147-A177-3AD203B41FA5}">
                      <a16:colId xmlns:a16="http://schemas.microsoft.com/office/drawing/2014/main" val="1237591129"/>
                    </a:ext>
                  </a:extLst>
                </a:gridCol>
                <a:gridCol w="6083784">
                  <a:extLst>
                    <a:ext uri="{9D8B030D-6E8A-4147-A177-3AD203B41FA5}">
                      <a16:colId xmlns:a16="http://schemas.microsoft.com/office/drawing/2014/main" val="3877373711"/>
                    </a:ext>
                  </a:extLst>
                </a:gridCol>
              </a:tblGrid>
              <a:tr h="704083">
                <a:tc>
                  <a:txBody>
                    <a:bodyPr/>
                    <a:lstStyle/>
                    <a:p>
                      <a:pPr algn="ctr"/>
                      <a:r>
                        <a:rPr lang="en-US" sz="2000" b="1" cap="none" spc="0">
                          <a:solidFill>
                            <a:schemeClr val="tx1"/>
                          </a:solidFill>
                        </a:rPr>
                        <a:t>Type</a:t>
                      </a:r>
                    </a:p>
                  </a:txBody>
                  <a:tcPr marL="0" marR="93462" marT="37385" marB="2803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cap="none" spc="0" dirty="0">
                          <a:solidFill>
                            <a:schemeClr val="tx1"/>
                          </a:solidFill>
                        </a:rPr>
                        <a:t>Example</a:t>
                      </a:r>
                    </a:p>
                  </a:txBody>
                  <a:tcPr marL="0" marR="93462" marT="37385" marB="280387" anchor="ctr"/>
                </a:tc>
                <a:extLst>
                  <a:ext uri="{0D108BD9-81ED-4DB2-BD59-A6C34878D82A}">
                    <a16:rowId xmlns:a16="http://schemas.microsoft.com/office/drawing/2014/main" val="3172325193"/>
                  </a:ext>
                </a:extLst>
              </a:tr>
              <a:tr h="704083">
                <a:tc>
                  <a:txBody>
                    <a:bodyPr/>
                    <a:lstStyle/>
                    <a:p>
                      <a:pPr algn="ctr"/>
                      <a:r>
                        <a:rPr lang="en-US" sz="2000" b="1" cap="none" spc="0">
                          <a:solidFill>
                            <a:schemeClr val="tx1"/>
                          </a:solidFill>
                        </a:rPr>
                        <a:t>Application</a:t>
                      </a:r>
                    </a:p>
                  </a:txBody>
                  <a:tcPr marL="0" marR="93462" marT="37385" marB="2803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app.use</a:t>
                      </a:r>
                      <a:r>
                        <a:rPr lang="en-US" sz="2000" cap="none" spc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(logger)</a:t>
                      </a:r>
                    </a:p>
                  </a:txBody>
                  <a:tcPr marL="0" marR="93462" marT="37385" marB="280387" anchor="ctr"/>
                </a:tc>
                <a:extLst>
                  <a:ext uri="{0D108BD9-81ED-4DB2-BD59-A6C34878D82A}">
                    <a16:rowId xmlns:a16="http://schemas.microsoft.com/office/drawing/2014/main" val="765427146"/>
                  </a:ext>
                </a:extLst>
              </a:tr>
              <a:tr h="704083">
                <a:tc>
                  <a:txBody>
                    <a:bodyPr/>
                    <a:lstStyle/>
                    <a:p>
                      <a:pPr algn="ctr"/>
                      <a:r>
                        <a:rPr lang="en-US" sz="2000" b="1" cap="none" spc="0">
                          <a:solidFill>
                            <a:schemeClr val="tx1"/>
                          </a:solidFill>
                        </a:rPr>
                        <a:t>Router-level</a:t>
                      </a:r>
                    </a:p>
                  </a:txBody>
                  <a:tcPr marL="0" marR="93462" marT="37385" marB="2803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router.use</a:t>
                      </a:r>
                      <a:r>
                        <a:rPr lang="en-US" sz="2000" cap="none" spc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2000" cap="none" spc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authCheck</a:t>
                      </a:r>
                      <a:r>
                        <a:rPr lang="en-US" sz="2000" cap="none" spc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 marL="0" marR="93462" marT="37385" marB="280387" anchor="ctr"/>
                </a:tc>
                <a:extLst>
                  <a:ext uri="{0D108BD9-81ED-4DB2-BD59-A6C34878D82A}">
                    <a16:rowId xmlns:a16="http://schemas.microsoft.com/office/drawing/2014/main" val="4128532317"/>
                  </a:ext>
                </a:extLst>
              </a:tr>
              <a:tr h="704083">
                <a:tc>
                  <a:txBody>
                    <a:bodyPr/>
                    <a:lstStyle/>
                    <a:p>
                      <a:pPr algn="ctr"/>
                      <a:r>
                        <a:rPr lang="en-US" sz="2000" b="1" cap="none" spc="0">
                          <a:solidFill>
                            <a:schemeClr val="tx1"/>
                          </a:solidFill>
                        </a:rPr>
                        <a:t>Built-in</a:t>
                      </a:r>
                    </a:p>
                  </a:txBody>
                  <a:tcPr marL="0" marR="93462" marT="37385" marB="2803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express.json()</a:t>
                      </a:r>
                    </a:p>
                  </a:txBody>
                  <a:tcPr marL="0" marR="93462" marT="37385" marB="280387" anchor="ctr"/>
                </a:tc>
                <a:extLst>
                  <a:ext uri="{0D108BD9-81ED-4DB2-BD59-A6C34878D82A}">
                    <a16:rowId xmlns:a16="http://schemas.microsoft.com/office/drawing/2014/main" val="1345686508"/>
                  </a:ext>
                </a:extLst>
              </a:tr>
              <a:tr h="704083">
                <a:tc>
                  <a:txBody>
                    <a:bodyPr/>
                    <a:lstStyle/>
                    <a:p>
                      <a:pPr algn="ctr"/>
                      <a:r>
                        <a:rPr lang="en-US" sz="2000" b="1" cap="none" spc="0">
                          <a:solidFill>
                            <a:schemeClr val="tx1"/>
                          </a:solidFill>
                        </a:rPr>
                        <a:t>Error-handling</a:t>
                      </a:r>
                    </a:p>
                  </a:txBody>
                  <a:tcPr marL="0" marR="93462" marT="37385" marB="2803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(err, req, res, next) =&gt;</a:t>
                      </a:r>
                    </a:p>
                  </a:txBody>
                  <a:tcPr marL="0" marR="93462" marT="37385" marB="280387" anchor="ctr"/>
                </a:tc>
                <a:extLst>
                  <a:ext uri="{0D108BD9-81ED-4DB2-BD59-A6C34878D82A}">
                    <a16:rowId xmlns:a16="http://schemas.microsoft.com/office/drawing/2014/main" val="4184463149"/>
                  </a:ext>
                </a:extLst>
              </a:tr>
              <a:tr h="704083">
                <a:tc>
                  <a:txBody>
                    <a:bodyPr/>
                    <a:lstStyle/>
                    <a:p>
                      <a:pPr algn="ctr"/>
                      <a:r>
                        <a:rPr lang="en-US" sz="2000" b="1" cap="none" spc="0" dirty="0">
                          <a:solidFill>
                            <a:schemeClr val="tx1"/>
                          </a:solidFill>
                        </a:rPr>
                        <a:t>Third-party</a:t>
                      </a:r>
                    </a:p>
                  </a:txBody>
                  <a:tcPr marL="0" marR="93462" marT="37385" marB="2803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morgan, </a:t>
                      </a:r>
                      <a:r>
                        <a:rPr lang="en-US" sz="2000" cap="none" spc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cors</a:t>
                      </a:r>
                      <a:r>
                        <a:rPr lang="en-US" sz="2000" cap="none" spc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etc.</a:t>
                      </a:r>
                    </a:p>
                  </a:txBody>
                  <a:tcPr marL="0" marR="93462" marT="37385" marB="280387" anchor="ctr"/>
                </a:tc>
                <a:extLst>
                  <a:ext uri="{0D108BD9-81ED-4DB2-BD59-A6C34878D82A}">
                    <a16:rowId xmlns:a16="http://schemas.microsoft.com/office/drawing/2014/main" val="26682513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69180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9;p3">
            <a:extLst>
              <a:ext uri="{FF2B5EF4-FFF2-40B4-BE49-F238E27FC236}">
                <a16:creationId xmlns:a16="http://schemas.microsoft.com/office/drawing/2014/main" id="{E7D96F8B-A265-1A37-EC6C-18CD2D28E8B1}"/>
              </a:ext>
            </a:extLst>
          </p:cNvPr>
          <p:cNvSpPr txBox="1"/>
          <p:nvPr/>
        </p:nvSpPr>
        <p:spPr>
          <a:xfrm>
            <a:off x="630935" y="457200"/>
            <a:ext cx="11417630" cy="1929384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dk1"/>
              </a:buClr>
              <a:buSzPts val="4000"/>
            </a:pPr>
            <a:r>
              <a:rPr lang="en-US" sz="4800" b="1" i="0" u="none" strike="noStrike" kern="1200" cap="none" dirty="0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Mini Activity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A89F71-F039-648E-D2CD-045A895244B6}"/>
              </a:ext>
            </a:extLst>
          </p:cNvPr>
          <p:cNvSpPr txBox="1"/>
          <p:nvPr/>
        </p:nvSpPr>
        <p:spPr>
          <a:xfrm>
            <a:off x="630935" y="1931182"/>
            <a:ext cx="79615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Try it yourself!</a:t>
            </a:r>
            <a:br>
              <a:rPr lang="en-US" sz="2400" dirty="0"/>
            </a:br>
            <a:r>
              <a:rPr lang="en-US" sz="2400" dirty="0"/>
              <a:t>What would be logged and returned for:</a:t>
            </a:r>
            <a:br>
              <a:rPr lang="en-US" sz="2400" dirty="0"/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/products/42?category=books</a:t>
            </a:r>
            <a:endParaRPr lang="en-KH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" name="Picture 5" descr="A computer code on a black background&#10;&#10;AI-generated content may be incorrect.">
            <a:extLst>
              <a:ext uri="{FF2B5EF4-FFF2-40B4-BE49-F238E27FC236}">
                <a16:creationId xmlns:a16="http://schemas.microsoft.com/office/drawing/2014/main" id="{F3377CC6-639E-D5B2-568D-6C3EE7825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350" y="3566833"/>
            <a:ext cx="70993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5545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9;p3">
            <a:extLst>
              <a:ext uri="{FF2B5EF4-FFF2-40B4-BE49-F238E27FC236}">
                <a16:creationId xmlns:a16="http://schemas.microsoft.com/office/drawing/2014/main" id="{C69BA397-2B8A-894E-F469-8CF48FA9471E}"/>
              </a:ext>
            </a:extLst>
          </p:cNvPr>
          <p:cNvSpPr txBox="1"/>
          <p:nvPr/>
        </p:nvSpPr>
        <p:spPr>
          <a:xfrm>
            <a:off x="630935" y="457200"/>
            <a:ext cx="11417630" cy="1929384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dk1"/>
              </a:buClr>
              <a:buSzPts val="4000"/>
            </a:pPr>
            <a:r>
              <a:rPr lang="en-US" sz="4800" b="1" i="0" u="none" strike="noStrike" kern="1200" cap="none" dirty="0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Mini Activity : Answer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5F53A4-568A-1098-D8A2-2B78EF72441F}"/>
              </a:ext>
            </a:extLst>
          </p:cNvPr>
          <p:cNvSpPr txBox="1"/>
          <p:nvPr/>
        </p:nvSpPr>
        <p:spPr>
          <a:xfrm>
            <a:off x="2703921" y="3640420"/>
            <a:ext cx="72716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H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req.params = { id: '42' }</a:t>
            </a:r>
          </a:p>
          <a:p>
            <a:r>
              <a:rPr lang="en-KH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req.query = { category: 'books' }</a:t>
            </a:r>
          </a:p>
        </p:txBody>
      </p:sp>
    </p:spTree>
    <p:extLst>
      <p:ext uri="{BB962C8B-B14F-4D97-AF65-F5344CB8AC3E}">
        <p14:creationId xmlns:p14="http://schemas.microsoft.com/office/powerpoint/2010/main" val="31053007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16;p11">
            <a:extLst>
              <a:ext uri="{FF2B5EF4-FFF2-40B4-BE49-F238E27FC236}">
                <a16:creationId xmlns:a16="http://schemas.microsoft.com/office/drawing/2014/main" id="{58FFF478-82AD-4C7E-9A42-078744BB2532}"/>
              </a:ext>
            </a:extLst>
          </p:cNvPr>
          <p:cNvSpPr txBox="1"/>
          <p:nvPr/>
        </p:nvSpPr>
        <p:spPr>
          <a:xfrm>
            <a:off x="1628478" y="1779727"/>
            <a:ext cx="9591972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Source Sans 3" panose="020B03030304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basic HTTP server using </a:t>
            </a:r>
            <a:r>
              <a:rPr lang="en-US" sz="2000" dirty="0" err="1">
                <a:latin typeface="Source Sans 3" panose="020B03030304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Express.js</a:t>
            </a:r>
            <a:endParaRPr lang="en-US" sz="2000" dirty="0">
              <a:latin typeface="Source Sans 3" panose="020B0303030403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Source Sans 3" panose="020B03030304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Route HTTP requests using </a:t>
            </a:r>
            <a:r>
              <a:rPr lang="en-US" sz="2000" dirty="0" err="1">
                <a:latin typeface="Source Sans 3" panose="020B03030304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Express.js</a:t>
            </a:r>
            <a:r>
              <a:rPr lang="en-US" sz="2000" dirty="0">
                <a:latin typeface="Source Sans 3" panose="020B03030304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method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Source Sans 3" panose="020B03030304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 query parameters and request body using </a:t>
            </a:r>
            <a:r>
              <a:rPr lang="en-US" sz="20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express.json</a:t>
            </a:r>
            <a:endParaRPr lang="en-US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Source Sans 3" panose="020B03030304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 how Express request and response objects work</a:t>
            </a:r>
          </a:p>
        </p:txBody>
      </p:sp>
      <p:sp>
        <p:nvSpPr>
          <p:cNvPr id="7" name="Google Shape;98;p2">
            <a:extLst>
              <a:ext uri="{FF2B5EF4-FFF2-40B4-BE49-F238E27FC236}">
                <a16:creationId xmlns:a16="http://schemas.microsoft.com/office/drawing/2014/main" id="{85AE4C1F-805A-4A68-9CBD-E210027ACF7F}"/>
              </a:ext>
            </a:extLst>
          </p:cNvPr>
          <p:cNvSpPr txBox="1"/>
          <p:nvPr/>
        </p:nvSpPr>
        <p:spPr>
          <a:xfrm>
            <a:off x="3134558" y="506899"/>
            <a:ext cx="5887338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WE HAVE LEARNT</a:t>
            </a:r>
            <a:endParaRPr sz="4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99;p2">
            <a:extLst>
              <a:ext uri="{FF2B5EF4-FFF2-40B4-BE49-F238E27FC236}">
                <a16:creationId xmlns:a16="http://schemas.microsoft.com/office/drawing/2014/main" id="{3010E627-DAC4-4FD0-B701-49A0915CFD1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32662" y="374657"/>
            <a:ext cx="801896" cy="801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00;p2">
            <a:extLst>
              <a:ext uri="{FF2B5EF4-FFF2-40B4-BE49-F238E27FC236}">
                <a16:creationId xmlns:a16="http://schemas.microsoft.com/office/drawing/2014/main" id="{E5CF8A0C-D6EC-48E8-8138-915EABBD2FB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56982" y="374657"/>
            <a:ext cx="801896" cy="8018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6768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1203</TotalTime>
  <Words>874</Words>
  <Application>Microsoft Macintosh PowerPoint</Application>
  <PresentationFormat>Widescreen</PresentationFormat>
  <Paragraphs>116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Courier New</vt:lpstr>
      <vt:lpstr>Open Sans</vt:lpstr>
      <vt:lpstr>Source Sans 3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CLEMENT VINOT</dc:creator>
  <cp:lastModifiedBy>KHEANG KIM ANG</cp:lastModifiedBy>
  <cp:revision>120</cp:revision>
  <dcterms:created xsi:type="dcterms:W3CDTF">2021-02-09T07:01:05Z</dcterms:created>
  <dcterms:modified xsi:type="dcterms:W3CDTF">2025-05-12T04:38:13Z</dcterms:modified>
</cp:coreProperties>
</file>