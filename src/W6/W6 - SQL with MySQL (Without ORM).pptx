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4582" r:id="rId2"/>
    <p:sldId id="4579" r:id="rId3"/>
    <p:sldId id="4549" r:id="rId4"/>
    <p:sldId id="4584" r:id="rId5"/>
    <p:sldId id="4585" r:id="rId6"/>
    <p:sldId id="4591" r:id="rId7"/>
    <p:sldId id="4593" r:id="rId8"/>
    <p:sldId id="4594" r:id="rId9"/>
    <p:sldId id="4596" r:id="rId10"/>
    <p:sldId id="4597" r:id="rId11"/>
    <p:sldId id="4598" r:id="rId12"/>
    <p:sldId id="4599" r:id="rId13"/>
    <p:sldId id="4600" r:id="rId14"/>
    <p:sldId id="4601" r:id="rId15"/>
    <p:sldId id="4612" r:id="rId16"/>
    <p:sldId id="4613" r:id="rId17"/>
    <p:sldId id="4614" r:id="rId18"/>
    <p:sldId id="4566" r:id="rId19"/>
    <p:sldId id="4581" r:id="rId20"/>
    <p:sldId id="4588" r:id="rId21"/>
    <p:sldId id="4580" r:id="rId22"/>
    <p:sldId id="4583" r:id="rId23"/>
    <p:sldId id="4603" r:id="rId24"/>
    <p:sldId id="4604" r:id="rId25"/>
    <p:sldId id="4606" r:id="rId26"/>
    <p:sldId id="4607" r:id="rId27"/>
    <p:sldId id="4608" r:id="rId28"/>
    <p:sldId id="4609" r:id="rId29"/>
    <p:sldId id="4610" r:id="rId30"/>
    <p:sldId id="4611" r:id="rId31"/>
    <p:sldId id="4605" r:id="rId32"/>
    <p:sldId id="4589" r:id="rId33"/>
    <p:sldId id="4618" r:id="rId34"/>
    <p:sldId id="4615" r:id="rId35"/>
    <p:sldId id="4619" r:id="rId36"/>
    <p:sldId id="4616" r:id="rId37"/>
    <p:sldId id="4590" r:id="rId38"/>
    <p:sldId id="4620" r:id="rId39"/>
    <p:sldId id="4621" r:id="rId40"/>
    <p:sldId id="4622" r:id="rId41"/>
    <p:sldId id="4564" r:id="rId42"/>
    <p:sldId id="4623" r:id="rId43"/>
    <p:sldId id="2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37B64B"/>
    <a:srgbClr val="016AB1"/>
    <a:srgbClr val="FFFFFF"/>
    <a:srgbClr val="F6EBDA"/>
    <a:srgbClr val="5971D4"/>
    <a:srgbClr val="32332C"/>
    <a:srgbClr val="61DAFB"/>
    <a:srgbClr val="C1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DBE06-60B1-490B-8536-C4820F00D834}" v="909" dt="2025-06-07T07:06:00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5033" autoAdjust="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8572432F-DAC5-4285-9A6A-B41C04DFC114}"/>
    <pc:docChg chg="undo custSel addSld delSld modSld sldOrd">
      <pc:chgData name="Ronan Ogor" userId="473d6ea9-be06-4609-b78d-125cc115ecf4" providerId="ADAL" clId="{8572432F-DAC5-4285-9A6A-B41C04DFC114}" dt="2025-04-27T06:12:47.681" v="1073" actId="208"/>
      <pc:docMkLst>
        <pc:docMk/>
      </pc:docMkLst>
      <pc:sldChg chg="addSp delSp modSp add mod setBg">
        <pc:chgData name="Ronan Ogor" userId="473d6ea9-be06-4609-b78d-125cc115ecf4" providerId="ADAL" clId="{8572432F-DAC5-4285-9A6A-B41C04DFC114}" dt="2025-04-26T13:00:04.619" v="107" actId="1076"/>
        <pc:sldMkLst>
          <pc:docMk/>
          <pc:sldMk cId="0" sldId="261"/>
        </pc:sldMkLst>
      </pc:sldChg>
      <pc:sldChg chg="modSp mod">
        <pc:chgData name="Ronan Ogor" userId="473d6ea9-be06-4609-b78d-125cc115ecf4" providerId="ADAL" clId="{8572432F-DAC5-4285-9A6A-B41C04DFC114}" dt="2025-04-27T06:10:47.060" v="1054" actId="1076"/>
        <pc:sldMkLst>
          <pc:docMk/>
          <pc:sldMk cId="2352133627" sldId="264"/>
        </pc:sldMkLst>
      </pc:sldChg>
      <pc:sldChg chg="modSp mod">
        <pc:chgData name="Ronan Ogor" userId="473d6ea9-be06-4609-b78d-125cc115ecf4" providerId="ADAL" clId="{8572432F-DAC5-4285-9A6A-B41C04DFC114}" dt="2025-04-27T06:10:54.439" v="1056" actId="113"/>
        <pc:sldMkLst>
          <pc:docMk/>
          <pc:sldMk cId="3801260251" sldId="265"/>
        </pc:sldMkLst>
      </pc:sldChg>
      <pc:sldChg chg="modSp mod">
        <pc:chgData name="Ronan Ogor" userId="473d6ea9-be06-4609-b78d-125cc115ecf4" providerId="ADAL" clId="{8572432F-DAC5-4285-9A6A-B41C04DFC114}" dt="2025-04-27T06:12:08.366" v="1068" actId="1076"/>
        <pc:sldMkLst>
          <pc:docMk/>
          <pc:sldMk cId="3622077414" sldId="266"/>
        </pc:sldMkLst>
      </pc:sldChg>
      <pc:sldChg chg="modSp mod">
        <pc:chgData name="Ronan Ogor" userId="473d6ea9-be06-4609-b78d-125cc115ecf4" providerId="ADAL" clId="{8572432F-DAC5-4285-9A6A-B41C04DFC114}" dt="2025-04-27T06:11:32.343" v="1063" actId="1076"/>
        <pc:sldMkLst>
          <pc:docMk/>
          <pc:sldMk cId="1819900342" sldId="267"/>
        </pc:sldMkLst>
      </pc:sldChg>
      <pc:sldChg chg="addSp modSp mod">
        <pc:chgData name="Ronan Ogor" userId="473d6ea9-be06-4609-b78d-125cc115ecf4" providerId="ADAL" clId="{8572432F-DAC5-4285-9A6A-B41C04DFC114}" dt="2025-04-27T06:11:53.894" v="1064" actId="571"/>
        <pc:sldMkLst>
          <pc:docMk/>
          <pc:sldMk cId="359739047" sldId="268"/>
        </pc:sldMkLst>
      </pc:sldChg>
      <pc:sldChg chg="modSp add mod">
        <pc:chgData name="Ronan Ogor" userId="473d6ea9-be06-4609-b78d-125cc115ecf4" providerId="ADAL" clId="{8572432F-DAC5-4285-9A6A-B41C04DFC114}" dt="2025-04-27T05:15:58.793" v="582" actId="1076"/>
        <pc:sldMkLst>
          <pc:docMk/>
          <pc:sldMk cId="381353966" sldId="294"/>
        </pc:sldMkLst>
        <pc:spChg chg="mod">
          <ac:chgData name="Ronan Ogor" userId="473d6ea9-be06-4609-b78d-125cc115ecf4" providerId="ADAL" clId="{8572432F-DAC5-4285-9A6A-B41C04DFC114}" dt="2025-04-26T13:04:03.008" v="201" actId="1076"/>
          <ac:spMkLst>
            <pc:docMk/>
            <pc:sldMk cId="381353966" sldId="294"/>
            <ac:spMk id="2" creationId="{46AA968E-803C-41CB-84DE-C020829A543A}"/>
          </ac:spMkLst>
        </pc:spChg>
        <pc:spChg chg="mod">
          <ac:chgData name="Ronan Ogor" userId="473d6ea9-be06-4609-b78d-125cc115ecf4" providerId="ADAL" clId="{8572432F-DAC5-4285-9A6A-B41C04DFC114}" dt="2025-04-27T05:15:58.793" v="582" actId="1076"/>
          <ac:spMkLst>
            <pc:docMk/>
            <pc:sldMk cId="381353966" sldId="294"/>
            <ac:spMk id="8" creationId="{47525548-CEDF-4A00-862D-E2069FE28934}"/>
          </ac:spMkLst>
        </pc:spChg>
      </pc:sldChg>
      <pc:sldChg chg="addSp delSp modSp add mod">
        <pc:chgData name="Ronan Ogor" userId="473d6ea9-be06-4609-b78d-125cc115ecf4" providerId="ADAL" clId="{8572432F-DAC5-4285-9A6A-B41C04DFC114}" dt="2025-04-27T05:49:07.391" v="846" actId="1076"/>
        <pc:sldMkLst>
          <pc:docMk/>
          <pc:sldMk cId="2166324476" sldId="343"/>
        </pc:sldMkLst>
      </pc:sldChg>
      <pc:sldChg chg="addSp modSp add mod modAnim">
        <pc:chgData name="Ronan Ogor" userId="473d6ea9-be06-4609-b78d-125cc115ecf4" providerId="ADAL" clId="{8572432F-DAC5-4285-9A6A-B41C04DFC114}" dt="2025-04-27T05:52:54.032" v="947"/>
        <pc:sldMkLst>
          <pc:docMk/>
          <pc:sldMk cId="2073619114" sldId="34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650101835" sldId="40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1999760236" sldId="41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4086889886" sldId="417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2311653859" sldId="418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4272490809" sldId="419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4290480820" sldId="423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1538871621" sldId="424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356060184" sldId="429"/>
        </pc:sldMkLst>
      </pc:sldChg>
      <pc:sldChg chg="del">
        <pc:chgData name="Ronan Ogor" userId="473d6ea9-be06-4609-b78d-125cc115ecf4" providerId="ADAL" clId="{8572432F-DAC5-4285-9A6A-B41C04DFC114}" dt="2025-04-27T05:31:30.402" v="583" actId="47"/>
        <pc:sldMkLst>
          <pc:docMk/>
          <pc:sldMk cId="2709603507" sldId="431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2497516509" sldId="432"/>
        </pc:sldMkLst>
      </pc:sldChg>
      <pc:sldChg chg="modSp mod">
        <pc:chgData name="Ronan Ogor" userId="473d6ea9-be06-4609-b78d-125cc115ecf4" providerId="ADAL" clId="{8572432F-DAC5-4285-9A6A-B41C04DFC114}" dt="2025-04-27T05:14:50.681" v="570" actId="208"/>
        <pc:sldMkLst>
          <pc:docMk/>
          <pc:sldMk cId="3381154430" sldId="564"/>
        </pc:sldMkLst>
      </pc:sldChg>
      <pc:sldChg chg="addSp delSp modSp add mod setBg">
        <pc:chgData name="Ronan Ogor" userId="473d6ea9-be06-4609-b78d-125cc115ecf4" providerId="ADAL" clId="{8572432F-DAC5-4285-9A6A-B41C04DFC114}" dt="2025-04-26T12:59:41.286" v="102" actId="1076"/>
        <pc:sldMkLst>
          <pc:docMk/>
          <pc:sldMk cId="2315554891" sldId="572"/>
        </pc:sldMkLst>
      </pc:sldChg>
      <pc:sldChg chg="addSp modSp mod">
        <pc:chgData name="Ronan Ogor" userId="473d6ea9-be06-4609-b78d-125cc115ecf4" providerId="ADAL" clId="{8572432F-DAC5-4285-9A6A-B41C04DFC114}" dt="2025-04-27T05:14:28.025" v="564" actId="1076"/>
        <pc:sldMkLst>
          <pc:docMk/>
          <pc:sldMk cId="1011122087" sldId="590"/>
        </pc:sldMkLst>
      </pc:sldChg>
      <pc:sldChg chg="addSp delSp modSp mod ord">
        <pc:chgData name="Ronan Ogor" userId="473d6ea9-be06-4609-b78d-125cc115ecf4" providerId="ADAL" clId="{8572432F-DAC5-4285-9A6A-B41C04DFC114}" dt="2025-04-27T05:43:55.445" v="730" actId="1076"/>
        <pc:sldMkLst>
          <pc:docMk/>
          <pc:sldMk cId="292064523" sldId="591"/>
        </pc:sldMkLst>
      </pc:sldChg>
      <pc:sldChg chg="modSp mod">
        <pc:chgData name="Ronan Ogor" userId="473d6ea9-be06-4609-b78d-125cc115ecf4" providerId="ADAL" clId="{8572432F-DAC5-4285-9A6A-B41C04DFC114}" dt="2025-04-27T05:44:17.789" v="737" actId="1076"/>
        <pc:sldMkLst>
          <pc:docMk/>
          <pc:sldMk cId="3970265535" sldId="4551"/>
        </pc:sldMkLst>
      </pc:sldChg>
      <pc:sldChg chg="addSp delSp modSp mod modAnim">
        <pc:chgData name="Ronan Ogor" userId="473d6ea9-be06-4609-b78d-125cc115ecf4" providerId="ADAL" clId="{8572432F-DAC5-4285-9A6A-B41C04DFC114}" dt="2025-04-27T05:43:33.722" v="714" actId="1076"/>
        <pc:sldMkLst>
          <pc:docMk/>
          <pc:sldMk cId="1165554107" sldId="4562"/>
        </pc:sldMkLst>
      </pc:sldChg>
      <pc:sldChg chg="del">
        <pc:chgData name="Ronan Ogor" userId="473d6ea9-be06-4609-b78d-125cc115ecf4" providerId="ADAL" clId="{8572432F-DAC5-4285-9A6A-B41C04DFC114}" dt="2025-04-26T12:49:50.222" v="48" actId="47"/>
        <pc:sldMkLst>
          <pc:docMk/>
          <pc:sldMk cId="4159439312" sldId="4563"/>
        </pc:sldMkLst>
      </pc:sldChg>
      <pc:sldChg chg="modSp del mod">
        <pc:chgData name="Ronan Ogor" userId="473d6ea9-be06-4609-b78d-125cc115ecf4" providerId="ADAL" clId="{8572432F-DAC5-4285-9A6A-B41C04DFC114}" dt="2025-04-26T12:50:10.667" v="97" actId="47"/>
        <pc:sldMkLst>
          <pc:docMk/>
          <pc:sldMk cId="1192871561" sldId="4565"/>
        </pc:sldMkLst>
      </pc:sldChg>
      <pc:sldChg chg="modSp mod">
        <pc:chgData name="Ronan Ogor" userId="473d6ea9-be06-4609-b78d-125cc115ecf4" providerId="ADAL" clId="{8572432F-DAC5-4285-9A6A-B41C04DFC114}" dt="2025-04-27T06:06:51.977" v="996" actId="1076"/>
        <pc:sldMkLst>
          <pc:docMk/>
          <pc:sldMk cId="1948772146" sldId="4566"/>
        </pc:sldMkLst>
        <pc:spChg chg="mod">
          <ac:chgData name="Ronan Ogor" userId="473d6ea9-be06-4609-b78d-125cc115ecf4" providerId="ADAL" clId="{8572432F-DAC5-4285-9A6A-B41C04DFC114}" dt="2025-04-27T06:06:51.977" v="996" actId="1076"/>
          <ac:spMkLst>
            <pc:docMk/>
            <pc:sldMk cId="1948772146" sldId="4566"/>
            <ac:spMk id="2" creationId="{4C9E5247-368D-61D9-D8DC-B8A39141A838}"/>
          </ac:spMkLst>
        </pc:spChg>
      </pc:sldChg>
      <pc:sldChg chg="del">
        <pc:chgData name="Ronan Ogor" userId="473d6ea9-be06-4609-b78d-125cc115ecf4" providerId="ADAL" clId="{8572432F-DAC5-4285-9A6A-B41C04DFC114}" dt="2025-04-27T05:08:07.261" v="504" actId="47"/>
        <pc:sldMkLst>
          <pc:docMk/>
          <pc:sldMk cId="2387452750" sldId="4567"/>
        </pc:sldMkLst>
      </pc:sldChg>
      <pc:sldChg chg="del ord">
        <pc:chgData name="Ronan Ogor" userId="473d6ea9-be06-4609-b78d-125cc115ecf4" providerId="ADAL" clId="{8572432F-DAC5-4285-9A6A-B41C04DFC114}" dt="2025-04-27T05:43:38.222" v="715" actId="47"/>
        <pc:sldMkLst>
          <pc:docMk/>
          <pc:sldMk cId="43566097" sldId="4569"/>
        </pc:sldMkLst>
      </pc:sldChg>
      <pc:sldChg chg="modSp mod">
        <pc:chgData name="Ronan Ogor" userId="473d6ea9-be06-4609-b78d-125cc115ecf4" providerId="ADAL" clId="{8572432F-DAC5-4285-9A6A-B41C04DFC114}" dt="2025-04-27T06:12:47.681" v="1073" actId="208"/>
        <pc:sldMkLst>
          <pc:docMk/>
          <pc:sldMk cId="3296563835" sldId="4572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4032487047" sldId="4574"/>
        </pc:sldMkLst>
      </pc:sldChg>
      <pc:sldChg chg="modSp mod">
        <pc:chgData name="Ronan Ogor" userId="473d6ea9-be06-4609-b78d-125cc115ecf4" providerId="ADAL" clId="{8572432F-DAC5-4285-9A6A-B41C04DFC114}" dt="2025-04-27T05:09:01.908" v="508" actId="113"/>
        <pc:sldMkLst>
          <pc:docMk/>
          <pc:sldMk cId="2995367704" sldId="4576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1032452249" sldId="4577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3762726955" sldId="4578"/>
        </pc:sldMkLst>
      </pc:sldChg>
      <pc:sldChg chg="delSp modSp add mod">
        <pc:chgData name="Ronan Ogor" userId="473d6ea9-be06-4609-b78d-125cc115ecf4" providerId="ADAL" clId="{8572432F-DAC5-4285-9A6A-B41C04DFC114}" dt="2025-04-26T12:48:23.733" v="10" actId="478"/>
        <pc:sldMkLst>
          <pc:docMk/>
          <pc:sldMk cId="0" sldId="4579"/>
        </pc:sldMkLst>
        <pc:spChg chg="mod">
          <ac:chgData name="Ronan Ogor" userId="473d6ea9-be06-4609-b78d-125cc115ecf4" providerId="ADAL" clId="{8572432F-DAC5-4285-9A6A-B41C04DFC114}" dt="2025-04-26T12:48:21.710" v="9" actId="1076"/>
          <ac:spMkLst>
            <pc:docMk/>
            <pc:sldMk cId="0" sldId="4579"/>
            <ac:spMk id="91" creationId="{00000000-0000-0000-0000-000000000000}"/>
          </ac:spMkLst>
        </pc:spChg>
      </pc:sldChg>
    </pc:docChg>
  </pc:docChgLst>
  <pc:docChgLst>
    <pc:chgData name="Ronan Ogor" userId="473d6ea9-be06-4609-b78d-125cc115ecf4" providerId="ADAL" clId="{B37DBE06-60B1-490B-8536-C4820F00D834}"/>
    <pc:docChg chg="undo custSel addSld delSld modSld sldOrd">
      <pc:chgData name="Ronan Ogor" userId="473d6ea9-be06-4609-b78d-125cc115ecf4" providerId="ADAL" clId="{B37DBE06-60B1-490B-8536-C4820F00D834}" dt="2025-06-07T07:06:19.283" v="6103" actId="1076"/>
      <pc:docMkLst>
        <pc:docMk/>
      </pc:docMkLst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215582493" sldId="256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0" sldId="26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352133627" sldId="26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801260251" sldId="265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622077414" sldId="266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819900342" sldId="267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59739047" sldId="268"/>
        </pc:sldMkLst>
      </pc:sldChg>
      <pc:sldChg chg="addSp modSp mod">
        <pc:chgData name="Ronan Ogor" userId="473d6ea9-be06-4609-b78d-125cc115ecf4" providerId="ADAL" clId="{B37DBE06-60B1-490B-8536-C4820F00D834}" dt="2025-06-05T03:29:12.248" v="1909" actId="14100"/>
        <pc:sldMkLst>
          <pc:docMk/>
          <pc:sldMk cId="381353966" sldId="294"/>
        </pc:sldMkLst>
        <pc:spChg chg="mod">
          <ac:chgData name="Ronan Ogor" userId="473d6ea9-be06-4609-b78d-125cc115ecf4" providerId="ADAL" clId="{B37DBE06-60B1-490B-8536-C4820F00D834}" dt="2025-06-05T03:28:41.222" v="1893" actId="404"/>
          <ac:spMkLst>
            <pc:docMk/>
            <pc:sldMk cId="381353966" sldId="294"/>
            <ac:spMk id="2" creationId="{46AA968E-803C-41CB-84DE-C020829A543A}"/>
          </ac:spMkLst>
        </pc:spChg>
        <pc:spChg chg="add mod">
          <ac:chgData name="Ronan Ogor" userId="473d6ea9-be06-4609-b78d-125cc115ecf4" providerId="ADAL" clId="{B37DBE06-60B1-490B-8536-C4820F00D834}" dt="2025-06-05T03:29:12.248" v="1909" actId="14100"/>
          <ac:spMkLst>
            <pc:docMk/>
            <pc:sldMk cId="381353966" sldId="294"/>
            <ac:spMk id="4" creationId="{CD6F7E8E-EF3F-1183-F525-46DCAB4F1039}"/>
          </ac:spMkLst>
        </pc:spChg>
        <pc:spChg chg="mod">
          <ac:chgData name="Ronan Ogor" userId="473d6ea9-be06-4609-b78d-125cc115ecf4" providerId="ADAL" clId="{B37DBE06-60B1-490B-8536-C4820F00D834}" dt="2025-06-03T16:09:03.251" v="749" actId="1076"/>
          <ac:spMkLst>
            <pc:docMk/>
            <pc:sldMk cId="381353966" sldId="294"/>
            <ac:spMk id="8" creationId="{47525548-CEDF-4A00-862D-E2069FE28934}"/>
          </ac:spMkLst>
        </pc:spChg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166324476" sldId="343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073619114" sldId="346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3371932055" sldId="41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381154430" sldId="564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0" sldId="566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315554891" sldId="572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011122087" sldId="590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92064523" sldId="591"/>
        </pc:sldMkLst>
      </pc:sldChg>
      <pc:sldChg chg="add del">
        <pc:chgData name="Ronan Ogor" userId="473d6ea9-be06-4609-b78d-125cc115ecf4" providerId="ADAL" clId="{B37DBE06-60B1-490B-8536-C4820F00D834}" dt="2025-06-07T05:13:56.417" v="4451" actId="47"/>
        <pc:sldMkLst>
          <pc:docMk/>
          <pc:sldMk cId="3026633281" sldId="636"/>
        </pc:sldMkLst>
      </pc:sldChg>
      <pc:sldChg chg="addSp delSp modSp mod">
        <pc:chgData name="Ronan Ogor" userId="473d6ea9-be06-4609-b78d-125cc115ecf4" providerId="ADAL" clId="{B37DBE06-60B1-490B-8536-C4820F00D834}" dt="2025-06-07T04:43:31.544" v="3994" actId="1076"/>
        <pc:sldMkLst>
          <pc:docMk/>
          <pc:sldMk cId="0" sldId="4549"/>
        </pc:sldMkLst>
        <pc:spChg chg="add">
          <ac:chgData name="Ronan Ogor" userId="473d6ea9-be06-4609-b78d-125cc115ecf4" providerId="ADAL" clId="{B37DBE06-60B1-490B-8536-C4820F00D834}" dt="2025-06-07T04:38:33.271" v="3858"/>
          <ac:spMkLst>
            <pc:docMk/>
            <pc:sldMk cId="0" sldId="4549"/>
            <ac:spMk id="2" creationId="{1434D965-0D2F-FEE0-A07B-E79D3D1C97EF}"/>
          </ac:spMkLst>
        </pc:spChg>
        <pc:spChg chg="mod">
          <ac:chgData name="Ronan Ogor" userId="473d6ea9-be06-4609-b78d-125cc115ecf4" providerId="ADAL" clId="{B37DBE06-60B1-490B-8536-C4820F00D834}" dt="2025-06-07T04:43:31.544" v="3994" actId="1076"/>
          <ac:spMkLst>
            <pc:docMk/>
            <pc:sldMk cId="0" sldId="4549"/>
            <ac:spMk id="120" creationId="{00000000-0000-0000-0000-000000000000}"/>
          </ac:spMkLst>
        </pc:spChg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970265535" sldId="455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68030756" sldId="4553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166333537" sldId="455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317266634" sldId="4556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284521215" sldId="4557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766346674" sldId="4558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959295687" sldId="4559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670357982" sldId="4560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57955677" sldId="456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165554107" sldId="4562"/>
        </pc:sldMkLst>
      </pc:sldChg>
      <pc:sldChg chg="addSp delSp modSp mod">
        <pc:chgData name="Ronan Ogor" userId="473d6ea9-be06-4609-b78d-125cc115ecf4" providerId="ADAL" clId="{B37DBE06-60B1-490B-8536-C4820F00D834}" dt="2025-06-07T04:44:08.183" v="3997"/>
        <pc:sldMkLst>
          <pc:docMk/>
          <pc:sldMk cId="3328649386" sldId="4564"/>
        </pc:sldMkLst>
        <pc:spChg chg="del">
          <ac:chgData name="Ronan Ogor" userId="473d6ea9-be06-4609-b78d-125cc115ecf4" providerId="ADAL" clId="{B37DBE06-60B1-490B-8536-C4820F00D834}" dt="2025-06-07T04:44:06.560" v="3995" actId="478"/>
          <ac:spMkLst>
            <pc:docMk/>
            <pc:sldMk cId="3328649386" sldId="4564"/>
            <ac:spMk id="5" creationId="{6844A256-971B-B2F0-1EF2-7C5DE4433AB7}"/>
          </ac:spMkLst>
        </pc:spChg>
        <pc:spChg chg="add mod">
          <ac:chgData name="Ronan Ogor" userId="473d6ea9-be06-4609-b78d-125cc115ecf4" providerId="ADAL" clId="{B37DBE06-60B1-490B-8536-C4820F00D834}" dt="2025-06-07T04:44:08.183" v="3997"/>
          <ac:spMkLst>
            <pc:docMk/>
            <pc:sldMk cId="3328649386" sldId="4564"/>
            <ac:spMk id="7" creationId="{B75C66F3-D501-02C4-F36C-FD32D07D2235}"/>
          </ac:spMkLst>
        </pc:spChg>
        <pc:picChg chg="del">
          <ac:chgData name="Ronan Ogor" userId="473d6ea9-be06-4609-b78d-125cc115ecf4" providerId="ADAL" clId="{B37DBE06-60B1-490B-8536-C4820F00D834}" dt="2025-06-07T04:44:07.225" v="3996" actId="478"/>
          <ac:picMkLst>
            <pc:docMk/>
            <pc:sldMk cId="3328649386" sldId="4564"/>
            <ac:picMk id="6" creationId="{46AA5B08-A55E-52EF-BFA3-0C2200189299}"/>
          </ac:picMkLst>
        </pc:picChg>
      </pc:sldChg>
      <pc:sldChg chg="addSp modSp mod">
        <pc:chgData name="Ronan Ogor" userId="473d6ea9-be06-4609-b78d-125cc115ecf4" providerId="ADAL" clId="{B37DBE06-60B1-490B-8536-C4820F00D834}" dt="2025-06-04T08:53:44.129" v="1511" actId="1076"/>
        <pc:sldMkLst>
          <pc:docMk/>
          <pc:sldMk cId="1948772146" sldId="4566"/>
        </pc:sldMkLst>
        <pc:spChg chg="mod">
          <ac:chgData name="Ronan Ogor" userId="473d6ea9-be06-4609-b78d-125cc115ecf4" providerId="ADAL" clId="{B37DBE06-60B1-490B-8536-C4820F00D834}" dt="2025-06-04T08:53:44.129" v="1511" actId="1076"/>
          <ac:spMkLst>
            <pc:docMk/>
            <pc:sldMk cId="1948772146" sldId="4566"/>
            <ac:spMk id="2" creationId="{4C9E5247-368D-61D9-D8DC-B8A39141A838}"/>
          </ac:spMkLst>
        </pc:spChg>
        <pc:spChg chg="mod">
          <ac:chgData name="Ronan Ogor" userId="473d6ea9-be06-4609-b78d-125cc115ecf4" providerId="ADAL" clId="{B37DBE06-60B1-490B-8536-C4820F00D834}" dt="2025-06-03T15:48:48.313" v="338" actId="1076"/>
          <ac:spMkLst>
            <pc:docMk/>
            <pc:sldMk cId="1948772146" sldId="4566"/>
            <ac:spMk id="4" creationId="{269166C9-5956-8B9F-A887-BF70F40DBBA3}"/>
          </ac:spMkLst>
        </pc:spChg>
        <pc:spChg chg="mod">
          <ac:chgData name="Ronan Ogor" userId="473d6ea9-be06-4609-b78d-125cc115ecf4" providerId="ADAL" clId="{B37DBE06-60B1-490B-8536-C4820F00D834}" dt="2025-06-03T15:48:50.474" v="339" actId="1076"/>
          <ac:spMkLst>
            <pc:docMk/>
            <pc:sldMk cId="1948772146" sldId="4566"/>
            <ac:spMk id="8" creationId="{E769B267-6293-42DF-05C3-67BC14676366}"/>
          </ac:spMkLst>
        </pc:spChg>
      </pc:sldChg>
      <pc:sldChg chg="modSp del mod">
        <pc:chgData name="Ronan Ogor" userId="473d6ea9-be06-4609-b78d-125cc115ecf4" providerId="ADAL" clId="{B37DBE06-60B1-490B-8536-C4820F00D834}" dt="2025-06-05T04:33:57.903" v="2869" actId="47"/>
        <pc:sldMkLst>
          <pc:docMk/>
          <pc:sldMk cId="1925073938" sldId="4570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817121034" sldId="457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296563835" sldId="4572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4181473400" sldId="4573"/>
        </pc:sldMkLst>
      </pc:sldChg>
      <pc:sldChg chg="del">
        <pc:chgData name="Ronan Ogor" userId="473d6ea9-be06-4609-b78d-125cc115ecf4" providerId="ADAL" clId="{B37DBE06-60B1-490B-8536-C4820F00D834}" dt="2025-06-04T08:55:07.273" v="1541" actId="47"/>
        <pc:sldMkLst>
          <pc:docMk/>
          <pc:sldMk cId="1837073333" sldId="4575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995367704" sldId="4576"/>
        </pc:sldMkLst>
      </pc:sldChg>
      <pc:sldChg chg="addSp delSp modSp mod">
        <pc:chgData name="Ronan Ogor" userId="473d6ea9-be06-4609-b78d-125cc115ecf4" providerId="ADAL" clId="{B37DBE06-60B1-490B-8536-C4820F00D834}" dt="2025-06-03T15:29:18.778" v="45" actId="1076"/>
        <pc:sldMkLst>
          <pc:docMk/>
          <pc:sldMk cId="0" sldId="4579"/>
        </pc:sldMkLst>
        <pc:spChg chg="mod">
          <ac:chgData name="Ronan Ogor" userId="473d6ea9-be06-4609-b78d-125cc115ecf4" providerId="ADAL" clId="{B37DBE06-60B1-490B-8536-C4820F00D834}" dt="2025-06-03T15:29:14.648" v="43" actId="207"/>
          <ac:spMkLst>
            <pc:docMk/>
            <pc:sldMk cId="0" sldId="4579"/>
            <ac:spMk id="89" creationId="{00000000-0000-0000-0000-000000000000}"/>
          </ac:spMkLst>
        </pc:spChg>
        <pc:picChg chg="add mod">
          <ac:chgData name="Ronan Ogor" userId="473d6ea9-be06-4609-b78d-125cc115ecf4" providerId="ADAL" clId="{B37DBE06-60B1-490B-8536-C4820F00D834}" dt="2025-06-03T15:29:18.778" v="45" actId="1076"/>
          <ac:picMkLst>
            <pc:docMk/>
            <pc:sldMk cId="0" sldId="4579"/>
            <ac:picMk id="1028" creationId="{854841D5-22D6-B717-E9FB-BE12230B281F}"/>
          </ac:picMkLst>
        </pc:picChg>
      </pc:sldChg>
      <pc:sldChg chg="addSp delSp modSp new mod modAnim">
        <pc:chgData name="Ronan Ogor" userId="473d6ea9-be06-4609-b78d-125cc115ecf4" providerId="ADAL" clId="{B37DBE06-60B1-490B-8536-C4820F00D834}" dt="2025-06-04T08:53:56.816" v="1512" actId="1076"/>
        <pc:sldMkLst>
          <pc:docMk/>
          <pc:sldMk cId="3343501504" sldId="4580"/>
        </pc:sldMkLst>
        <pc:spChg chg="add mod">
          <ac:chgData name="Ronan Ogor" userId="473d6ea9-be06-4609-b78d-125cc115ecf4" providerId="ADAL" clId="{B37DBE06-60B1-490B-8536-C4820F00D834}" dt="2025-06-04T08:53:56.816" v="1512" actId="1076"/>
          <ac:spMkLst>
            <pc:docMk/>
            <pc:sldMk cId="3343501504" sldId="4580"/>
            <ac:spMk id="2" creationId="{A7F94B69-FA81-4E3F-69C5-9971F4DFBE8B}"/>
          </ac:spMkLst>
        </pc:spChg>
        <pc:spChg chg="add mod">
          <ac:chgData name="Ronan Ogor" userId="473d6ea9-be06-4609-b78d-125cc115ecf4" providerId="ADAL" clId="{B37DBE06-60B1-490B-8536-C4820F00D834}" dt="2025-06-04T08:52:59.031" v="1494"/>
          <ac:spMkLst>
            <pc:docMk/>
            <pc:sldMk cId="3343501504" sldId="4580"/>
            <ac:spMk id="3" creationId="{B0DF97B9-7A95-0625-073E-16ED925CE998}"/>
          </ac:spMkLst>
        </pc:spChg>
        <pc:spChg chg="add mod">
          <ac:chgData name="Ronan Ogor" userId="473d6ea9-be06-4609-b78d-125cc115ecf4" providerId="ADAL" clId="{B37DBE06-60B1-490B-8536-C4820F00D834}" dt="2025-06-03T16:08:27.455" v="700" actId="404"/>
          <ac:spMkLst>
            <pc:docMk/>
            <pc:sldMk cId="3343501504" sldId="4580"/>
            <ac:spMk id="5" creationId="{D30CE2A8-D0AF-852F-4CB7-5A703090B02E}"/>
          </ac:spMkLst>
        </pc:spChg>
        <pc:spChg chg="add mod">
          <ac:chgData name="Ronan Ogor" userId="473d6ea9-be06-4609-b78d-125cc115ecf4" providerId="ADAL" clId="{B37DBE06-60B1-490B-8536-C4820F00D834}" dt="2025-06-03T16:09:40.851" v="768" actId="1076"/>
          <ac:spMkLst>
            <pc:docMk/>
            <pc:sldMk cId="3343501504" sldId="4580"/>
            <ac:spMk id="7" creationId="{046F6DDC-76DA-ED93-D7DC-31FDCEABE18D}"/>
          </ac:spMkLst>
        </pc:spChg>
        <pc:spChg chg="add mod">
          <ac:chgData name="Ronan Ogor" userId="473d6ea9-be06-4609-b78d-125cc115ecf4" providerId="ADAL" clId="{B37DBE06-60B1-490B-8536-C4820F00D834}" dt="2025-06-03T16:16:57.562" v="852" actId="1076"/>
          <ac:spMkLst>
            <pc:docMk/>
            <pc:sldMk cId="3343501504" sldId="4580"/>
            <ac:spMk id="15" creationId="{5DB01C5A-9FEA-4FBD-C292-CFBF8328EA01}"/>
          </ac:spMkLst>
        </pc:spChg>
        <pc:spChg chg="add mod">
          <ac:chgData name="Ronan Ogor" userId="473d6ea9-be06-4609-b78d-125cc115ecf4" providerId="ADAL" clId="{B37DBE06-60B1-490B-8536-C4820F00D834}" dt="2025-06-03T16:18:59.156" v="894" actId="1076"/>
          <ac:spMkLst>
            <pc:docMk/>
            <pc:sldMk cId="3343501504" sldId="4580"/>
            <ac:spMk id="16" creationId="{C526BC69-A48B-B13B-9C1A-2DF6F026D755}"/>
          </ac:spMkLst>
        </pc:spChg>
        <pc:spChg chg="add mod">
          <ac:chgData name="Ronan Ogor" userId="473d6ea9-be06-4609-b78d-125cc115ecf4" providerId="ADAL" clId="{B37DBE06-60B1-490B-8536-C4820F00D834}" dt="2025-06-03T16:19:01.986" v="895" actId="1076"/>
          <ac:spMkLst>
            <pc:docMk/>
            <pc:sldMk cId="3343501504" sldId="4580"/>
            <ac:spMk id="17" creationId="{730AFB87-0130-A292-C514-A2946FD462E1}"/>
          </ac:spMkLst>
        </pc:spChg>
        <pc:spChg chg="add mod">
          <ac:chgData name="Ronan Ogor" userId="473d6ea9-be06-4609-b78d-125cc115ecf4" providerId="ADAL" clId="{B37DBE06-60B1-490B-8536-C4820F00D834}" dt="2025-06-03T16:16:57.562" v="852" actId="1076"/>
          <ac:spMkLst>
            <pc:docMk/>
            <pc:sldMk cId="3343501504" sldId="4580"/>
            <ac:spMk id="18" creationId="{09CCC44B-C744-D420-305A-22EBA02C238E}"/>
          </ac:spMkLst>
        </pc:spChg>
        <pc:spChg chg="add mod">
          <ac:chgData name="Ronan Ogor" userId="473d6ea9-be06-4609-b78d-125cc115ecf4" providerId="ADAL" clId="{B37DBE06-60B1-490B-8536-C4820F00D834}" dt="2025-06-03T16:19:09.115" v="896" actId="1076"/>
          <ac:spMkLst>
            <pc:docMk/>
            <pc:sldMk cId="3343501504" sldId="4580"/>
            <ac:spMk id="21" creationId="{8CC1F5C3-0106-7CE3-9BD5-3F2177946B2A}"/>
          </ac:spMkLst>
        </pc:spChg>
        <pc:spChg chg="add mod">
          <ac:chgData name="Ronan Ogor" userId="473d6ea9-be06-4609-b78d-125cc115ecf4" providerId="ADAL" clId="{B37DBE06-60B1-490B-8536-C4820F00D834}" dt="2025-06-03T16:18:54.779" v="892" actId="1076"/>
          <ac:spMkLst>
            <pc:docMk/>
            <pc:sldMk cId="3343501504" sldId="4580"/>
            <ac:spMk id="26" creationId="{66EEA85A-65FC-9F6B-3DE7-9DD9548065F7}"/>
          </ac:spMkLst>
        </pc:spChg>
        <pc:picChg chg="add mod">
          <ac:chgData name="Ronan Ogor" userId="473d6ea9-be06-4609-b78d-125cc115ecf4" providerId="ADAL" clId="{B37DBE06-60B1-490B-8536-C4820F00D834}" dt="2025-06-03T16:15:55.253" v="832" actId="1076"/>
          <ac:picMkLst>
            <pc:docMk/>
            <pc:sldMk cId="3343501504" sldId="4580"/>
            <ac:picMk id="9" creationId="{50961E23-CFEA-8DEE-146C-6C8B727C0AC6}"/>
          </ac:picMkLst>
        </pc:picChg>
        <pc:picChg chg="add mod">
          <ac:chgData name="Ronan Ogor" userId="473d6ea9-be06-4609-b78d-125cc115ecf4" providerId="ADAL" clId="{B37DBE06-60B1-490B-8536-C4820F00D834}" dt="2025-06-03T16:16:54.811" v="851" actId="1076"/>
          <ac:picMkLst>
            <pc:docMk/>
            <pc:sldMk cId="3343501504" sldId="4580"/>
            <ac:picMk id="11" creationId="{82E87DC2-6B1C-ACD7-76FF-272F0347317F}"/>
          </ac:picMkLst>
        </pc:picChg>
        <pc:picChg chg="add mod">
          <ac:chgData name="Ronan Ogor" userId="473d6ea9-be06-4609-b78d-125cc115ecf4" providerId="ADAL" clId="{B37DBE06-60B1-490B-8536-C4820F00D834}" dt="2025-06-03T16:18:34.546" v="886" actId="1076"/>
          <ac:picMkLst>
            <pc:docMk/>
            <pc:sldMk cId="3343501504" sldId="4580"/>
            <ac:picMk id="23" creationId="{CFE718C9-6F6B-E56F-9CBF-2B3BF59BF455}"/>
          </ac:picMkLst>
        </pc:picChg>
        <pc:picChg chg="add mod">
          <ac:chgData name="Ronan Ogor" userId="473d6ea9-be06-4609-b78d-125cc115ecf4" providerId="ADAL" clId="{B37DBE06-60B1-490B-8536-C4820F00D834}" dt="2025-06-03T16:18:56.706" v="893" actId="1076"/>
          <ac:picMkLst>
            <pc:docMk/>
            <pc:sldMk cId="3343501504" sldId="4580"/>
            <ac:picMk id="27" creationId="{E90F124A-8E8A-9944-21B3-8A707C3B37E3}"/>
          </ac:picMkLst>
        </pc:picChg>
        <pc:cxnChg chg="add mod">
          <ac:chgData name="Ronan Ogor" userId="473d6ea9-be06-4609-b78d-125cc115ecf4" providerId="ADAL" clId="{B37DBE06-60B1-490B-8536-C4820F00D834}" dt="2025-06-03T16:11:53.170" v="779" actId="1076"/>
          <ac:cxnSpMkLst>
            <pc:docMk/>
            <pc:sldMk cId="3343501504" sldId="4580"/>
            <ac:cxnSpMk id="13" creationId="{F1EB1390-4F4E-8AE9-A018-86B6A993D8FF}"/>
          </ac:cxnSpMkLst>
        </pc:cxnChg>
        <pc:cxnChg chg="add mod">
          <ac:chgData name="Ronan Ogor" userId="473d6ea9-be06-4609-b78d-125cc115ecf4" providerId="ADAL" clId="{B37DBE06-60B1-490B-8536-C4820F00D834}" dt="2025-06-03T16:19:09.115" v="896" actId="1076"/>
          <ac:cxnSpMkLst>
            <pc:docMk/>
            <pc:sldMk cId="3343501504" sldId="4580"/>
            <ac:cxnSpMk id="20" creationId="{B306BEB3-3DE6-F5AD-CB8B-4CB1FA919B77}"/>
          </ac:cxnSpMkLst>
        </pc:cxnChg>
        <pc:cxnChg chg="add mod">
          <ac:chgData name="Ronan Ogor" userId="473d6ea9-be06-4609-b78d-125cc115ecf4" providerId="ADAL" clId="{B37DBE06-60B1-490B-8536-C4820F00D834}" dt="2025-06-03T16:18:52.386" v="891" actId="14100"/>
          <ac:cxnSpMkLst>
            <pc:docMk/>
            <pc:sldMk cId="3343501504" sldId="4580"/>
            <ac:cxnSpMk id="28" creationId="{4F92AAB2-2877-59F7-9A81-353949EDDC17}"/>
          </ac:cxnSpMkLst>
        </pc:cxnChg>
      </pc:sldChg>
      <pc:sldChg chg="addSp delSp modSp add mod modAnim">
        <pc:chgData name="Ronan Ogor" userId="473d6ea9-be06-4609-b78d-125cc115ecf4" providerId="ADAL" clId="{B37DBE06-60B1-490B-8536-C4820F00D834}" dt="2025-06-04T08:54:00.036" v="1514" actId="478"/>
        <pc:sldMkLst>
          <pc:docMk/>
          <pc:sldMk cId="1236426333" sldId="4581"/>
        </pc:sldMkLst>
        <pc:spChg chg="add mod">
          <ac:chgData name="Ronan Ogor" userId="473d6ea9-be06-4609-b78d-125cc115ecf4" providerId="ADAL" clId="{B37DBE06-60B1-490B-8536-C4820F00D834}" dt="2025-06-04T08:53:58.652" v="1513"/>
          <ac:spMkLst>
            <pc:docMk/>
            <pc:sldMk cId="1236426333" sldId="4581"/>
            <ac:spMk id="2" creationId="{93A73857-BB42-D515-FF23-1E6C3051A1B1}"/>
          </ac:spMkLst>
        </pc:spChg>
        <pc:spChg chg="mod">
          <ac:chgData name="Ronan Ogor" userId="473d6ea9-be06-4609-b78d-125cc115ecf4" providerId="ADAL" clId="{B37DBE06-60B1-490B-8536-C4820F00D834}" dt="2025-06-04T08:53:22.163" v="1509" actId="1076"/>
          <ac:spMkLst>
            <pc:docMk/>
            <pc:sldMk cId="1236426333" sldId="4581"/>
            <ac:spMk id="4" creationId="{A3B268A2-0C3D-9F2E-12B1-2AD176B82671}"/>
          </ac:spMkLst>
        </pc:spChg>
        <pc:spChg chg="add mod">
          <ac:chgData name="Ronan Ogor" userId="473d6ea9-be06-4609-b78d-125cc115ecf4" providerId="ADAL" clId="{B37DBE06-60B1-490B-8536-C4820F00D834}" dt="2025-06-03T15:59:30.235" v="490" actId="1076"/>
          <ac:spMkLst>
            <pc:docMk/>
            <pc:sldMk cId="1236426333" sldId="4581"/>
            <ac:spMk id="38" creationId="{1400257F-77AA-F43C-88C2-181B0912C8AE}"/>
          </ac:spMkLst>
        </pc:spChg>
        <pc:spChg chg="add mod">
          <ac:chgData name="Ronan Ogor" userId="473d6ea9-be06-4609-b78d-125cc115ecf4" providerId="ADAL" clId="{B37DBE06-60B1-490B-8536-C4820F00D834}" dt="2025-06-03T15:59:30.235" v="490" actId="1076"/>
          <ac:spMkLst>
            <pc:docMk/>
            <pc:sldMk cId="1236426333" sldId="4581"/>
            <ac:spMk id="40" creationId="{9AFD635D-9F06-880F-E3C2-E9B213115EAE}"/>
          </ac:spMkLst>
        </pc:spChg>
        <pc:spChg chg="add mod">
          <ac:chgData name="Ronan Ogor" userId="473d6ea9-be06-4609-b78d-125cc115ecf4" providerId="ADAL" clId="{B37DBE06-60B1-490B-8536-C4820F00D834}" dt="2025-06-03T15:59:30.235" v="490" actId="1076"/>
          <ac:spMkLst>
            <pc:docMk/>
            <pc:sldMk cId="1236426333" sldId="4581"/>
            <ac:spMk id="45" creationId="{CB73C5E2-7235-407B-E56D-ED306A3E0A12}"/>
          </ac:spMkLst>
        </pc:spChg>
        <pc:spChg chg="add mod">
          <ac:chgData name="Ronan Ogor" userId="473d6ea9-be06-4609-b78d-125cc115ecf4" providerId="ADAL" clId="{B37DBE06-60B1-490B-8536-C4820F00D834}" dt="2025-06-03T15:59:30.235" v="490" actId="1076"/>
          <ac:spMkLst>
            <pc:docMk/>
            <pc:sldMk cId="1236426333" sldId="4581"/>
            <ac:spMk id="48" creationId="{76807277-08EE-2D5C-DA3A-BFA5BC9CEDD5}"/>
          </ac:spMkLst>
        </pc:spChg>
        <pc:spChg chg="add mod">
          <ac:chgData name="Ronan Ogor" userId="473d6ea9-be06-4609-b78d-125cc115ecf4" providerId="ADAL" clId="{B37DBE06-60B1-490B-8536-C4820F00D834}" dt="2025-06-03T15:59:30.235" v="490" actId="1076"/>
          <ac:spMkLst>
            <pc:docMk/>
            <pc:sldMk cId="1236426333" sldId="4581"/>
            <ac:spMk id="55" creationId="{D0F58FBB-D1EE-899E-B9F6-83F1D8A39B84}"/>
          </ac:spMkLst>
        </pc:spChg>
        <pc:spChg chg="add mod">
          <ac:chgData name="Ronan Ogor" userId="473d6ea9-be06-4609-b78d-125cc115ecf4" providerId="ADAL" clId="{B37DBE06-60B1-490B-8536-C4820F00D834}" dt="2025-06-03T15:59:30.235" v="490" actId="1076"/>
          <ac:spMkLst>
            <pc:docMk/>
            <pc:sldMk cId="1236426333" sldId="4581"/>
            <ac:spMk id="56" creationId="{44BF702C-D8F3-037B-AD04-6BE9C9373BD5}"/>
          </ac:spMkLst>
        </pc:spChg>
        <pc:picChg chg="mod">
          <ac:chgData name="Ronan Ogor" userId="473d6ea9-be06-4609-b78d-125cc115ecf4" providerId="ADAL" clId="{B37DBE06-60B1-490B-8536-C4820F00D834}" dt="2025-06-03T15:59:30.235" v="490" actId="1076"/>
          <ac:picMkLst>
            <pc:docMk/>
            <pc:sldMk cId="1236426333" sldId="4581"/>
            <ac:picMk id="28" creationId="{8390CAB1-47BB-CC26-0BAE-38C4EE6ACFFD}"/>
          </ac:picMkLst>
        </pc:picChg>
        <pc:cxnChg chg="add mod">
          <ac:chgData name="Ronan Ogor" userId="473d6ea9-be06-4609-b78d-125cc115ecf4" providerId="ADAL" clId="{B37DBE06-60B1-490B-8536-C4820F00D834}" dt="2025-06-03T15:59:30.235" v="490" actId="1076"/>
          <ac:cxnSpMkLst>
            <pc:docMk/>
            <pc:sldMk cId="1236426333" sldId="4581"/>
            <ac:cxnSpMk id="20" creationId="{B40DAE07-B54E-FA58-488D-0024DA4F57BA}"/>
          </ac:cxnSpMkLst>
        </pc:cxnChg>
        <pc:cxnChg chg="add mod">
          <ac:chgData name="Ronan Ogor" userId="473d6ea9-be06-4609-b78d-125cc115ecf4" providerId="ADAL" clId="{B37DBE06-60B1-490B-8536-C4820F00D834}" dt="2025-06-03T15:59:00.782" v="483" actId="208"/>
          <ac:cxnSpMkLst>
            <pc:docMk/>
            <pc:sldMk cId="1236426333" sldId="4581"/>
            <ac:cxnSpMk id="43" creationId="{E09BF1C6-935A-AB5A-B579-8F794E29D172}"/>
          </ac:cxnSpMkLst>
        </pc:cxnChg>
        <pc:cxnChg chg="add mod">
          <ac:chgData name="Ronan Ogor" userId="473d6ea9-be06-4609-b78d-125cc115ecf4" providerId="ADAL" clId="{B37DBE06-60B1-490B-8536-C4820F00D834}" dt="2025-06-03T15:59:00.782" v="483" actId="208"/>
          <ac:cxnSpMkLst>
            <pc:docMk/>
            <pc:sldMk cId="1236426333" sldId="4581"/>
            <ac:cxnSpMk id="46" creationId="{AD92702D-6A51-9C99-80A0-2F129F5431B6}"/>
          </ac:cxnSpMkLst>
        </pc:cxnChg>
        <pc:cxnChg chg="add mod">
          <ac:chgData name="Ronan Ogor" userId="473d6ea9-be06-4609-b78d-125cc115ecf4" providerId="ADAL" clId="{B37DBE06-60B1-490B-8536-C4820F00D834}" dt="2025-06-03T15:59:30.235" v="490" actId="1076"/>
          <ac:cxnSpMkLst>
            <pc:docMk/>
            <pc:sldMk cId="1236426333" sldId="4581"/>
            <ac:cxnSpMk id="49" creationId="{9B4367A2-0458-49A9-5F58-BB551BF4C649}"/>
          </ac:cxnSpMkLst>
        </pc:cxnChg>
        <pc:cxnChg chg="add mod">
          <ac:chgData name="Ronan Ogor" userId="473d6ea9-be06-4609-b78d-125cc115ecf4" providerId="ADAL" clId="{B37DBE06-60B1-490B-8536-C4820F00D834}" dt="2025-06-03T15:59:00.782" v="483" actId="208"/>
          <ac:cxnSpMkLst>
            <pc:docMk/>
            <pc:sldMk cId="1236426333" sldId="4581"/>
            <ac:cxnSpMk id="51" creationId="{7B24D1AA-1E0B-49C9-EF78-1BF437703275}"/>
          </ac:cxnSpMkLst>
        </pc:cxnChg>
        <pc:cxnChg chg="add mod">
          <ac:chgData name="Ronan Ogor" userId="473d6ea9-be06-4609-b78d-125cc115ecf4" providerId="ADAL" clId="{B37DBE06-60B1-490B-8536-C4820F00D834}" dt="2025-06-03T15:59:30.235" v="490" actId="1076"/>
          <ac:cxnSpMkLst>
            <pc:docMk/>
            <pc:sldMk cId="1236426333" sldId="4581"/>
            <ac:cxnSpMk id="58" creationId="{2CD85570-F056-CC1D-DEDE-6A1FA8AE7659}"/>
          </ac:cxnSpMkLst>
        </pc:cxnChg>
      </pc:sldChg>
      <pc:sldChg chg="addSp delSp modSp add mod">
        <pc:chgData name="Ronan Ogor" userId="473d6ea9-be06-4609-b78d-125cc115ecf4" providerId="ADAL" clId="{B37DBE06-60B1-490B-8536-C4820F00D834}" dt="2025-06-07T06:55:45.505" v="5806" actId="14100"/>
        <pc:sldMkLst>
          <pc:docMk/>
          <pc:sldMk cId="0" sldId="4582"/>
        </pc:sldMkLst>
        <pc:spChg chg="mod">
          <ac:chgData name="Ronan Ogor" userId="473d6ea9-be06-4609-b78d-125cc115ecf4" providerId="ADAL" clId="{B37DBE06-60B1-490B-8536-C4820F00D834}" dt="2025-06-07T06:55:33.171" v="5802" actId="1076"/>
          <ac:spMkLst>
            <pc:docMk/>
            <pc:sldMk cId="0" sldId="4582"/>
            <ac:spMk id="2" creationId="{DBDE8284-4854-3406-0E9E-C0D3A2465A29}"/>
          </ac:spMkLst>
        </pc:spChg>
        <pc:spChg chg="mod">
          <ac:chgData name="Ronan Ogor" userId="473d6ea9-be06-4609-b78d-125cc115ecf4" providerId="ADAL" clId="{B37DBE06-60B1-490B-8536-C4820F00D834}" dt="2025-06-07T06:55:41.724" v="5804" actId="1076"/>
          <ac:spMkLst>
            <pc:docMk/>
            <pc:sldMk cId="0" sldId="4582"/>
            <ac:spMk id="4" creationId="{32C3254B-D5E1-8267-DD03-8F0D7875F69D}"/>
          </ac:spMkLst>
        </pc:spChg>
        <pc:spChg chg="mod">
          <ac:chgData name="Ronan Ogor" userId="473d6ea9-be06-4609-b78d-125cc115ecf4" providerId="ADAL" clId="{B37DBE06-60B1-490B-8536-C4820F00D834}" dt="2025-06-07T06:55:36.459" v="5803" actId="1076"/>
          <ac:spMkLst>
            <pc:docMk/>
            <pc:sldMk cId="0" sldId="4582"/>
            <ac:spMk id="5" creationId="{065B7682-9DD8-73A5-B591-4BEC01B7772E}"/>
          </ac:spMkLst>
        </pc:spChg>
        <pc:spChg chg="add del mod">
          <ac:chgData name="Ronan Ogor" userId="473d6ea9-be06-4609-b78d-125cc115ecf4" providerId="ADAL" clId="{B37DBE06-60B1-490B-8536-C4820F00D834}" dt="2025-06-07T06:55:29.219" v="5801" actId="1076"/>
          <ac:spMkLst>
            <pc:docMk/>
            <pc:sldMk cId="0" sldId="4582"/>
            <ac:spMk id="93" creationId="{00000000-0000-0000-0000-000000000000}"/>
          </ac:spMkLst>
        </pc:spChg>
        <pc:picChg chg="mod">
          <ac:chgData name="Ronan Ogor" userId="473d6ea9-be06-4609-b78d-125cc115ecf4" providerId="ADAL" clId="{B37DBE06-60B1-490B-8536-C4820F00D834}" dt="2025-06-07T06:55:41.724" v="5804" actId="1076"/>
          <ac:picMkLst>
            <pc:docMk/>
            <pc:sldMk cId="0" sldId="4582"/>
            <ac:picMk id="3" creationId="{0AF7D2A4-BE81-CBDE-5ECD-EE6A9C42D703}"/>
          </ac:picMkLst>
        </pc:picChg>
        <pc:picChg chg="mod">
          <ac:chgData name="Ronan Ogor" userId="473d6ea9-be06-4609-b78d-125cc115ecf4" providerId="ADAL" clId="{B37DBE06-60B1-490B-8536-C4820F00D834}" dt="2025-06-07T06:55:45.505" v="5806" actId="14100"/>
          <ac:picMkLst>
            <pc:docMk/>
            <pc:sldMk cId="0" sldId="4582"/>
            <ac:picMk id="6" creationId="{230A0B15-3610-A319-1410-3C0AE1383100}"/>
          </ac:picMkLst>
        </pc:picChg>
      </pc:sldChg>
      <pc:sldChg chg="addSp delSp modSp new mod setBg">
        <pc:chgData name="Ronan Ogor" userId="473d6ea9-be06-4609-b78d-125cc115ecf4" providerId="ADAL" clId="{B37DBE06-60B1-490B-8536-C4820F00D834}" dt="2025-06-07T04:41:06.384" v="3950" actId="6549"/>
        <pc:sldMkLst>
          <pc:docMk/>
          <pc:sldMk cId="3662263730" sldId="4583"/>
        </pc:sldMkLst>
        <pc:spChg chg="add mod">
          <ac:chgData name="Ronan Ogor" userId="473d6ea9-be06-4609-b78d-125cc115ecf4" providerId="ADAL" clId="{B37DBE06-60B1-490B-8536-C4820F00D834}" dt="2025-06-07T04:02:28.017" v="3368" actId="164"/>
          <ac:spMkLst>
            <pc:docMk/>
            <pc:sldMk cId="3662263730" sldId="4583"/>
            <ac:spMk id="2" creationId="{3DF523A5-244F-CC9C-60B5-C2FE8C2A7296}"/>
          </ac:spMkLst>
        </pc:spChg>
        <pc:spChg chg="add">
          <ac:chgData name="Ronan Ogor" userId="473d6ea9-be06-4609-b78d-125cc115ecf4" providerId="ADAL" clId="{B37DBE06-60B1-490B-8536-C4820F00D834}" dt="2025-06-03T16:20:02.681" v="903"/>
          <ac:spMkLst>
            <pc:docMk/>
            <pc:sldMk cId="3662263730" sldId="4583"/>
            <ac:spMk id="4" creationId="{6D526C56-001B-6285-20C3-D314203B9F1F}"/>
          </ac:spMkLst>
        </pc:spChg>
        <pc:spChg chg="add mod">
          <ac:chgData name="Ronan Ogor" userId="473d6ea9-be06-4609-b78d-125cc115ecf4" providerId="ADAL" clId="{B37DBE06-60B1-490B-8536-C4820F00D834}" dt="2025-06-07T04:41:06.384" v="3950" actId="6549"/>
          <ac:spMkLst>
            <pc:docMk/>
            <pc:sldMk cId="3662263730" sldId="4583"/>
            <ac:spMk id="7" creationId="{6E2867EE-7578-AE95-C738-2E0D96920B59}"/>
          </ac:spMkLst>
        </pc:spChg>
        <pc:spChg chg="add mod">
          <ac:chgData name="Ronan Ogor" userId="473d6ea9-be06-4609-b78d-125cc115ecf4" providerId="ADAL" clId="{B37DBE06-60B1-490B-8536-C4820F00D834}" dt="2025-06-07T04:02:28.017" v="3368" actId="164"/>
          <ac:spMkLst>
            <pc:docMk/>
            <pc:sldMk cId="3662263730" sldId="4583"/>
            <ac:spMk id="8" creationId="{84D22767-6606-D6CC-8747-E5E7A1BE8904}"/>
          </ac:spMkLst>
        </pc:spChg>
        <pc:spChg chg="add mod">
          <ac:chgData name="Ronan Ogor" userId="473d6ea9-be06-4609-b78d-125cc115ecf4" providerId="ADAL" clId="{B37DBE06-60B1-490B-8536-C4820F00D834}" dt="2025-06-07T04:02:28.017" v="3368" actId="164"/>
          <ac:spMkLst>
            <pc:docMk/>
            <pc:sldMk cId="3662263730" sldId="4583"/>
            <ac:spMk id="9" creationId="{42F00B64-FF63-A5C1-DD49-BF1527AE8B18}"/>
          </ac:spMkLst>
        </pc:spChg>
        <pc:grpChg chg="add mod">
          <ac:chgData name="Ronan Ogor" userId="473d6ea9-be06-4609-b78d-125cc115ecf4" providerId="ADAL" clId="{B37DBE06-60B1-490B-8536-C4820F00D834}" dt="2025-06-07T04:02:30.782" v="3370" actId="1076"/>
          <ac:grpSpMkLst>
            <pc:docMk/>
            <pc:sldMk cId="3662263730" sldId="4583"/>
            <ac:grpSpMk id="3" creationId="{B265306D-9E9D-36F7-63D5-09C41589BF22}"/>
          </ac:grpSpMkLst>
        </pc:grpChg>
        <pc:picChg chg="add mod">
          <ac:chgData name="Ronan Ogor" userId="473d6ea9-be06-4609-b78d-125cc115ecf4" providerId="ADAL" clId="{B37DBE06-60B1-490B-8536-C4820F00D834}" dt="2025-06-07T04:02:35.175" v="3373" actId="1076"/>
          <ac:picMkLst>
            <pc:docMk/>
            <pc:sldMk cId="3662263730" sldId="4583"/>
            <ac:picMk id="6" creationId="{9FF116EB-43D7-6D0D-910C-FD49D14E8D70}"/>
          </ac:picMkLst>
        </pc:pic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87027135" sldId="4584"/>
        </pc:sldMkLst>
        <pc:spChg chg="add mod">
          <ac:chgData name="Ronan Ogor" userId="473d6ea9-be06-4609-b78d-125cc115ecf4" providerId="ADAL" clId="{B37DBE06-60B1-490B-8536-C4820F00D834}" dt="2025-06-04T08:57:49.236" v="1589" actId="1076"/>
          <ac:spMkLst>
            <pc:docMk/>
            <pc:sldMk cId="87027135" sldId="4584"/>
            <ac:spMk id="2" creationId="{32210EA2-8F93-8B46-022A-2B04CCCC2F59}"/>
          </ac:spMkLst>
        </pc:spChg>
        <pc:spChg chg="add mod">
          <ac:chgData name="Ronan Ogor" userId="473d6ea9-be06-4609-b78d-125cc115ecf4" providerId="ADAL" clId="{B37DBE06-60B1-490B-8536-C4820F00D834}" dt="2025-06-07T04:35:38.001" v="3555" actId="207"/>
          <ac:spMkLst>
            <pc:docMk/>
            <pc:sldMk cId="87027135" sldId="4584"/>
            <ac:spMk id="3" creationId="{2A66D79D-55E1-977B-774B-229414AA451E}"/>
          </ac:spMkLst>
        </pc:spChg>
        <pc:spChg chg="add mod">
          <ac:chgData name="Ronan Ogor" userId="473d6ea9-be06-4609-b78d-125cc115ecf4" providerId="ADAL" clId="{B37DBE06-60B1-490B-8536-C4820F00D834}" dt="2025-06-04T09:14:58.789" v="1674" actId="1076"/>
          <ac:spMkLst>
            <pc:docMk/>
            <pc:sldMk cId="87027135" sldId="4584"/>
            <ac:spMk id="4" creationId="{61714EF6-505A-E5FF-CAA0-0DEC72508AE8}"/>
          </ac:spMkLst>
        </pc:spChg>
        <pc:spChg chg="add mod">
          <ac:chgData name="Ronan Ogor" userId="473d6ea9-be06-4609-b78d-125cc115ecf4" providerId="ADAL" clId="{B37DBE06-60B1-490B-8536-C4820F00D834}" dt="2025-06-05T01:58:11.303" v="1842" actId="20577"/>
          <ac:spMkLst>
            <pc:docMk/>
            <pc:sldMk cId="87027135" sldId="4584"/>
            <ac:spMk id="5" creationId="{9AD6A4B4-1E88-4B6B-B1A9-230CEA85CD75}"/>
          </ac:spMkLst>
        </pc:spChg>
        <pc:spChg chg="add mod">
          <ac:chgData name="Ronan Ogor" userId="473d6ea9-be06-4609-b78d-125cc115ecf4" providerId="ADAL" clId="{B37DBE06-60B1-490B-8536-C4820F00D834}" dt="2025-06-04T09:15:35.169" v="1680"/>
          <ac:spMkLst>
            <pc:docMk/>
            <pc:sldMk cId="87027135" sldId="4584"/>
            <ac:spMk id="6" creationId="{BB2F4479-307E-319E-BDAC-F02B83127372}"/>
          </ac:spMkLst>
        </pc:spChg>
        <pc:cxnChg chg="add mod">
          <ac:chgData name="Ronan Ogor" userId="473d6ea9-be06-4609-b78d-125cc115ecf4" providerId="ADAL" clId="{B37DBE06-60B1-490B-8536-C4820F00D834}" dt="2025-06-05T01:57:59.110" v="1837" actId="478"/>
          <ac:cxnSpMkLst>
            <pc:docMk/>
            <pc:sldMk cId="87027135" sldId="4584"/>
            <ac:cxnSpMk id="8" creationId="{05AF5931-310B-EE39-EC50-6012B3D6399C}"/>
          </ac:cxnSpMkLst>
        </pc:cxnChg>
        <pc:cxnChg chg="add mod">
          <ac:chgData name="Ronan Ogor" userId="473d6ea9-be06-4609-b78d-125cc115ecf4" providerId="ADAL" clId="{B37DBE06-60B1-490B-8536-C4820F00D834}" dt="2025-06-05T01:58:05.051" v="1839" actId="208"/>
          <ac:cxnSpMkLst>
            <pc:docMk/>
            <pc:sldMk cId="87027135" sldId="4584"/>
            <ac:cxnSpMk id="16" creationId="{177B1375-7433-C993-ED7E-43BB6A26F4C4}"/>
          </ac:cxnSpMkLst>
        </pc:cxnChg>
        <pc:cxnChg chg="add mod">
          <ac:chgData name="Ronan Ogor" userId="473d6ea9-be06-4609-b78d-125cc115ecf4" providerId="ADAL" clId="{B37DBE06-60B1-490B-8536-C4820F00D834}" dt="2025-06-05T01:59:44.921" v="1872" actId="1076"/>
          <ac:cxnSpMkLst>
            <pc:docMk/>
            <pc:sldMk cId="87027135" sldId="4584"/>
            <ac:cxnSpMk id="17" creationId="{B8072D32-0506-E978-DF03-82E412760B9E}"/>
          </ac:cxnSpMkLst>
        </pc:cxnChg>
        <pc:cxnChg chg="add mod">
          <ac:chgData name="Ronan Ogor" userId="473d6ea9-be06-4609-b78d-125cc115ecf4" providerId="ADAL" clId="{B37DBE06-60B1-490B-8536-C4820F00D834}" dt="2025-06-05T01:59:47.501" v="1873" actId="1076"/>
          <ac:cxnSpMkLst>
            <pc:docMk/>
            <pc:sldMk cId="87027135" sldId="4584"/>
            <ac:cxnSpMk id="22" creationId="{4457FEC2-E0FE-66C3-6A26-675628F1081A}"/>
          </ac:cxnSpMkLst>
        </pc:cxnChg>
      </pc:sldChg>
      <pc:sldChg chg="add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091423166" sldId="4585"/>
        </pc:sldMkLst>
        <pc:spChg chg="add mod">
          <ac:chgData name="Ronan Ogor" userId="473d6ea9-be06-4609-b78d-125cc115ecf4" providerId="ADAL" clId="{B37DBE06-60B1-490B-8536-C4820F00D834}" dt="2025-06-04T09:16:57.948" v="1683"/>
          <ac:spMkLst>
            <pc:docMk/>
            <pc:sldMk cId="4091423166" sldId="4585"/>
            <ac:spMk id="2" creationId="{FF3E91B3-E29B-2513-3FF9-65012053B399}"/>
          </ac:spMkLst>
        </pc:spChg>
        <pc:spChg chg="add mod">
          <ac:chgData name="Ronan Ogor" userId="473d6ea9-be06-4609-b78d-125cc115ecf4" providerId="ADAL" clId="{B37DBE06-60B1-490B-8536-C4820F00D834}" dt="2025-06-04T09:17:01.444" v="1684" actId="1076"/>
          <ac:spMkLst>
            <pc:docMk/>
            <pc:sldMk cId="4091423166" sldId="4585"/>
            <ac:spMk id="3" creationId="{95D70469-A44F-48BA-7D69-06FD18A39520}"/>
          </ac:spMkLst>
        </pc:spChg>
        <pc:spChg chg="add mod">
          <ac:chgData name="Ronan Ogor" userId="473d6ea9-be06-4609-b78d-125cc115ecf4" providerId="ADAL" clId="{B37DBE06-60B1-490B-8536-C4820F00D834}" dt="2025-06-04T09:24:35.723" v="1712" actId="20577"/>
          <ac:spMkLst>
            <pc:docMk/>
            <pc:sldMk cId="4091423166" sldId="4585"/>
            <ac:spMk id="4" creationId="{FD28E13B-7EC0-3724-17D2-7C193F19E2CD}"/>
          </ac:spMkLst>
        </pc:spChg>
        <pc:spChg chg="add mod">
          <ac:chgData name="Ronan Ogor" userId="473d6ea9-be06-4609-b78d-125cc115ecf4" providerId="ADAL" clId="{B37DBE06-60B1-490B-8536-C4820F00D834}" dt="2025-06-04T09:25:43.234" v="1719" actId="1076"/>
          <ac:spMkLst>
            <pc:docMk/>
            <pc:sldMk cId="4091423166" sldId="4585"/>
            <ac:spMk id="6" creationId="{A4626AF9-0F05-6860-9609-042BE09C877C}"/>
          </ac:spMkLst>
        </pc:spChg>
      </pc:sldChg>
      <pc:sldChg chg="add del">
        <pc:chgData name="Ronan Ogor" userId="473d6ea9-be06-4609-b78d-125cc115ecf4" providerId="ADAL" clId="{B37DBE06-60B1-490B-8536-C4820F00D834}" dt="2025-06-07T03:46:15.160" v="3109" actId="47"/>
        <pc:sldMkLst>
          <pc:docMk/>
          <pc:sldMk cId="1568325183" sldId="4586"/>
        </pc:sldMkLst>
      </pc:sldChg>
      <pc:sldChg chg="add del">
        <pc:chgData name="Ronan Ogor" userId="473d6ea9-be06-4609-b78d-125cc115ecf4" providerId="ADAL" clId="{B37DBE06-60B1-490B-8536-C4820F00D834}" dt="2025-06-07T03:46:11.259" v="3108" actId="47"/>
        <pc:sldMkLst>
          <pc:docMk/>
          <pc:sldMk cId="3271625153" sldId="4587"/>
        </pc:sldMkLst>
      </pc:sldChg>
      <pc:sldChg chg="addSp delSp modSp new mod">
        <pc:chgData name="Ronan Ogor" userId="473d6ea9-be06-4609-b78d-125cc115ecf4" providerId="ADAL" clId="{B37DBE06-60B1-490B-8536-C4820F00D834}" dt="2025-06-05T01:57:07.525" v="1826" actId="1076"/>
        <pc:sldMkLst>
          <pc:docMk/>
          <pc:sldMk cId="861721776" sldId="4588"/>
        </pc:sldMkLst>
        <pc:spChg chg="add mod">
          <ac:chgData name="Ronan Ogor" userId="473d6ea9-be06-4609-b78d-125cc115ecf4" providerId="ADAL" clId="{B37DBE06-60B1-490B-8536-C4820F00D834}" dt="2025-06-04T08:50:25.270" v="1451" actId="1076"/>
          <ac:spMkLst>
            <pc:docMk/>
            <pc:sldMk cId="861721776" sldId="4588"/>
            <ac:spMk id="4" creationId="{3860B28E-BC60-55D7-99C9-9C39095B3D6E}"/>
          </ac:spMkLst>
        </pc:spChg>
        <pc:spChg chg="add mod">
          <ac:chgData name="Ronan Ogor" userId="473d6ea9-be06-4609-b78d-125cc115ecf4" providerId="ADAL" clId="{B37DBE06-60B1-490B-8536-C4820F00D834}" dt="2025-06-04T08:52:54.731" v="1492" actId="1076"/>
          <ac:spMkLst>
            <pc:docMk/>
            <pc:sldMk cId="861721776" sldId="4588"/>
            <ac:spMk id="5" creationId="{4E4CC12B-A0B1-61D0-0A71-B18C095A0CE1}"/>
          </ac:spMkLst>
        </pc:spChg>
        <pc:spChg chg="add mod">
          <ac:chgData name="Ronan Ogor" userId="473d6ea9-be06-4609-b78d-125cc115ecf4" providerId="ADAL" clId="{B37DBE06-60B1-490B-8536-C4820F00D834}" dt="2025-06-04T08:47:19.380" v="1217" actId="207"/>
          <ac:spMkLst>
            <pc:docMk/>
            <pc:sldMk cId="861721776" sldId="4588"/>
            <ac:spMk id="6" creationId="{2F494390-FC70-8CBE-95B1-8E5BB3D71763}"/>
          </ac:spMkLst>
        </pc:spChg>
        <pc:spChg chg="add mod">
          <ac:chgData name="Ronan Ogor" userId="473d6ea9-be06-4609-b78d-125cc115ecf4" providerId="ADAL" clId="{B37DBE06-60B1-490B-8536-C4820F00D834}" dt="2025-06-05T01:57:07.525" v="1826" actId="1076"/>
          <ac:spMkLst>
            <pc:docMk/>
            <pc:sldMk cId="861721776" sldId="4588"/>
            <ac:spMk id="9" creationId="{53C43BA4-4FF7-2842-4124-7E5B60292E43}"/>
          </ac:spMkLst>
        </pc:spChg>
        <pc:spChg chg="add mod">
          <ac:chgData name="Ronan Ogor" userId="473d6ea9-be06-4609-b78d-125cc115ecf4" providerId="ADAL" clId="{B37DBE06-60B1-490B-8536-C4820F00D834}" dt="2025-06-04T08:52:53.155" v="1491" actId="1076"/>
          <ac:spMkLst>
            <pc:docMk/>
            <pc:sldMk cId="861721776" sldId="4588"/>
            <ac:spMk id="11" creationId="{FEC6462C-F6AE-6EF8-122B-8F876CEC7908}"/>
          </ac:spMkLst>
        </pc:spChg>
        <pc:picChg chg="add mod">
          <ac:chgData name="Ronan Ogor" userId="473d6ea9-be06-4609-b78d-125cc115ecf4" providerId="ADAL" clId="{B37DBE06-60B1-490B-8536-C4820F00D834}" dt="2025-06-04T08:52:13.015" v="1476" actId="1076"/>
          <ac:picMkLst>
            <pc:docMk/>
            <pc:sldMk cId="861721776" sldId="4588"/>
            <ac:picMk id="8" creationId="{B763E8C7-7CFC-24E8-1074-7D7B604DE5AB}"/>
          </ac:picMkLst>
        </pc:picChg>
      </pc:sldChg>
      <pc:sldChg chg="addSp delSp modSp add mod modAnim">
        <pc:chgData name="Ronan Ogor" userId="473d6ea9-be06-4609-b78d-125cc115ecf4" providerId="ADAL" clId="{B37DBE06-60B1-490B-8536-C4820F00D834}" dt="2025-06-07T07:02:29.212" v="5904"/>
        <pc:sldMkLst>
          <pc:docMk/>
          <pc:sldMk cId="2425655690" sldId="4589"/>
        </pc:sldMkLst>
        <pc:spChg chg="add mod">
          <ac:chgData name="Ronan Ogor" userId="473d6ea9-be06-4609-b78d-125cc115ecf4" providerId="ADAL" clId="{B37DBE06-60B1-490B-8536-C4820F00D834}" dt="2025-06-07T05:03:31.434" v="4273" actId="207"/>
          <ac:spMkLst>
            <pc:docMk/>
            <pc:sldMk cId="2425655690" sldId="4589"/>
            <ac:spMk id="3" creationId="{0D28B542-CCF6-7F5C-E03E-461F1C3E18BA}"/>
          </ac:spMkLst>
        </pc:spChg>
        <pc:spChg chg="add mod">
          <ac:chgData name="Ronan Ogor" userId="473d6ea9-be06-4609-b78d-125cc115ecf4" providerId="ADAL" clId="{B37DBE06-60B1-490B-8536-C4820F00D834}" dt="2025-06-07T05:03:26.025" v="4272" actId="207"/>
          <ac:spMkLst>
            <pc:docMk/>
            <pc:sldMk cId="2425655690" sldId="4589"/>
            <ac:spMk id="4" creationId="{023E8F09-00EA-C05A-7578-A7F36825CDD0}"/>
          </ac:spMkLst>
        </pc:spChg>
        <pc:spChg chg="add del mod">
          <ac:chgData name="Ronan Ogor" userId="473d6ea9-be06-4609-b78d-125cc115ecf4" providerId="ADAL" clId="{B37DBE06-60B1-490B-8536-C4820F00D834}" dt="2025-06-07T05:08:26.908" v="4375" actId="478"/>
          <ac:spMkLst>
            <pc:docMk/>
            <pc:sldMk cId="2425655690" sldId="4589"/>
            <ac:spMk id="5" creationId="{B10F5719-9545-84B2-BA14-572436C9CA15}"/>
          </ac:spMkLst>
        </pc:spChg>
        <pc:spChg chg="add mod">
          <ac:chgData name="Ronan Ogor" userId="473d6ea9-be06-4609-b78d-125cc115ecf4" providerId="ADAL" clId="{B37DBE06-60B1-490B-8536-C4820F00D834}" dt="2025-06-07T05:08:34.483" v="4377" actId="1076"/>
          <ac:spMkLst>
            <pc:docMk/>
            <pc:sldMk cId="2425655690" sldId="4589"/>
            <ac:spMk id="8" creationId="{06600113-4DA6-B5D4-5240-ED1F21BA27C7}"/>
          </ac:spMkLst>
        </pc:spChg>
        <pc:spChg chg="add mod">
          <ac:chgData name="Ronan Ogor" userId="473d6ea9-be06-4609-b78d-125cc115ecf4" providerId="ADAL" clId="{B37DBE06-60B1-490B-8536-C4820F00D834}" dt="2025-06-07T05:08:34.483" v="4377" actId="1076"/>
          <ac:spMkLst>
            <pc:docMk/>
            <pc:sldMk cId="2425655690" sldId="4589"/>
            <ac:spMk id="9" creationId="{C48108B7-152D-A770-CA60-ED52C4C22F5F}"/>
          </ac:spMkLst>
        </pc:spChg>
        <pc:spChg chg="add mod">
          <ac:chgData name="Ronan Ogor" userId="473d6ea9-be06-4609-b78d-125cc115ecf4" providerId="ADAL" clId="{B37DBE06-60B1-490B-8536-C4820F00D834}" dt="2025-06-07T07:02:26.265" v="5903" actId="1076"/>
          <ac:spMkLst>
            <pc:docMk/>
            <pc:sldMk cId="2425655690" sldId="4589"/>
            <ac:spMk id="10" creationId="{EAFE76F1-8DA7-2C92-D0A9-DC158A602ED4}"/>
          </ac:spMkLst>
        </pc:spChg>
        <pc:spChg chg="add">
          <ac:chgData name="Ronan Ogor" userId="473d6ea9-be06-4609-b78d-125cc115ecf4" providerId="ADAL" clId="{B37DBE06-60B1-490B-8536-C4820F00D834}" dt="2025-06-07T05:06:51.959" v="4348"/>
          <ac:spMkLst>
            <pc:docMk/>
            <pc:sldMk cId="2425655690" sldId="4589"/>
            <ac:spMk id="13" creationId="{A3E29BEA-7B2E-332D-1DF7-276F7225F81F}"/>
          </ac:spMkLst>
        </pc:spChg>
        <pc:spChg chg="add mod">
          <ac:chgData name="Ronan Ogor" userId="473d6ea9-be06-4609-b78d-125cc115ecf4" providerId="ADAL" clId="{B37DBE06-60B1-490B-8536-C4820F00D834}" dt="2025-06-07T05:08:34.483" v="4377" actId="1076"/>
          <ac:spMkLst>
            <pc:docMk/>
            <pc:sldMk cId="2425655690" sldId="4589"/>
            <ac:spMk id="16" creationId="{9B92E515-EA5B-E4A9-E085-C3EB4D69B5B0}"/>
          </ac:spMkLst>
        </pc:spChg>
        <pc:cxnChg chg="add mod">
          <ac:chgData name="Ronan Ogor" userId="473d6ea9-be06-4609-b78d-125cc115ecf4" providerId="ADAL" clId="{B37DBE06-60B1-490B-8536-C4820F00D834}" dt="2025-06-07T05:08:30.980" v="4376" actId="1076"/>
          <ac:cxnSpMkLst>
            <pc:docMk/>
            <pc:sldMk cId="2425655690" sldId="4589"/>
            <ac:cxnSpMk id="7" creationId="{C4137A95-EEBD-9DFC-9523-F84ECDB2BA53}"/>
          </ac:cxnSpMkLst>
        </pc:cxnChg>
        <pc:cxnChg chg="add mod">
          <ac:chgData name="Ronan Ogor" userId="473d6ea9-be06-4609-b78d-125cc115ecf4" providerId="ADAL" clId="{B37DBE06-60B1-490B-8536-C4820F00D834}" dt="2025-06-07T07:02:26.265" v="5903" actId="1076"/>
          <ac:cxnSpMkLst>
            <pc:docMk/>
            <pc:sldMk cId="2425655690" sldId="4589"/>
            <ac:cxnSpMk id="11" creationId="{EF3D65D6-0D8A-1C32-366B-6C969DBD09FC}"/>
          </ac:cxnSpMkLst>
        </pc:cxnChg>
        <pc:cxnChg chg="add mod">
          <ac:chgData name="Ronan Ogor" userId="473d6ea9-be06-4609-b78d-125cc115ecf4" providerId="ADAL" clId="{B37DBE06-60B1-490B-8536-C4820F00D834}" dt="2025-06-07T05:08:34.483" v="4377" actId="1076"/>
          <ac:cxnSpMkLst>
            <pc:docMk/>
            <pc:sldMk cId="2425655690" sldId="4589"/>
            <ac:cxnSpMk id="14" creationId="{D730FEA8-CC4F-5470-CA0A-6E0D3367C4B7}"/>
          </ac:cxnSpMkLst>
        </pc:cxnChg>
      </pc:sldChg>
      <pc:sldChg chg="addSp delSp modSp add mod delAnim modAnim">
        <pc:chgData name="Ronan Ogor" userId="473d6ea9-be06-4609-b78d-125cc115ecf4" providerId="ADAL" clId="{B37DBE06-60B1-490B-8536-C4820F00D834}" dt="2025-06-07T07:03:04.557" v="5907" actId="1076"/>
        <pc:sldMkLst>
          <pc:docMk/>
          <pc:sldMk cId="3388518053" sldId="4590"/>
        </pc:sldMkLst>
        <pc:spChg chg="add mod">
          <ac:chgData name="Ronan Ogor" userId="473d6ea9-be06-4609-b78d-125cc115ecf4" providerId="ADAL" clId="{B37DBE06-60B1-490B-8536-C4820F00D834}" dt="2025-06-07T05:31:37.449" v="4774" actId="207"/>
          <ac:spMkLst>
            <pc:docMk/>
            <pc:sldMk cId="3388518053" sldId="4590"/>
            <ac:spMk id="2" creationId="{BD2F86BE-321B-3C9E-2EAB-7094E0B3F031}"/>
          </ac:spMkLst>
        </pc:spChg>
        <pc:spChg chg="add mod">
          <ac:chgData name="Ronan Ogor" userId="473d6ea9-be06-4609-b78d-125cc115ecf4" providerId="ADAL" clId="{B37DBE06-60B1-490B-8536-C4820F00D834}" dt="2025-06-07T05:41:31.402" v="4804" actId="113"/>
          <ac:spMkLst>
            <pc:docMk/>
            <pc:sldMk cId="3388518053" sldId="4590"/>
            <ac:spMk id="6" creationId="{0A5342E0-9AFE-1454-6498-7132B181ED5C}"/>
          </ac:spMkLst>
        </pc:spChg>
        <pc:spChg chg="add mod">
          <ac:chgData name="Ronan Ogor" userId="473d6ea9-be06-4609-b78d-125cc115ecf4" providerId="ADAL" clId="{B37DBE06-60B1-490B-8536-C4820F00D834}" dt="2025-06-07T07:03:04.557" v="5907" actId="1076"/>
          <ac:spMkLst>
            <pc:docMk/>
            <pc:sldMk cId="3388518053" sldId="4590"/>
            <ac:spMk id="9" creationId="{84E72E0F-8B8B-547B-8978-8B2DDF07C0AA}"/>
          </ac:spMkLst>
        </pc:spChg>
        <pc:spChg chg="add del mod">
          <ac:chgData name="Ronan Ogor" userId="473d6ea9-be06-4609-b78d-125cc115ecf4" providerId="ADAL" clId="{B37DBE06-60B1-490B-8536-C4820F00D834}" dt="2025-06-07T06:40:10.896" v="5442" actId="478"/>
          <ac:spMkLst>
            <pc:docMk/>
            <pc:sldMk cId="3388518053" sldId="4590"/>
            <ac:spMk id="13" creationId="{F22CDDA1-D80C-9BCE-A44D-7347C4943A76}"/>
          </ac:spMkLst>
        </pc:spChg>
        <pc:spChg chg="add mod">
          <ac:chgData name="Ronan Ogor" userId="473d6ea9-be06-4609-b78d-125cc115ecf4" providerId="ADAL" clId="{B37DBE06-60B1-490B-8536-C4820F00D834}" dt="2025-06-07T06:40:37.941" v="5448" actId="1076"/>
          <ac:spMkLst>
            <pc:docMk/>
            <pc:sldMk cId="3388518053" sldId="4590"/>
            <ac:spMk id="18" creationId="{B8AB0923-5FFC-DA57-2569-31C82966C178}"/>
          </ac:spMkLst>
        </pc:spChg>
        <pc:picChg chg="add mod">
          <ac:chgData name="Ronan Ogor" userId="473d6ea9-be06-4609-b78d-125cc115ecf4" providerId="ADAL" clId="{B37DBE06-60B1-490B-8536-C4820F00D834}" dt="2025-06-07T05:40:28.305" v="4775"/>
          <ac:picMkLst>
            <pc:docMk/>
            <pc:sldMk cId="3388518053" sldId="4590"/>
            <ac:picMk id="3" creationId="{2302F624-2F26-5772-BE2F-C6594A7AC135}"/>
          </ac:picMkLst>
        </pc:picChg>
        <pc:picChg chg="add mod">
          <ac:chgData name="Ronan Ogor" userId="473d6ea9-be06-4609-b78d-125cc115ecf4" providerId="ADAL" clId="{B37DBE06-60B1-490B-8536-C4820F00D834}" dt="2025-06-07T05:40:28.305" v="4775"/>
          <ac:picMkLst>
            <pc:docMk/>
            <pc:sldMk cId="3388518053" sldId="4590"/>
            <ac:picMk id="4" creationId="{C70BBFA5-88B5-F8E7-C02F-11A192B60D80}"/>
          </ac:picMkLst>
        </pc:picChg>
        <pc:picChg chg="add del mod">
          <ac:chgData name="Ronan Ogor" userId="473d6ea9-be06-4609-b78d-125cc115ecf4" providerId="ADAL" clId="{B37DBE06-60B1-490B-8536-C4820F00D834}" dt="2025-06-07T05:43:24.654" v="4826" actId="478"/>
          <ac:picMkLst>
            <pc:docMk/>
            <pc:sldMk cId="3388518053" sldId="4590"/>
            <ac:picMk id="8" creationId="{1D1ACAD8-0EA3-C399-6A22-F963FC208AD4}"/>
          </ac:picMkLst>
        </pc:picChg>
        <pc:picChg chg="add mod ord">
          <ac:chgData name="Ronan Ogor" userId="473d6ea9-be06-4609-b78d-125cc115ecf4" providerId="ADAL" clId="{B37DBE06-60B1-490B-8536-C4820F00D834}" dt="2025-06-07T06:40:37.941" v="5448" actId="1076"/>
          <ac:picMkLst>
            <pc:docMk/>
            <pc:sldMk cId="3388518053" sldId="4590"/>
            <ac:picMk id="15" creationId="{32BCECFF-6B0E-2E5C-2562-060270F07B85}"/>
          </ac:picMkLst>
        </pc:picChg>
        <pc:picChg chg="add mod">
          <ac:chgData name="Ronan Ogor" userId="473d6ea9-be06-4609-b78d-125cc115ecf4" providerId="ADAL" clId="{B37DBE06-60B1-490B-8536-C4820F00D834}" dt="2025-06-07T06:40:37.941" v="5448" actId="1076"/>
          <ac:picMkLst>
            <pc:docMk/>
            <pc:sldMk cId="3388518053" sldId="4590"/>
            <ac:picMk id="17" creationId="{BE4913FA-4ACB-A062-C969-E7BF5CFAD850}"/>
          </ac:picMkLst>
        </pc:picChg>
        <pc:picChg chg="add mod ord">
          <ac:chgData name="Ronan Ogor" userId="473d6ea9-be06-4609-b78d-125cc115ecf4" providerId="ADAL" clId="{B37DBE06-60B1-490B-8536-C4820F00D834}" dt="2025-06-07T06:40:37.941" v="5448" actId="1076"/>
          <ac:picMkLst>
            <pc:docMk/>
            <pc:sldMk cId="3388518053" sldId="4590"/>
            <ac:picMk id="20" creationId="{31EEC423-55CE-C349-0DE0-3FA1ADC90671}"/>
          </ac:picMkLst>
        </pc:picChg>
        <pc:cxnChg chg="add mod">
          <ac:chgData name="Ronan Ogor" userId="473d6ea9-be06-4609-b78d-125cc115ecf4" providerId="ADAL" clId="{B37DBE06-60B1-490B-8536-C4820F00D834}" dt="2025-06-07T06:40:37.941" v="5448" actId="1076"/>
          <ac:cxnSpMkLst>
            <pc:docMk/>
            <pc:sldMk cId="3388518053" sldId="4590"/>
            <ac:cxnSpMk id="11" creationId="{C7F0CF37-8A86-2DDB-0173-3CF595832622}"/>
          </ac:cxnSpMkLst>
        </pc:cxnChg>
        <pc:cxnChg chg="add del mod">
          <ac:chgData name="Ronan Ogor" userId="473d6ea9-be06-4609-b78d-125cc115ecf4" providerId="ADAL" clId="{B37DBE06-60B1-490B-8536-C4820F00D834}" dt="2025-06-07T06:40:26.289" v="5447" actId="478"/>
          <ac:cxnSpMkLst>
            <pc:docMk/>
            <pc:sldMk cId="3388518053" sldId="4590"/>
            <ac:cxnSpMk id="12" creationId="{897970C5-5C18-9250-C862-C2067766BAA2}"/>
          </ac:cxnSpMkLst>
        </pc:cxn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647061615" sldId="4591"/>
        </pc:sldMkLst>
        <pc:spChg chg="add mod">
          <ac:chgData name="Ronan Ogor" userId="473d6ea9-be06-4609-b78d-125cc115ecf4" providerId="ADAL" clId="{B37DBE06-60B1-490B-8536-C4820F00D834}" dt="2025-06-04T09:25:51.316" v="1722"/>
          <ac:spMkLst>
            <pc:docMk/>
            <pc:sldMk cId="3647061615" sldId="4591"/>
            <ac:spMk id="5" creationId="{59A32525-1831-4760-8990-0BE15E38BDAC}"/>
          </ac:spMkLst>
        </pc:spChg>
        <pc:spChg chg="add mod">
          <ac:chgData name="Ronan Ogor" userId="473d6ea9-be06-4609-b78d-125cc115ecf4" providerId="ADAL" clId="{B37DBE06-60B1-490B-8536-C4820F00D834}" dt="2025-06-04T09:34:35.744" v="1816" actId="1076"/>
          <ac:spMkLst>
            <pc:docMk/>
            <pc:sldMk cId="3647061615" sldId="4591"/>
            <ac:spMk id="7" creationId="{3756F989-149B-F8CD-EF90-3C8528258461}"/>
          </ac:spMkLst>
        </pc:spChg>
      </pc:sldChg>
      <pc:sldChg chg="addSp modSp add del mod">
        <pc:chgData name="Ronan Ogor" userId="473d6ea9-be06-4609-b78d-125cc115ecf4" providerId="ADAL" clId="{B37DBE06-60B1-490B-8536-C4820F00D834}" dt="2025-06-04T09:32:38.913" v="1766" actId="47"/>
        <pc:sldMkLst>
          <pc:docMk/>
          <pc:sldMk cId="3638168198" sldId="4592"/>
        </pc:sldMkLst>
      </pc:sldChg>
      <pc:sldChg chg="modSp add mod ord">
        <pc:chgData name="Ronan Ogor" userId="473d6ea9-be06-4609-b78d-125cc115ecf4" providerId="ADAL" clId="{B37DBE06-60B1-490B-8536-C4820F00D834}" dt="2025-06-07T04:36:05.819" v="3563"/>
        <pc:sldMkLst>
          <pc:docMk/>
          <pc:sldMk cId="3309402344" sldId="4593"/>
        </pc:sldMkLst>
        <pc:spChg chg="mod">
          <ac:chgData name="Ronan Ogor" userId="473d6ea9-be06-4609-b78d-125cc115ecf4" providerId="ADAL" clId="{B37DBE06-60B1-490B-8536-C4820F00D834}" dt="2025-06-04T09:33:00.240" v="1769" actId="20577"/>
          <ac:spMkLst>
            <pc:docMk/>
            <pc:sldMk cId="3309402344" sldId="4593"/>
            <ac:spMk id="4" creationId="{C0DAF235-674D-C655-F758-8F9735F577FC}"/>
          </ac:spMkLst>
        </pc:spChg>
        <pc:spChg chg="mod">
          <ac:chgData name="Ronan Ogor" userId="473d6ea9-be06-4609-b78d-125cc115ecf4" providerId="ADAL" clId="{B37DBE06-60B1-490B-8536-C4820F00D834}" dt="2025-06-04T09:33:57.399" v="1804" actId="1076"/>
          <ac:spMkLst>
            <pc:docMk/>
            <pc:sldMk cId="3309402344" sldId="4593"/>
            <ac:spMk id="6" creationId="{524A0807-246E-0E6B-23A5-EAFA962A26E8}"/>
          </ac:spMkLst>
        </pc:sp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222151610" sldId="4594"/>
        </pc:sldMkLst>
        <pc:spChg chg="add mod">
          <ac:chgData name="Ronan Ogor" userId="473d6ea9-be06-4609-b78d-125cc115ecf4" providerId="ADAL" clId="{B37DBE06-60B1-490B-8536-C4820F00D834}" dt="2025-06-04T09:34:01.943" v="1806"/>
          <ac:spMkLst>
            <pc:docMk/>
            <pc:sldMk cId="4222151610" sldId="4594"/>
            <ac:spMk id="5" creationId="{BB976395-F6CE-F458-00BE-95C4B0EBE465}"/>
          </ac:spMkLst>
        </pc:spChg>
        <pc:spChg chg="add mod">
          <ac:chgData name="Ronan Ogor" userId="473d6ea9-be06-4609-b78d-125cc115ecf4" providerId="ADAL" clId="{B37DBE06-60B1-490B-8536-C4820F00D834}" dt="2025-06-04T09:34:27.154" v="1814" actId="1076"/>
          <ac:spMkLst>
            <pc:docMk/>
            <pc:sldMk cId="4222151610" sldId="4594"/>
            <ac:spMk id="7" creationId="{84E62168-70C5-94B4-2E8E-BFFABC5F1D84}"/>
          </ac:spMkLst>
        </pc:spChg>
      </pc:sldChg>
      <pc:sldChg chg="addSp delSp modSp add del mod">
        <pc:chgData name="Ronan Ogor" userId="473d6ea9-be06-4609-b78d-125cc115ecf4" providerId="ADAL" clId="{B37DBE06-60B1-490B-8536-C4820F00D834}" dt="2025-06-05T03:37:22.062" v="2043" actId="47"/>
        <pc:sldMkLst>
          <pc:docMk/>
          <pc:sldMk cId="3621011566" sldId="4595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075273277" sldId="4596"/>
        </pc:sldMkLst>
        <pc:spChg chg="mod">
          <ac:chgData name="Ronan Ogor" userId="473d6ea9-be06-4609-b78d-125cc115ecf4" providerId="ADAL" clId="{B37DBE06-60B1-490B-8536-C4820F00D834}" dt="2025-06-05T04:17:42.127" v="2685" actId="1076"/>
          <ac:spMkLst>
            <pc:docMk/>
            <pc:sldMk cId="3075273277" sldId="4596"/>
            <ac:spMk id="2" creationId="{EF09B7C0-2850-5FFC-C591-6C5437BC2C87}"/>
          </ac:spMkLst>
        </pc:spChg>
        <pc:spChg chg="add mod">
          <ac:chgData name="Ronan Ogor" userId="473d6ea9-be06-4609-b78d-125cc115ecf4" providerId="ADAL" clId="{B37DBE06-60B1-490B-8536-C4820F00D834}" dt="2025-06-07T04:35:43.318" v="3557"/>
          <ac:spMkLst>
            <pc:docMk/>
            <pc:sldMk cId="3075273277" sldId="4596"/>
            <ac:spMk id="3" creationId="{FCB4FA47-DBFE-6791-801B-5E39C96D940E}"/>
          </ac:spMkLst>
        </pc:spChg>
        <pc:spChg chg="mod">
          <ac:chgData name="Ronan Ogor" userId="473d6ea9-be06-4609-b78d-125cc115ecf4" providerId="ADAL" clId="{B37DBE06-60B1-490B-8536-C4820F00D834}" dt="2025-06-05T04:08:43.275" v="2463" actId="1076"/>
          <ac:spMkLst>
            <pc:docMk/>
            <pc:sldMk cId="3075273277" sldId="4596"/>
            <ac:spMk id="4" creationId="{824808C8-3331-F5C7-B6EB-70355C250C31}"/>
          </ac:spMkLst>
        </pc:spChg>
        <pc:spChg chg="mod">
          <ac:chgData name="Ronan Ogor" userId="473d6ea9-be06-4609-b78d-125cc115ecf4" providerId="ADAL" clId="{B37DBE06-60B1-490B-8536-C4820F00D834}" dt="2025-06-05T04:07:44.879" v="2437" actId="1076"/>
          <ac:spMkLst>
            <pc:docMk/>
            <pc:sldMk cId="3075273277" sldId="4596"/>
            <ac:spMk id="6" creationId="{E55FBA8C-5C8C-9ACB-4CCF-FC26AEE6E316}"/>
          </ac:spMkLst>
        </pc:spChg>
        <pc:spChg chg="add mod">
          <ac:chgData name="Ronan Ogor" userId="473d6ea9-be06-4609-b78d-125cc115ecf4" providerId="ADAL" clId="{B37DBE06-60B1-490B-8536-C4820F00D834}" dt="2025-06-05T04:17:20.666" v="2683" actId="1076"/>
          <ac:spMkLst>
            <pc:docMk/>
            <pc:sldMk cId="3075273277" sldId="4596"/>
            <ac:spMk id="7" creationId="{06E7B7B0-2EC1-B96F-6B70-CF71D84CBDC4}"/>
          </ac:spMkLst>
        </pc:spChg>
        <pc:spChg chg="add mod">
          <ac:chgData name="Ronan Ogor" userId="473d6ea9-be06-4609-b78d-125cc115ecf4" providerId="ADAL" clId="{B37DBE06-60B1-490B-8536-C4820F00D834}" dt="2025-06-05T04:17:20.666" v="2683" actId="1076"/>
          <ac:spMkLst>
            <pc:docMk/>
            <pc:sldMk cId="3075273277" sldId="4596"/>
            <ac:spMk id="14" creationId="{08C80383-DB98-3636-9E68-6ABAC57D31D8}"/>
          </ac:spMkLst>
        </pc:spChg>
        <pc:spChg chg="add del mod">
          <ac:chgData name="Ronan Ogor" userId="473d6ea9-be06-4609-b78d-125cc115ecf4" providerId="ADAL" clId="{B37DBE06-60B1-490B-8536-C4820F00D834}" dt="2025-06-07T04:35:43.048" v="3556" actId="478"/>
          <ac:spMkLst>
            <pc:docMk/>
            <pc:sldMk cId="3075273277" sldId="4596"/>
            <ac:spMk id="15" creationId="{37E7E298-8EE0-349C-EA0D-05B30458C09D}"/>
          </ac:spMkLst>
        </pc:spChg>
        <pc:cxnChg chg="add mod">
          <ac:chgData name="Ronan Ogor" userId="473d6ea9-be06-4609-b78d-125cc115ecf4" providerId="ADAL" clId="{B37DBE06-60B1-490B-8536-C4820F00D834}" dt="2025-06-05T04:17:20.666" v="2683" actId="1076"/>
          <ac:cxnSpMkLst>
            <pc:docMk/>
            <pc:sldMk cId="3075273277" sldId="4596"/>
            <ac:cxnSpMk id="10" creationId="{3A5F6F2A-CF43-6142-0A68-15EBF606A0C5}"/>
          </ac:cxnSpMkLst>
        </pc:cxnChg>
        <pc:cxnChg chg="add mod">
          <ac:chgData name="Ronan Ogor" userId="473d6ea9-be06-4609-b78d-125cc115ecf4" providerId="ADAL" clId="{B37DBE06-60B1-490B-8536-C4820F00D834}" dt="2025-06-05T04:17:20.666" v="2683" actId="1076"/>
          <ac:cxnSpMkLst>
            <pc:docMk/>
            <pc:sldMk cId="3075273277" sldId="4596"/>
            <ac:cxnSpMk id="19" creationId="{0517A5B9-8988-C2B3-E618-00686734B06C}"/>
          </ac:cxnSpMkLst>
        </pc:cxn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269556159" sldId="4597"/>
        </pc:sldMkLst>
        <pc:spChg chg="mod">
          <ac:chgData name="Ronan Ogor" userId="473d6ea9-be06-4609-b78d-125cc115ecf4" providerId="ADAL" clId="{B37DBE06-60B1-490B-8536-C4820F00D834}" dt="2025-06-05T03:39:32.428" v="2102" actId="1076"/>
          <ac:spMkLst>
            <pc:docMk/>
            <pc:sldMk cId="269556159" sldId="4597"/>
            <ac:spMk id="2" creationId="{62F49235-5307-49EF-4A37-22A4D6CA8739}"/>
          </ac:spMkLst>
        </pc:spChg>
        <pc:spChg chg="add mod">
          <ac:chgData name="Ronan Ogor" userId="473d6ea9-be06-4609-b78d-125cc115ecf4" providerId="ADAL" clId="{B37DBE06-60B1-490B-8536-C4820F00D834}" dt="2025-06-05T04:06:33.281" v="2421" actId="207"/>
          <ac:spMkLst>
            <pc:docMk/>
            <pc:sldMk cId="269556159" sldId="4597"/>
            <ac:spMk id="3" creationId="{36B0EE7F-6F38-E359-6D00-3365236D31F4}"/>
          </ac:spMkLst>
        </pc:spChg>
        <pc:spChg chg="mod">
          <ac:chgData name="Ronan Ogor" userId="473d6ea9-be06-4609-b78d-125cc115ecf4" providerId="ADAL" clId="{B37DBE06-60B1-490B-8536-C4820F00D834}" dt="2025-06-05T04:17:55.379" v="2686" actId="1076"/>
          <ac:spMkLst>
            <pc:docMk/>
            <pc:sldMk cId="269556159" sldId="4597"/>
            <ac:spMk id="4" creationId="{FE220114-2BC6-6E43-A90D-47F0F40597F0}"/>
          </ac:spMkLst>
        </pc:spChg>
        <pc:spChg chg="add mod">
          <ac:chgData name="Ronan Ogor" userId="473d6ea9-be06-4609-b78d-125cc115ecf4" providerId="ADAL" clId="{B37DBE06-60B1-490B-8536-C4820F00D834}" dt="2025-06-07T04:28:00.554" v="3464" actId="207"/>
          <ac:spMkLst>
            <pc:docMk/>
            <pc:sldMk cId="269556159" sldId="4597"/>
            <ac:spMk id="5" creationId="{B17FD618-587A-FEB7-5652-4CB9CFAD7A6D}"/>
          </ac:spMkLst>
        </pc:spChg>
        <pc:spChg chg="mod">
          <ac:chgData name="Ronan Ogor" userId="473d6ea9-be06-4609-b78d-125cc115ecf4" providerId="ADAL" clId="{B37DBE06-60B1-490B-8536-C4820F00D834}" dt="2025-06-05T03:38:58.816" v="2087"/>
          <ac:spMkLst>
            <pc:docMk/>
            <pc:sldMk cId="269556159" sldId="4597"/>
            <ac:spMk id="6" creationId="{4378E31B-143C-4243-0C26-32C851E63C42}"/>
          </ac:spMkLst>
        </pc:spChg>
        <pc:spChg chg="mod">
          <ac:chgData name="Ronan Ogor" userId="473d6ea9-be06-4609-b78d-125cc115ecf4" providerId="ADAL" clId="{B37DBE06-60B1-490B-8536-C4820F00D834}" dt="2025-06-05T04:06:37.569" v="2422" actId="207"/>
          <ac:spMkLst>
            <pc:docMk/>
            <pc:sldMk cId="269556159" sldId="4597"/>
            <ac:spMk id="7" creationId="{624190F4-CA2C-2F99-BDA6-D8FB2B4C6B24}"/>
          </ac:spMkLst>
        </pc:spChg>
        <pc:spChg chg="add mod">
          <ac:chgData name="Ronan Ogor" userId="473d6ea9-be06-4609-b78d-125cc115ecf4" providerId="ADAL" clId="{B37DBE06-60B1-490B-8536-C4820F00D834}" dt="2025-06-07T04:28:59.155" v="3499" actId="20577"/>
          <ac:spMkLst>
            <pc:docMk/>
            <pc:sldMk cId="269556159" sldId="4597"/>
            <ac:spMk id="12" creationId="{B3F7B46C-E66F-943A-9AC5-1207C310DA6E}"/>
          </ac:spMkLst>
        </pc:spChg>
        <pc:spChg chg="del">
          <ac:chgData name="Ronan Ogor" userId="473d6ea9-be06-4609-b78d-125cc115ecf4" providerId="ADAL" clId="{B37DBE06-60B1-490B-8536-C4820F00D834}" dt="2025-06-07T04:35:45.921" v="3558" actId="478"/>
          <ac:spMkLst>
            <pc:docMk/>
            <pc:sldMk cId="269556159" sldId="4597"/>
            <ac:spMk id="15" creationId="{FF893529-7886-2B95-587E-4DDE6C964675}"/>
          </ac:spMkLst>
        </pc:spChg>
        <pc:spChg chg="add mod">
          <ac:chgData name="Ronan Ogor" userId="473d6ea9-be06-4609-b78d-125cc115ecf4" providerId="ADAL" clId="{B37DBE06-60B1-490B-8536-C4820F00D834}" dt="2025-06-07T04:35:46.135" v="3559"/>
          <ac:spMkLst>
            <pc:docMk/>
            <pc:sldMk cId="269556159" sldId="4597"/>
            <ac:spMk id="17" creationId="{70D8DB8C-61AD-7725-6E19-5116839D354A}"/>
          </ac:spMkLst>
        </pc:spChg>
        <pc:spChg chg="add mod">
          <ac:chgData name="Ronan Ogor" userId="473d6ea9-be06-4609-b78d-125cc115ecf4" providerId="ADAL" clId="{B37DBE06-60B1-490B-8536-C4820F00D834}" dt="2025-06-05T04:20:16.271" v="2827" actId="1076"/>
          <ac:spMkLst>
            <pc:docMk/>
            <pc:sldMk cId="269556159" sldId="4597"/>
            <ac:spMk id="22" creationId="{C40FEBB4-61E8-6795-34DA-2AB3BE9331CD}"/>
          </ac:spMkLst>
        </pc:spChg>
        <pc:spChg chg="add mod">
          <ac:chgData name="Ronan Ogor" userId="473d6ea9-be06-4609-b78d-125cc115ecf4" providerId="ADAL" clId="{B37DBE06-60B1-490B-8536-C4820F00D834}" dt="2025-06-05T04:19:33.401" v="2793" actId="1076"/>
          <ac:spMkLst>
            <pc:docMk/>
            <pc:sldMk cId="269556159" sldId="4597"/>
            <ac:spMk id="23" creationId="{F5DA18A9-E6E7-BA56-A530-5A035E3A4764}"/>
          </ac:spMkLst>
        </pc:spChg>
        <pc:spChg chg="add mod">
          <ac:chgData name="Ronan Ogor" userId="473d6ea9-be06-4609-b78d-125cc115ecf4" providerId="ADAL" clId="{B37DBE06-60B1-490B-8536-C4820F00D834}" dt="2025-06-07T04:29:13.561" v="3514" actId="1076"/>
          <ac:spMkLst>
            <pc:docMk/>
            <pc:sldMk cId="269556159" sldId="4597"/>
            <ac:spMk id="28" creationId="{EA30456B-0177-A8D8-3C9B-98E660C09E8B}"/>
          </ac:spMkLst>
        </pc:spChg>
        <pc:cxnChg chg="add mod">
          <ac:chgData name="Ronan Ogor" userId="473d6ea9-be06-4609-b78d-125cc115ecf4" providerId="ADAL" clId="{B37DBE06-60B1-490B-8536-C4820F00D834}" dt="2025-06-07T04:28:23.864" v="3467" actId="1076"/>
          <ac:cxnSpMkLst>
            <pc:docMk/>
            <pc:sldMk cId="269556159" sldId="4597"/>
            <ac:cxnSpMk id="8" creationId="{F96C3CCA-FF7D-EC1B-A3CC-3B0B22252132}"/>
          </ac:cxnSpMkLst>
        </pc:cxnChg>
        <pc:cxnChg chg="add mod">
          <ac:chgData name="Ronan Ogor" userId="473d6ea9-be06-4609-b78d-125cc115ecf4" providerId="ADAL" clId="{B37DBE06-60B1-490B-8536-C4820F00D834}" dt="2025-06-07T04:29:16.715" v="3515" actId="1076"/>
          <ac:cxnSpMkLst>
            <pc:docMk/>
            <pc:sldMk cId="269556159" sldId="4597"/>
            <ac:cxnSpMk id="10" creationId="{809A9BBC-78FB-E3CF-760F-017EC58AB5AC}"/>
          </ac:cxnSpMkLst>
        </pc:cxnChg>
        <pc:cxnChg chg="add">
          <ac:chgData name="Ronan Ogor" userId="473d6ea9-be06-4609-b78d-125cc115ecf4" providerId="ADAL" clId="{B37DBE06-60B1-490B-8536-C4820F00D834}" dt="2025-06-07T04:29:08.015" v="3511" actId="11529"/>
          <ac:cxnSpMkLst>
            <pc:docMk/>
            <pc:sldMk cId="269556159" sldId="4597"/>
            <ac:cxnSpMk id="13" creationId="{60622F1A-36F7-2DA5-F272-5B6C3913C03D}"/>
          </ac:cxnSpMkLst>
        </pc:cxnChg>
        <pc:cxnChg chg="add mod">
          <ac:chgData name="Ronan Ogor" userId="473d6ea9-be06-4609-b78d-125cc115ecf4" providerId="ADAL" clId="{B37DBE06-60B1-490B-8536-C4820F00D834}" dt="2025-06-07T04:29:11.589" v="3513" actId="14100"/>
          <ac:cxnSpMkLst>
            <pc:docMk/>
            <pc:sldMk cId="269556159" sldId="4597"/>
            <ac:cxnSpMk id="14" creationId="{0D943852-3076-B60A-BFE9-B03B56982262}"/>
          </ac:cxnSpMkLst>
        </pc:cxnChg>
        <pc:cxnChg chg="add del mod">
          <ac:chgData name="Ronan Ogor" userId="473d6ea9-be06-4609-b78d-125cc115ecf4" providerId="ADAL" clId="{B37DBE06-60B1-490B-8536-C4820F00D834}" dt="2025-06-07T04:28:31.933" v="3470" actId="478"/>
          <ac:cxnSpMkLst>
            <pc:docMk/>
            <pc:sldMk cId="269556159" sldId="4597"/>
            <ac:cxnSpMk id="27" creationId="{D534398A-DC27-B9B4-02BB-038DF77AB950}"/>
          </ac:cxnSpMkLst>
        </pc:cxnChg>
        <pc:cxnChg chg="add del mod">
          <ac:chgData name="Ronan Ogor" userId="473d6ea9-be06-4609-b78d-125cc115ecf4" providerId="ADAL" clId="{B37DBE06-60B1-490B-8536-C4820F00D834}" dt="2025-06-07T04:29:05.108" v="3510" actId="478"/>
          <ac:cxnSpMkLst>
            <pc:docMk/>
            <pc:sldMk cId="269556159" sldId="4597"/>
            <ac:cxnSpMk id="29" creationId="{1AFB2245-52B4-1EBE-0D2D-E53A479F47CA}"/>
          </ac:cxnSpMkLst>
        </pc:cxnChg>
        <pc:cxnChg chg="add del mod">
          <ac:chgData name="Ronan Ogor" userId="473d6ea9-be06-4609-b78d-125cc115ecf4" providerId="ADAL" clId="{B37DBE06-60B1-490B-8536-C4820F00D834}" dt="2025-06-07T04:29:05.108" v="3510" actId="478"/>
          <ac:cxnSpMkLst>
            <pc:docMk/>
            <pc:sldMk cId="269556159" sldId="4597"/>
            <ac:cxnSpMk id="31" creationId="{93A29C1D-38E4-FCAA-9C41-D764B29E2BB5}"/>
          </ac:cxnSpMkLst>
        </pc:cxn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1505562821" sldId="4598"/>
        </pc:sldMkLst>
        <pc:spChg chg="mod">
          <ac:chgData name="Ronan Ogor" userId="473d6ea9-be06-4609-b78d-125cc115ecf4" providerId="ADAL" clId="{B37DBE06-60B1-490B-8536-C4820F00D834}" dt="2025-06-05T03:49:13.818" v="2255" actId="207"/>
          <ac:spMkLst>
            <pc:docMk/>
            <pc:sldMk cId="1505562821" sldId="4598"/>
            <ac:spMk id="2" creationId="{ED651B3F-3236-B789-DCAF-F746AF88742F}"/>
          </ac:spMkLst>
        </pc:spChg>
        <pc:spChg chg="mod">
          <ac:chgData name="Ronan Ogor" userId="473d6ea9-be06-4609-b78d-125cc115ecf4" providerId="ADAL" clId="{B37DBE06-60B1-490B-8536-C4820F00D834}" dt="2025-06-05T04:15:13.466" v="2616" actId="1076"/>
          <ac:spMkLst>
            <pc:docMk/>
            <pc:sldMk cId="1505562821" sldId="4598"/>
            <ac:spMk id="3" creationId="{40DDB6D1-B900-7873-10DC-1061F75900BB}"/>
          </ac:spMkLst>
        </pc:spChg>
        <pc:spChg chg="mod">
          <ac:chgData name="Ronan Ogor" userId="473d6ea9-be06-4609-b78d-125cc115ecf4" providerId="ADAL" clId="{B37DBE06-60B1-490B-8536-C4820F00D834}" dt="2025-06-05T03:54:46.559" v="2318" actId="1076"/>
          <ac:spMkLst>
            <pc:docMk/>
            <pc:sldMk cId="1505562821" sldId="4598"/>
            <ac:spMk id="4" creationId="{7C36618A-58C5-1FE3-8269-F37CD2AA2D36}"/>
          </ac:spMkLst>
        </pc:spChg>
        <pc:spChg chg="add mod">
          <ac:chgData name="Ronan Ogor" userId="473d6ea9-be06-4609-b78d-125cc115ecf4" providerId="ADAL" clId="{B37DBE06-60B1-490B-8536-C4820F00D834}" dt="2025-06-07T04:35:48.478" v="3561"/>
          <ac:spMkLst>
            <pc:docMk/>
            <pc:sldMk cId="1505562821" sldId="4598"/>
            <ac:spMk id="5" creationId="{4FAF8F06-A42E-B5C0-AE53-20224C75F50E}"/>
          </ac:spMkLst>
        </pc:spChg>
        <pc:spChg chg="mod">
          <ac:chgData name="Ronan Ogor" userId="473d6ea9-be06-4609-b78d-125cc115ecf4" providerId="ADAL" clId="{B37DBE06-60B1-490B-8536-C4820F00D834}" dt="2025-06-05T03:54:48.208" v="2319" actId="1076"/>
          <ac:spMkLst>
            <pc:docMk/>
            <pc:sldMk cId="1505562821" sldId="4598"/>
            <ac:spMk id="6" creationId="{BCB05627-44D7-9368-0981-DB05650A643E}"/>
          </ac:spMkLst>
        </pc:spChg>
        <pc:spChg chg="del">
          <ac:chgData name="Ronan Ogor" userId="473d6ea9-be06-4609-b78d-125cc115ecf4" providerId="ADAL" clId="{B37DBE06-60B1-490B-8536-C4820F00D834}" dt="2025-06-07T04:35:48.258" v="3560" actId="478"/>
          <ac:spMkLst>
            <pc:docMk/>
            <pc:sldMk cId="1505562821" sldId="4598"/>
            <ac:spMk id="15" creationId="{2B3340FB-8628-0ACF-F6B5-88E43521093A}"/>
          </ac:spMkLst>
        </pc:spChg>
        <pc:spChg chg="add mod">
          <ac:chgData name="Ronan Ogor" userId="473d6ea9-be06-4609-b78d-125cc115ecf4" providerId="ADAL" clId="{B37DBE06-60B1-490B-8536-C4820F00D834}" dt="2025-06-05T04:17:10.434" v="2682" actId="1076"/>
          <ac:spMkLst>
            <pc:docMk/>
            <pc:sldMk cId="1505562821" sldId="4598"/>
            <ac:spMk id="18" creationId="{4C80C443-2621-3A9A-E004-C4E63B7085CE}"/>
          </ac:spMkLst>
        </pc:spChg>
        <pc:spChg chg="add mod">
          <ac:chgData name="Ronan Ogor" userId="473d6ea9-be06-4609-b78d-125cc115ecf4" providerId="ADAL" clId="{B37DBE06-60B1-490B-8536-C4820F00D834}" dt="2025-06-05T04:15:13.466" v="2616" actId="1076"/>
          <ac:spMkLst>
            <pc:docMk/>
            <pc:sldMk cId="1505562821" sldId="4598"/>
            <ac:spMk id="20" creationId="{686EF1EA-F4D0-0277-5707-7EA9E91C1D3F}"/>
          </ac:spMkLst>
        </pc:spChg>
        <pc:spChg chg="add mod">
          <ac:chgData name="Ronan Ogor" userId="473d6ea9-be06-4609-b78d-125cc115ecf4" providerId="ADAL" clId="{B37DBE06-60B1-490B-8536-C4820F00D834}" dt="2025-06-05T04:15:13.466" v="2616" actId="1076"/>
          <ac:spMkLst>
            <pc:docMk/>
            <pc:sldMk cId="1505562821" sldId="4598"/>
            <ac:spMk id="25" creationId="{8E3A35A5-25B0-730C-EBA1-8E8E1ED4EB33}"/>
          </ac:spMkLst>
        </pc:spChg>
        <pc:spChg chg="add mod">
          <ac:chgData name="Ronan Ogor" userId="473d6ea9-be06-4609-b78d-125cc115ecf4" providerId="ADAL" clId="{B37DBE06-60B1-490B-8536-C4820F00D834}" dt="2025-06-05T04:15:13.466" v="2616" actId="1076"/>
          <ac:spMkLst>
            <pc:docMk/>
            <pc:sldMk cId="1505562821" sldId="4598"/>
            <ac:spMk id="30" creationId="{6F102904-9F10-44BA-1408-2643F79BEA6E}"/>
          </ac:spMkLst>
        </pc:spChg>
        <pc:spChg chg="add mod">
          <ac:chgData name="Ronan Ogor" userId="473d6ea9-be06-4609-b78d-125cc115ecf4" providerId="ADAL" clId="{B37DBE06-60B1-490B-8536-C4820F00D834}" dt="2025-06-05T04:17:03.931" v="2679" actId="14100"/>
          <ac:spMkLst>
            <pc:docMk/>
            <pc:sldMk cId="1505562821" sldId="4598"/>
            <ac:spMk id="37" creationId="{51847495-7CB3-EE2C-9D24-D1EC00B1438D}"/>
          </ac:spMkLst>
        </pc:spChg>
        <pc:picChg chg="add mod">
          <ac:chgData name="Ronan Ogor" userId="473d6ea9-be06-4609-b78d-125cc115ecf4" providerId="ADAL" clId="{B37DBE06-60B1-490B-8536-C4820F00D834}" dt="2025-06-05T04:17:01.609" v="2678" actId="1076"/>
          <ac:picMkLst>
            <pc:docMk/>
            <pc:sldMk cId="1505562821" sldId="4598"/>
            <ac:picMk id="36" creationId="{02838033-26C6-67A9-4967-08F4A0C39D85}"/>
          </ac:picMkLst>
        </pc:picChg>
        <pc:cxnChg chg="add mod">
          <ac:chgData name="Ronan Ogor" userId="473d6ea9-be06-4609-b78d-125cc115ecf4" providerId="ADAL" clId="{B37DBE06-60B1-490B-8536-C4820F00D834}" dt="2025-06-05T04:17:08.778" v="2681" actId="1076"/>
          <ac:cxnSpMkLst>
            <pc:docMk/>
            <pc:sldMk cId="1505562821" sldId="4598"/>
            <ac:cxnSpMk id="19" creationId="{997E01BB-98FA-9808-4816-55C571ECDA34}"/>
          </ac:cxnSpMkLst>
        </pc:cxnChg>
        <pc:cxnChg chg="add mod">
          <ac:chgData name="Ronan Ogor" userId="473d6ea9-be06-4609-b78d-125cc115ecf4" providerId="ADAL" clId="{B37DBE06-60B1-490B-8536-C4820F00D834}" dt="2025-06-05T04:15:13.466" v="2616" actId="1076"/>
          <ac:cxnSpMkLst>
            <pc:docMk/>
            <pc:sldMk cId="1505562821" sldId="4598"/>
            <ac:cxnSpMk id="31" creationId="{CC3E3FC1-620B-8B54-E3F0-286BCACFDBA5}"/>
          </ac:cxnSpMkLst>
        </pc:cxnChg>
        <pc:cxnChg chg="add mod">
          <ac:chgData name="Ronan Ogor" userId="473d6ea9-be06-4609-b78d-125cc115ecf4" providerId="ADAL" clId="{B37DBE06-60B1-490B-8536-C4820F00D834}" dt="2025-06-05T04:15:13.466" v="2616" actId="1076"/>
          <ac:cxnSpMkLst>
            <pc:docMk/>
            <pc:sldMk cId="1505562821" sldId="4598"/>
            <ac:cxnSpMk id="32" creationId="{E03F879D-1D05-A77D-EBAC-6D653C0570ED}"/>
          </ac:cxnSpMkLst>
        </pc:cxn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31154220" sldId="4599"/>
        </pc:sldMkLst>
        <pc:spChg chg="mod">
          <ac:chgData name="Ronan Ogor" userId="473d6ea9-be06-4609-b78d-125cc115ecf4" providerId="ADAL" clId="{B37DBE06-60B1-490B-8536-C4820F00D834}" dt="2025-06-05T04:22:14.693" v="2845" actId="207"/>
          <ac:spMkLst>
            <pc:docMk/>
            <pc:sldMk cId="331154220" sldId="4599"/>
            <ac:spMk id="3" creationId="{551393F3-C108-A631-2FC1-58999895CB16}"/>
          </ac:spMkLst>
        </pc:spChg>
        <pc:spChg chg="mod">
          <ac:chgData name="Ronan Ogor" userId="473d6ea9-be06-4609-b78d-125cc115ecf4" providerId="ADAL" clId="{B37DBE06-60B1-490B-8536-C4820F00D834}" dt="2025-06-05T04:22:32.223" v="2851" actId="1076"/>
          <ac:spMkLst>
            <pc:docMk/>
            <pc:sldMk cId="331154220" sldId="4599"/>
            <ac:spMk id="6" creationId="{B19EC9F9-1466-0E51-FF54-AEA75A994D3E}"/>
          </ac:spMkLst>
        </pc:sp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812999759" sldId="4600"/>
        </pc:sldMkLst>
        <pc:spChg chg="add mod">
          <ac:chgData name="Ronan Ogor" userId="473d6ea9-be06-4609-b78d-125cc115ecf4" providerId="ADAL" clId="{B37DBE06-60B1-490B-8536-C4820F00D834}" dt="2025-06-05T04:22:39.489" v="2853"/>
          <ac:spMkLst>
            <pc:docMk/>
            <pc:sldMk cId="812999759" sldId="4600"/>
            <ac:spMk id="4" creationId="{43392397-7D69-BA66-84C1-AC46AAB5FF97}"/>
          </ac:spMkLst>
        </pc:spChg>
        <pc:spChg chg="add mod">
          <ac:chgData name="Ronan Ogor" userId="473d6ea9-be06-4609-b78d-125cc115ecf4" providerId="ADAL" clId="{B37DBE06-60B1-490B-8536-C4820F00D834}" dt="2025-06-05T04:22:45.401" v="2855" actId="1076"/>
          <ac:spMkLst>
            <pc:docMk/>
            <pc:sldMk cId="812999759" sldId="4600"/>
            <ac:spMk id="5" creationId="{021B0881-DE98-46E8-3067-6CE7F43E2417}"/>
          </ac:spMkLst>
        </pc:spChg>
        <pc:spChg chg="add mod">
          <ac:chgData name="Ronan Ogor" userId="473d6ea9-be06-4609-b78d-125cc115ecf4" providerId="ADAL" clId="{B37DBE06-60B1-490B-8536-C4820F00D834}" dt="2025-06-05T04:22:46.500" v="2856" actId="571"/>
          <ac:spMkLst>
            <pc:docMk/>
            <pc:sldMk cId="812999759" sldId="4600"/>
            <ac:spMk id="7" creationId="{CA4721A4-7B3D-CDF8-C0D9-1E362ACC16D0}"/>
          </ac:spMkLst>
        </pc:spChg>
        <pc:spChg chg="add mod">
          <ac:chgData name="Ronan Ogor" userId="473d6ea9-be06-4609-b78d-125cc115ecf4" providerId="ADAL" clId="{B37DBE06-60B1-490B-8536-C4820F00D834}" dt="2025-06-05T04:22:48.789" v="2857" actId="571"/>
          <ac:spMkLst>
            <pc:docMk/>
            <pc:sldMk cId="812999759" sldId="4600"/>
            <ac:spMk id="8" creationId="{92DE9A52-DA3C-857A-832A-F5D60CFBCAEF}"/>
          </ac:spMkLst>
        </pc:spChg>
        <pc:spChg chg="add mod">
          <ac:chgData name="Ronan Ogor" userId="473d6ea9-be06-4609-b78d-125cc115ecf4" providerId="ADAL" clId="{B37DBE06-60B1-490B-8536-C4820F00D834}" dt="2025-06-05T04:23:00.094" v="2866" actId="1076"/>
          <ac:spMkLst>
            <pc:docMk/>
            <pc:sldMk cId="812999759" sldId="4600"/>
            <ac:spMk id="9" creationId="{AA8C1A08-2A17-8DE7-EFE0-66D64FA0F72F}"/>
          </ac:spMkLst>
        </pc:sp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034333683" sldId="4601"/>
        </pc:sldMkLst>
        <pc:spChg chg="del">
          <ac:chgData name="Ronan Ogor" userId="473d6ea9-be06-4609-b78d-125cc115ecf4" providerId="ADAL" clId="{B37DBE06-60B1-490B-8536-C4820F00D834}" dt="2025-06-07T04:13:40.479" v="3378" actId="478"/>
          <ac:spMkLst>
            <pc:docMk/>
            <pc:sldMk cId="4034333683" sldId="4601"/>
            <ac:spMk id="3" creationId="{212C4ACB-0DED-291E-A7D1-8929889C3DAF}"/>
          </ac:spMkLst>
        </pc:spChg>
        <pc:spChg chg="add mod">
          <ac:chgData name="Ronan Ogor" userId="473d6ea9-be06-4609-b78d-125cc115ecf4" providerId="ADAL" clId="{B37DBE06-60B1-490B-8536-C4820F00D834}" dt="2025-06-07T04:13:40.833" v="3379"/>
          <ac:spMkLst>
            <pc:docMk/>
            <pc:sldMk cId="4034333683" sldId="4601"/>
            <ac:spMk id="4" creationId="{734EA18D-6544-937D-B2FE-154AF6084660}"/>
          </ac:spMkLst>
        </pc:spChg>
        <pc:spChg chg="add mod">
          <ac:chgData name="Ronan Ogor" userId="473d6ea9-be06-4609-b78d-125cc115ecf4" providerId="ADAL" clId="{B37DBE06-60B1-490B-8536-C4820F00D834}" dt="2025-06-07T04:13:53.436" v="3385" actId="1076"/>
          <ac:spMkLst>
            <pc:docMk/>
            <pc:sldMk cId="4034333683" sldId="4601"/>
            <ac:spMk id="5" creationId="{7DB1C35D-B79E-E3B5-8387-B857D9DF71A5}"/>
          </ac:spMkLst>
        </pc:spChg>
        <pc:spChg chg="del">
          <ac:chgData name="Ronan Ogor" userId="473d6ea9-be06-4609-b78d-125cc115ecf4" providerId="ADAL" clId="{B37DBE06-60B1-490B-8536-C4820F00D834}" dt="2025-06-07T04:13:40.479" v="3378" actId="478"/>
          <ac:spMkLst>
            <pc:docMk/>
            <pc:sldMk cId="4034333683" sldId="4601"/>
            <ac:spMk id="6" creationId="{FC02C5B5-FED9-8172-1430-0ACF1E4D6DEA}"/>
          </ac:spMkLst>
        </pc:spChg>
        <pc:spChg chg="add mod">
          <ac:chgData name="Ronan Ogor" userId="473d6ea9-be06-4609-b78d-125cc115ecf4" providerId="ADAL" clId="{B37DBE06-60B1-490B-8536-C4820F00D834}" dt="2025-06-07T04:14:24.138" v="3397" actId="1076"/>
          <ac:spMkLst>
            <pc:docMk/>
            <pc:sldMk cId="4034333683" sldId="4601"/>
            <ac:spMk id="7" creationId="{F16EB29B-C9A2-EE3C-BFEA-BCA680EC147B}"/>
          </ac:spMkLst>
        </pc:spChg>
      </pc:sldChg>
      <pc:sldChg chg="add del">
        <pc:chgData name="Ronan Ogor" userId="473d6ea9-be06-4609-b78d-125cc115ecf4" providerId="ADAL" clId="{B37DBE06-60B1-490B-8536-C4820F00D834}" dt="2025-06-07T07:00:19.003" v="5894" actId="47"/>
        <pc:sldMkLst>
          <pc:docMk/>
          <pc:sldMk cId="1037677521" sldId="4602"/>
        </pc:sldMkLst>
      </pc:sldChg>
      <pc:sldChg chg="addSp delSp modSp new mod">
        <pc:chgData name="Ronan Ogor" userId="473d6ea9-be06-4609-b78d-125cc115ecf4" providerId="ADAL" clId="{B37DBE06-60B1-490B-8536-C4820F00D834}" dt="2025-06-07T03:59:22.388" v="3304" actId="1076"/>
        <pc:sldMkLst>
          <pc:docMk/>
          <pc:sldMk cId="278885178" sldId="4603"/>
        </pc:sldMkLst>
        <pc:spChg chg="del">
          <ac:chgData name="Ronan Ogor" userId="473d6ea9-be06-4609-b78d-125cc115ecf4" providerId="ADAL" clId="{B37DBE06-60B1-490B-8536-C4820F00D834}" dt="2025-06-07T03:37:01.330" v="2872" actId="478"/>
          <ac:spMkLst>
            <pc:docMk/>
            <pc:sldMk cId="278885178" sldId="4603"/>
            <ac:spMk id="2" creationId="{AC7B93D3-7B6B-F5BD-E5D3-F2375A2FA6EA}"/>
          </ac:spMkLst>
        </pc:spChg>
        <pc:spChg chg="del">
          <ac:chgData name="Ronan Ogor" userId="473d6ea9-be06-4609-b78d-125cc115ecf4" providerId="ADAL" clId="{B37DBE06-60B1-490B-8536-C4820F00D834}" dt="2025-06-07T03:37:01.330" v="2872" actId="478"/>
          <ac:spMkLst>
            <pc:docMk/>
            <pc:sldMk cId="278885178" sldId="4603"/>
            <ac:spMk id="3" creationId="{14C74BA1-D691-0BEC-1A1B-41CD5EE296BD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4" creationId="{C1AE5A1B-2420-C81A-52D1-1E9913C00A98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10" creationId="{28591B3E-2A2D-45E2-19CC-2765DC42A0FF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15" creationId="{D280762A-428D-2DC3-E26D-3A356091821D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16" creationId="{B9CC0582-7736-ECFF-962C-DE22D77436BB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17" creationId="{F9BBC960-3FD4-BFDA-0E5D-5AB2AFD0C707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19" creationId="{BD18AAFA-DF80-6EF0-B4B6-963647AAA3D7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23" creationId="{5AA3D9D9-086C-2276-50E8-059E34846D2E}"/>
          </ac:spMkLst>
        </pc:spChg>
        <pc:spChg chg="add mod">
          <ac:chgData name="Ronan Ogor" userId="473d6ea9-be06-4609-b78d-125cc115ecf4" providerId="ADAL" clId="{B37DBE06-60B1-490B-8536-C4820F00D834}" dt="2025-06-07T03:45:22.768" v="3098" actId="1076"/>
          <ac:spMkLst>
            <pc:docMk/>
            <pc:sldMk cId="278885178" sldId="4603"/>
            <ac:spMk id="24" creationId="{29C65C76-5B27-B6F6-E653-E2F8C8DFB828}"/>
          </ac:spMkLst>
        </pc:spChg>
        <pc:spChg chg="add mod">
          <ac:chgData name="Ronan Ogor" userId="473d6ea9-be06-4609-b78d-125cc115ecf4" providerId="ADAL" clId="{B37DBE06-60B1-490B-8536-C4820F00D834}" dt="2025-06-07T03:41:31.698" v="2988"/>
          <ac:spMkLst>
            <pc:docMk/>
            <pc:sldMk cId="278885178" sldId="4603"/>
            <ac:spMk id="25" creationId="{2A038A4D-05BF-C146-CF1E-87C984AAB0B4}"/>
          </ac:spMkLst>
        </pc:spChg>
        <pc:spChg chg="add mod">
          <ac:chgData name="Ronan Ogor" userId="473d6ea9-be06-4609-b78d-125cc115ecf4" providerId="ADAL" clId="{B37DBE06-60B1-490B-8536-C4820F00D834}" dt="2025-06-07T03:43:08.923" v="3043" actId="114"/>
          <ac:spMkLst>
            <pc:docMk/>
            <pc:sldMk cId="278885178" sldId="4603"/>
            <ac:spMk id="26" creationId="{BC86CA7B-42A4-318D-1088-2929CEA511DA}"/>
          </ac:spMkLst>
        </pc:spChg>
        <pc:spChg chg="add mod">
          <ac:chgData name="Ronan Ogor" userId="473d6ea9-be06-4609-b78d-125cc115ecf4" providerId="ADAL" clId="{B37DBE06-60B1-490B-8536-C4820F00D834}" dt="2025-06-07T03:43:14.172" v="3045" actId="404"/>
          <ac:spMkLst>
            <pc:docMk/>
            <pc:sldMk cId="278885178" sldId="4603"/>
            <ac:spMk id="27" creationId="{3F02E63F-460B-5072-B1BF-51479BD397F1}"/>
          </ac:spMkLst>
        </pc:spChg>
        <pc:spChg chg="add mod">
          <ac:chgData name="Ronan Ogor" userId="473d6ea9-be06-4609-b78d-125cc115ecf4" providerId="ADAL" clId="{B37DBE06-60B1-490B-8536-C4820F00D834}" dt="2025-06-07T03:44:52.868" v="3085" actId="14100"/>
          <ac:spMkLst>
            <pc:docMk/>
            <pc:sldMk cId="278885178" sldId="4603"/>
            <ac:spMk id="29" creationId="{2A2302E6-6D81-228A-C67D-C227A8281CC9}"/>
          </ac:spMkLst>
        </pc:spChg>
        <pc:spChg chg="add mod">
          <ac:chgData name="Ronan Ogor" userId="473d6ea9-be06-4609-b78d-125cc115ecf4" providerId="ADAL" clId="{B37DBE06-60B1-490B-8536-C4820F00D834}" dt="2025-06-07T03:44:52.868" v="3085" actId="14100"/>
          <ac:spMkLst>
            <pc:docMk/>
            <pc:sldMk cId="278885178" sldId="4603"/>
            <ac:spMk id="31" creationId="{5D69C1C1-9F18-D603-3CAA-7E8E9399F416}"/>
          </ac:spMkLst>
        </pc:spChg>
        <pc:spChg chg="add mod">
          <ac:chgData name="Ronan Ogor" userId="473d6ea9-be06-4609-b78d-125cc115ecf4" providerId="ADAL" clId="{B37DBE06-60B1-490B-8536-C4820F00D834}" dt="2025-06-07T03:45:16.517" v="3095" actId="1076"/>
          <ac:spMkLst>
            <pc:docMk/>
            <pc:sldMk cId="278885178" sldId="4603"/>
            <ac:spMk id="33" creationId="{549F6748-5456-2E41-59FD-C98CC826E51D}"/>
          </ac:spMkLst>
        </pc:spChg>
        <pc:spChg chg="add mod">
          <ac:chgData name="Ronan Ogor" userId="473d6ea9-be06-4609-b78d-125cc115ecf4" providerId="ADAL" clId="{B37DBE06-60B1-490B-8536-C4820F00D834}" dt="2025-06-07T03:45:16.517" v="3095" actId="1076"/>
          <ac:spMkLst>
            <pc:docMk/>
            <pc:sldMk cId="278885178" sldId="4603"/>
            <ac:spMk id="35" creationId="{E494415C-64CB-4FBC-0ED6-DCC24B48437B}"/>
          </ac:spMkLst>
        </pc:spChg>
        <pc:spChg chg="add mod">
          <ac:chgData name="Ronan Ogor" userId="473d6ea9-be06-4609-b78d-125cc115ecf4" providerId="ADAL" clId="{B37DBE06-60B1-490B-8536-C4820F00D834}" dt="2025-06-07T03:45:02.681" v="3089" actId="1076"/>
          <ac:spMkLst>
            <pc:docMk/>
            <pc:sldMk cId="278885178" sldId="4603"/>
            <ac:spMk id="36" creationId="{DF41FF2C-D0BE-2977-2A50-4B7C4199342B}"/>
          </ac:spMkLst>
        </pc:spChg>
        <pc:spChg chg="add mod">
          <ac:chgData name="Ronan Ogor" userId="473d6ea9-be06-4609-b78d-125cc115ecf4" providerId="ADAL" clId="{B37DBE06-60B1-490B-8536-C4820F00D834}" dt="2025-06-07T03:45:06.701" v="3091" actId="20577"/>
          <ac:spMkLst>
            <pc:docMk/>
            <pc:sldMk cId="278885178" sldId="4603"/>
            <ac:spMk id="37" creationId="{58642F76-9953-ED63-A3A8-2D162BC2C22B}"/>
          </ac:spMkLst>
        </pc:spChg>
        <pc:spChg chg="add mod">
          <ac:chgData name="Ronan Ogor" userId="473d6ea9-be06-4609-b78d-125cc115ecf4" providerId="ADAL" clId="{B37DBE06-60B1-490B-8536-C4820F00D834}" dt="2025-06-07T03:45:10.913" v="3093" actId="20577"/>
          <ac:spMkLst>
            <pc:docMk/>
            <pc:sldMk cId="278885178" sldId="4603"/>
            <ac:spMk id="38" creationId="{8D7BC62B-FC02-BB66-C2BA-1B429FB9C874}"/>
          </ac:spMkLst>
        </pc:spChg>
        <pc:spChg chg="add mod">
          <ac:chgData name="Ronan Ogor" userId="473d6ea9-be06-4609-b78d-125cc115ecf4" providerId="ADAL" clId="{B37DBE06-60B1-490B-8536-C4820F00D834}" dt="2025-06-07T03:45:12.569" v="3094" actId="20577"/>
          <ac:spMkLst>
            <pc:docMk/>
            <pc:sldMk cId="278885178" sldId="4603"/>
            <ac:spMk id="39" creationId="{056A54E3-9AD8-45E4-B104-DA4FD5B22DFD}"/>
          </ac:spMkLst>
        </pc:spChg>
        <pc:spChg chg="add mod">
          <ac:chgData name="Ronan Ogor" userId="473d6ea9-be06-4609-b78d-125cc115ecf4" providerId="ADAL" clId="{B37DBE06-60B1-490B-8536-C4820F00D834}" dt="2025-06-07T03:59:22.388" v="3304" actId="1076"/>
          <ac:spMkLst>
            <pc:docMk/>
            <pc:sldMk cId="278885178" sldId="4603"/>
            <ac:spMk id="40" creationId="{58ACED68-1CA4-660C-E571-68C6EC89F8C7}"/>
          </ac:spMkLst>
        </pc:spChg>
        <pc:cxnChg chg="add mod">
          <ac:chgData name="Ronan Ogor" userId="473d6ea9-be06-4609-b78d-125cc115ecf4" providerId="ADAL" clId="{B37DBE06-60B1-490B-8536-C4820F00D834}" dt="2025-06-07T03:45:22.768" v="3098" actId="1076"/>
          <ac:cxnSpMkLst>
            <pc:docMk/>
            <pc:sldMk cId="278885178" sldId="4603"/>
            <ac:cxnSpMk id="6" creationId="{195D936E-13DF-8B64-FA70-84E8D5D1F1CB}"/>
          </ac:cxnSpMkLst>
        </pc:cxnChg>
        <pc:cxnChg chg="add mod">
          <ac:chgData name="Ronan Ogor" userId="473d6ea9-be06-4609-b78d-125cc115ecf4" providerId="ADAL" clId="{B37DBE06-60B1-490B-8536-C4820F00D834}" dt="2025-06-07T03:40:26.254" v="2965" actId="1076"/>
          <ac:cxnSpMkLst>
            <pc:docMk/>
            <pc:sldMk cId="278885178" sldId="4603"/>
            <ac:cxnSpMk id="11" creationId="{000BC764-0CB5-0A8E-55A9-C7EF6D7FE70C}"/>
          </ac:cxnSpMkLst>
        </pc:cxnChg>
        <pc:cxnChg chg="add mod">
          <ac:chgData name="Ronan Ogor" userId="473d6ea9-be06-4609-b78d-125cc115ecf4" providerId="ADAL" clId="{B37DBE06-60B1-490B-8536-C4820F00D834}" dt="2025-06-07T03:45:22.768" v="3098" actId="1076"/>
          <ac:cxnSpMkLst>
            <pc:docMk/>
            <pc:sldMk cId="278885178" sldId="4603"/>
            <ac:cxnSpMk id="12" creationId="{7E70C0E4-7FDD-9A36-42B2-B5635D9E320D}"/>
          </ac:cxnSpMkLst>
        </pc:cxnChg>
        <pc:cxnChg chg="add del mod">
          <ac:chgData name="Ronan Ogor" userId="473d6ea9-be06-4609-b78d-125cc115ecf4" providerId="ADAL" clId="{B37DBE06-60B1-490B-8536-C4820F00D834}" dt="2025-06-07T03:40:58.162" v="2981" actId="478"/>
          <ac:cxnSpMkLst>
            <pc:docMk/>
            <pc:sldMk cId="278885178" sldId="4603"/>
            <ac:cxnSpMk id="21" creationId="{AD581D83-3DD0-0583-A995-3334CC2F73FF}"/>
          </ac:cxnSpMkLst>
        </pc:cxnChg>
      </pc:sldChg>
      <pc:sldChg chg="addSp delSp modSp add mod">
        <pc:chgData name="Ronan Ogor" userId="473d6ea9-be06-4609-b78d-125cc115ecf4" providerId="ADAL" clId="{B37DBE06-60B1-490B-8536-C4820F00D834}" dt="2025-06-07T03:59:23.678" v="3305"/>
        <pc:sldMkLst>
          <pc:docMk/>
          <pc:sldMk cId="813707957" sldId="4604"/>
        </pc:sldMkLst>
        <pc:spChg chg="add mod">
          <ac:chgData name="Ronan Ogor" userId="473d6ea9-be06-4609-b78d-125cc115ecf4" providerId="ADAL" clId="{B37DBE06-60B1-490B-8536-C4820F00D834}" dt="2025-06-07T03:45:56.070" v="3101" actId="1076"/>
          <ac:spMkLst>
            <pc:docMk/>
            <pc:sldMk cId="813707957" sldId="4604"/>
            <ac:spMk id="2" creationId="{2D73A8DC-D140-0EDA-1A89-6B6FBE070469}"/>
          </ac:spMkLst>
        </pc:spChg>
        <pc:spChg chg="add mod">
          <ac:chgData name="Ronan Ogor" userId="473d6ea9-be06-4609-b78d-125cc115ecf4" providerId="ADAL" clId="{B37DBE06-60B1-490B-8536-C4820F00D834}" dt="2025-06-07T03:46:08.927" v="3107" actId="1076"/>
          <ac:spMkLst>
            <pc:docMk/>
            <pc:sldMk cId="813707957" sldId="4604"/>
            <ac:spMk id="3" creationId="{D034ECD3-D4CA-F91D-F635-F9F357463AA6}"/>
          </ac:spMkLst>
        </pc:spChg>
        <pc:spChg chg="add mod">
          <ac:chgData name="Ronan Ogor" userId="473d6ea9-be06-4609-b78d-125cc115ecf4" providerId="ADAL" clId="{B37DBE06-60B1-490B-8536-C4820F00D834}" dt="2025-06-07T03:59:23.678" v="3305"/>
          <ac:spMkLst>
            <pc:docMk/>
            <pc:sldMk cId="813707957" sldId="4604"/>
            <ac:spMk id="5" creationId="{F142E270-5A0B-ED97-37EB-242261799ACE}"/>
          </ac:spMkLst>
        </pc:spChg>
        <pc:spChg chg="del">
          <ac:chgData name="Ronan Ogor" userId="473d6ea9-be06-4609-b78d-125cc115ecf4" providerId="ADAL" clId="{B37DBE06-60B1-490B-8536-C4820F00D834}" dt="2025-06-07T03:45:57.136" v="3102" actId="478"/>
          <ac:spMkLst>
            <pc:docMk/>
            <pc:sldMk cId="813707957" sldId="4604"/>
            <ac:spMk id="25" creationId="{92AAF8BC-6CAC-088F-39AE-45DEFF827F7E}"/>
          </ac:spMkLst>
        </pc:spChg>
      </pc:sldChg>
      <pc:sldChg chg="addSp delSp modSp new mod">
        <pc:chgData name="Ronan Ogor" userId="473d6ea9-be06-4609-b78d-125cc115ecf4" providerId="ADAL" clId="{B37DBE06-60B1-490B-8536-C4820F00D834}" dt="2025-06-07T05:04:36.795" v="4317" actId="1076"/>
        <pc:sldMkLst>
          <pc:docMk/>
          <pc:sldMk cId="3762396305" sldId="4605"/>
        </pc:sldMkLst>
        <pc:spChg chg="del">
          <ac:chgData name="Ronan Ogor" userId="473d6ea9-be06-4609-b78d-125cc115ecf4" providerId="ADAL" clId="{B37DBE06-60B1-490B-8536-C4820F00D834}" dt="2025-06-07T03:46:19.012" v="3111" actId="478"/>
          <ac:spMkLst>
            <pc:docMk/>
            <pc:sldMk cId="3762396305" sldId="4605"/>
            <ac:spMk id="2" creationId="{35670DF1-F3D6-5D3F-5AC2-74B0CE6D8444}"/>
          </ac:spMkLst>
        </pc:spChg>
        <pc:spChg chg="del">
          <ac:chgData name="Ronan Ogor" userId="473d6ea9-be06-4609-b78d-125cc115ecf4" providerId="ADAL" clId="{B37DBE06-60B1-490B-8536-C4820F00D834}" dt="2025-06-07T03:46:19.012" v="3111" actId="478"/>
          <ac:spMkLst>
            <pc:docMk/>
            <pc:sldMk cId="3762396305" sldId="4605"/>
            <ac:spMk id="3" creationId="{8705FD2B-C0F7-C3A0-3E14-3D24D8B5C2C4}"/>
          </ac:spMkLst>
        </pc:spChg>
        <pc:spChg chg="add mod">
          <ac:chgData name="Ronan Ogor" userId="473d6ea9-be06-4609-b78d-125cc115ecf4" providerId="ADAL" clId="{B37DBE06-60B1-490B-8536-C4820F00D834}" dt="2025-06-07T05:04:36.795" v="4317" actId="1076"/>
          <ac:spMkLst>
            <pc:docMk/>
            <pc:sldMk cId="3762396305" sldId="4605"/>
            <ac:spMk id="4" creationId="{BF6645CB-F9D1-F2D2-EEFF-0FCB8DB4EE83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5" creationId="{E6223080-0F77-BF5A-546A-0F91A58D6857}"/>
          </ac:spMkLst>
        </pc:spChg>
        <pc:spChg chg="add del mod">
          <ac:chgData name="Ronan Ogor" userId="473d6ea9-be06-4609-b78d-125cc115ecf4" providerId="ADAL" clId="{B37DBE06-60B1-490B-8536-C4820F00D834}" dt="2025-06-07T04:55:02.530" v="4148" actId="478"/>
          <ac:spMkLst>
            <pc:docMk/>
            <pc:sldMk cId="3762396305" sldId="4605"/>
            <ac:spMk id="6" creationId="{9399EE8A-0256-F0C8-3374-E48BE9D9576D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7" creationId="{164E5B15-B032-0915-08CC-6D5D0C3B5A26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8" creationId="{2473EA7B-C549-47FF-56C8-391FE9FF3E54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9" creationId="{4F877C3A-A040-74BD-BCB2-BD55CBA1B59A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10" creationId="{D0F41CA9-696E-3C3A-BEFC-05DBC11C3714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11" creationId="{04413D83-BD0E-3815-C732-9B6179E71A2C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12" creationId="{20D6D301-C67E-9EE0-667E-37098803600B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13" creationId="{7F317940-D7D5-14B0-52D2-9920AED94F24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14" creationId="{7282CDAE-086E-DFB7-2FDB-E5549F85D26D}"/>
          </ac:spMkLst>
        </pc:spChg>
        <pc:spChg chg="add mod">
          <ac:chgData name="Ronan Ogor" userId="473d6ea9-be06-4609-b78d-125cc115ecf4" providerId="ADAL" clId="{B37DBE06-60B1-490B-8536-C4820F00D834}" dt="2025-06-07T05:04:20.191" v="4309" actId="1076"/>
          <ac:spMkLst>
            <pc:docMk/>
            <pc:sldMk cId="3762396305" sldId="4605"/>
            <ac:spMk id="15" creationId="{FA9165B1-9665-A005-A99C-D1C37864F736}"/>
          </ac:spMkLst>
        </pc:spChg>
        <pc:spChg chg="add mod">
          <ac:chgData name="Ronan Ogor" userId="473d6ea9-be06-4609-b78d-125cc115ecf4" providerId="ADAL" clId="{B37DBE06-60B1-490B-8536-C4820F00D834}" dt="2025-06-07T05:04:31.629" v="4315" actId="14100"/>
          <ac:spMkLst>
            <pc:docMk/>
            <pc:sldMk cId="3762396305" sldId="4605"/>
            <ac:spMk id="17" creationId="{C3A2CF78-9563-13EF-6E0E-062E18B617C3}"/>
          </ac:spMkLst>
        </pc:spChg>
      </pc:sldChg>
      <pc:sldChg chg="addSp modSp add mod">
        <pc:chgData name="Ronan Ogor" userId="473d6ea9-be06-4609-b78d-125cc115ecf4" providerId="ADAL" clId="{B37DBE06-60B1-490B-8536-C4820F00D834}" dt="2025-06-07T03:59:27.282" v="3308" actId="20577"/>
        <pc:sldMkLst>
          <pc:docMk/>
          <pc:sldMk cId="1320157237" sldId="4606"/>
        </pc:sldMkLst>
        <pc:spChg chg="add 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2" creationId="{EBB53E7B-86B4-AC3B-D77B-04EB23BEC18F}"/>
          </ac:spMkLst>
        </pc:spChg>
        <pc:spChg chg="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4" creationId="{DD7B856A-3F36-2CEF-5C95-9E1B64ADACAB}"/>
          </ac:spMkLst>
        </pc:spChg>
        <pc:spChg chg="add 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5" creationId="{945027ED-E1BD-7302-68BD-5E6B896D526E}"/>
          </ac:spMkLst>
        </pc:spChg>
        <pc:spChg chg="add 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7" creationId="{F1F24EF0-0CFF-226C-6E48-DE57EBCF746B}"/>
          </ac:spMkLst>
        </pc:spChg>
        <pc:spChg chg="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10" creationId="{FA7A1A7C-C5A8-8532-3830-D582F8CC4636}"/>
          </ac:spMkLst>
        </pc:spChg>
        <pc:spChg chg="add mod">
          <ac:chgData name="Ronan Ogor" userId="473d6ea9-be06-4609-b78d-125cc115ecf4" providerId="ADAL" clId="{B37DBE06-60B1-490B-8536-C4820F00D834}" dt="2025-06-07T03:48:56.308" v="3171" actId="1076"/>
          <ac:spMkLst>
            <pc:docMk/>
            <pc:sldMk cId="1320157237" sldId="4606"/>
            <ac:spMk id="13" creationId="{952873D8-A0D6-7262-0C9B-1A7B765A179C}"/>
          </ac:spMkLst>
        </pc:spChg>
        <pc:spChg chg="add mod">
          <ac:chgData name="Ronan Ogor" userId="473d6ea9-be06-4609-b78d-125cc115ecf4" providerId="ADAL" clId="{B37DBE06-60B1-490B-8536-C4820F00D834}" dt="2025-06-07T03:49:00.149" v="3172" actId="1076"/>
          <ac:spMkLst>
            <pc:docMk/>
            <pc:sldMk cId="1320157237" sldId="4606"/>
            <ac:spMk id="14" creationId="{F4EF6A69-E4E9-4F2A-DB11-931886AF3E20}"/>
          </ac:spMkLst>
        </pc:spChg>
        <pc:spChg chg="mod">
          <ac:chgData name="Ronan Ogor" userId="473d6ea9-be06-4609-b78d-125cc115ecf4" providerId="ADAL" clId="{B37DBE06-60B1-490B-8536-C4820F00D834}" dt="2025-06-07T03:48:02.079" v="3159" actId="1076"/>
          <ac:spMkLst>
            <pc:docMk/>
            <pc:sldMk cId="1320157237" sldId="4606"/>
            <ac:spMk id="15" creationId="{2B51ED27-AFB7-A8CB-ABB6-91D133195C1E}"/>
          </ac:spMkLst>
        </pc:spChg>
        <pc:spChg chg="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16" creationId="{5DEF7931-9090-38AE-8792-0B1DDEDB07F0}"/>
          </ac:spMkLst>
        </pc:spChg>
        <pc:spChg chg="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17" creationId="{5A41575E-7BE2-FD10-B736-D7E31DC01D84}"/>
          </ac:spMkLst>
        </pc:spChg>
        <pc:spChg chg="add mod">
          <ac:chgData name="Ronan Ogor" userId="473d6ea9-be06-4609-b78d-125cc115ecf4" providerId="ADAL" clId="{B37DBE06-60B1-490B-8536-C4820F00D834}" dt="2025-06-07T03:59:27.282" v="3308" actId="20577"/>
          <ac:spMkLst>
            <pc:docMk/>
            <pc:sldMk cId="1320157237" sldId="4606"/>
            <ac:spMk id="18" creationId="{B6A94550-4B19-683B-7C69-0F0E97BDEF61}"/>
          </ac:spMkLst>
        </pc:spChg>
        <pc:spChg chg="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19" creationId="{1BE1E7BD-6FBC-C987-43EA-3B2FA26F0315}"/>
          </ac:spMkLst>
        </pc:spChg>
        <pc:spChg chg="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23" creationId="{186BD90A-0324-4D8B-7F87-FA446EDE6E00}"/>
          </ac:spMkLst>
        </pc:spChg>
        <pc:spChg chg="mod">
          <ac:chgData name="Ronan Ogor" userId="473d6ea9-be06-4609-b78d-125cc115ecf4" providerId="ADAL" clId="{B37DBE06-60B1-490B-8536-C4820F00D834}" dt="2025-06-07T03:49:04.833" v="3173" actId="1076"/>
          <ac:spMkLst>
            <pc:docMk/>
            <pc:sldMk cId="1320157237" sldId="4606"/>
            <ac:spMk id="24" creationId="{1D0BAA30-B9BE-5635-9571-24939C27BAE6}"/>
          </ac:spMkLst>
        </pc:spChg>
        <pc:spChg chg="mod">
          <ac:chgData name="Ronan Ogor" userId="473d6ea9-be06-4609-b78d-125cc115ecf4" providerId="ADAL" clId="{B37DBE06-60B1-490B-8536-C4820F00D834}" dt="2025-06-07T03:46:40.018" v="3116" actId="1076"/>
          <ac:spMkLst>
            <pc:docMk/>
            <pc:sldMk cId="1320157237" sldId="4606"/>
            <ac:spMk id="27" creationId="{D39E2596-FA34-48FE-DB06-B360DABDE372}"/>
          </ac:spMkLst>
        </pc:spChg>
        <pc:spChg chg="mod">
          <ac:chgData name="Ronan Ogor" userId="473d6ea9-be06-4609-b78d-125cc115ecf4" providerId="ADAL" clId="{B37DBE06-60B1-490B-8536-C4820F00D834}" dt="2025-06-07T03:50:19.846" v="3202" actId="1076"/>
          <ac:spMkLst>
            <pc:docMk/>
            <pc:sldMk cId="1320157237" sldId="4606"/>
            <ac:spMk id="29" creationId="{BF839845-2039-504E-711F-A2D6BADD39CF}"/>
          </ac:spMkLst>
        </pc:spChg>
        <pc:spChg chg="mod">
          <ac:chgData name="Ronan Ogor" userId="473d6ea9-be06-4609-b78d-125cc115ecf4" providerId="ADAL" clId="{B37DBE06-60B1-490B-8536-C4820F00D834}" dt="2025-06-07T03:50:19.846" v="3202" actId="1076"/>
          <ac:spMkLst>
            <pc:docMk/>
            <pc:sldMk cId="1320157237" sldId="4606"/>
            <ac:spMk id="31" creationId="{2B6E7F39-DEFA-5D28-7A91-5C51DCE162C1}"/>
          </ac:spMkLst>
        </pc:spChg>
        <pc:spChg chg="mod">
          <ac:chgData name="Ronan Ogor" userId="473d6ea9-be06-4609-b78d-125cc115ecf4" providerId="ADAL" clId="{B37DBE06-60B1-490B-8536-C4820F00D834}" dt="2025-06-07T03:50:50.110" v="3207" actId="1076"/>
          <ac:spMkLst>
            <pc:docMk/>
            <pc:sldMk cId="1320157237" sldId="4606"/>
            <ac:spMk id="33" creationId="{FE1F4B4A-E1EE-FB40-49A3-B2A04723E806}"/>
          </ac:spMkLst>
        </pc:spChg>
        <pc:spChg chg="mod">
          <ac:chgData name="Ronan Ogor" userId="473d6ea9-be06-4609-b78d-125cc115ecf4" providerId="ADAL" clId="{B37DBE06-60B1-490B-8536-C4820F00D834}" dt="2025-06-07T03:50:40.776" v="3205" actId="1076"/>
          <ac:spMkLst>
            <pc:docMk/>
            <pc:sldMk cId="1320157237" sldId="4606"/>
            <ac:spMk id="35" creationId="{CD93F164-13F5-CB0C-A4B8-AAFC72F7011F}"/>
          </ac:spMkLst>
        </pc:spChg>
        <pc:spChg chg="mod">
          <ac:chgData name="Ronan Ogor" userId="473d6ea9-be06-4609-b78d-125cc115ecf4" providerId="ADAL" clId="{B37DBE06-60B1-490B-8536-C4820F00D834}" dt="2025-06-07T03:50:16.605" v="3201" actId="1076"/>
          <ac:spMkLst>
            <pc:docMk/>
            <pc:sldMk cId="1320157237" sldId="4606"/>
            <ac:spMk id="36" creationId="{3650805C-79AC-D4AE-99CB-BB662697869B}"/>
          </ac:spMkLst>
        </pc:spChg>
        <pc:spChg chg="mod">
          <ac:chgData name="Ronan Ogor" userId="473d6ea9-be06-4609-b78d-125cc115ecf4" providerId="ADAL" clId="{B37DBE06-60B1-490B-8536-C4820F00D834}" dt="2025-06-07T03:50:16.605" v="3201" actId="1076"/>
          <ac:spMkLst>
            <pc:docMk/>
            <pc:sldMk cId="1320157237" sldId="4606"/>
            <ac:spMk id="37" creationId="{8074E183-B9E4-9E64-61AB-7E1CAA5F6858}"/>
          </ac:spMkLst>
        </pc:spChg>
        <pc:spChg chg="mod">
          <ac:chgData name="Ronan Ogor" userId="473d6ea9-be06-4609-b78d-125cc115ecf4" providerId="ADAL" clId="{B37DBE06-60B1-490B-8536-C4820F00D834}" dt="2025-06-07T03:50:47.830" v="3206" actId="1076"/>
          <ac:spMkLst>
            <pc:docMk/>
            <pc:sldMk cId="1320157237" sldId="4606"/>
            <ac:spMk id="38" creationId="{90654339-D3E9-7F33-0FFA-C36932A63A20}"/>
          </ac:spMkLst>
        </pc:spChg>
        <pc:spChg chg="mod">
          <ac:chgData name="Ronan Ogor" userId="473d6ea9-be06-4609-b78d-125cc115ecf4" providerId="ADAL" clId="{B37DBE06-60B1-490B-8536-C4820F00D834}" dt="2025-06-07T03:50:47.830" v="3206" actId="1076"/>
          <ac:spMkLst>
            <pc:docMk/>
            <pc:sldMk cId="1320157237" sldId="4606"/>
            <ac:spMk id="39" creationId="{CFAA351B-3798-E68D-7B32-0DC2DC23A7AB}"/>
          </ac:spMkLst>
        </pc:spChg>
        <pc:cxnChg chg="add mod">
          <ac:chgData name="Ronan Ogor" userId="473d6ea9-be06-4609-b78d-125cc115ecf4" providerId="ADAL" clId="{B37DBE06-60B1-490B-8536-C4820F00D834}" dt="2025-06-07T03:48:40.980" v="3167" actId="1076"/>
          <ac:cxnSpMkLst>
            <pc:docMk/>
            <pc:sldMk cId="1320157237" sldId="4606"/>
            <ac:cxnSpMk id="3" creationId="{DFCD3E24-C076-F2EC-9E0C-8C612117E2A7}"/>
          </ac:cxnSpMkLst>
        </pc:cxnChg>
        <pc:cxnChg chg="mod">
          <ac:chgData name="Ronan Ogor" userId="473d6ea9-be06-4609-b78d-125cc115ecf4" providerId="ADAL" clId="{B37DBE06-60B1-490B-8536-C4820F00D834}" dt="2025-06-07T03:48:21.906" v="3163" actId="1076"/>
          <ac:cxnSpMkLst>
            <pc:docMk/>
            <pc:sldMk cId="1320157237" sldId="4606"/>
            <ac:cxnSpMk id="6" creationId="{4B07E039-7C25-8F06-EAB8-89BADCE94745}"/>
          </ac:cxnSpMkLst>
        </pc:cxnChg>
        <pc:cxnChg chg="add mod">
          <ac:chgData name="Ronan Ogor" userId="473d6ea9-be06-4609-b78d-125cc115ecf4" providerId="ADAL" clId="{B37DBE06-60B1-490B-8536-C4820F00D834}" dt="2025-06-07T03:48:36.130" v="3166" actId="571"/>
          <ac:cxnSpMkLst>
            <pc:docMk/>
            <pc:sldMk cId="1320157237" sldId="4606"/>
            <ac:cxnSpMk id="9" creationId="{3A519FCD-968F-1EC1-6696-C3EFD8CD0F92}"/>
          </ac:cxnSpMkLst>
        </pc:cxnChg>
        <pc:cxnChg chg="mod">
          <ac:chgData name="Ronan Ogor" userId="473d6ea9-be06-4609-b78d-125cc115ecf4" providerId="ADAL" clId="{B37DBE06-60B1-490B-8536-C4820F00D834}" dt="2025-06-07T03:48:00.364" v="3158" actId="14100"/>
          <ac:cxnSpMkLst>
            <pc:docMk/>
            <pc:sldMk cId="1320157237" sldId="4606"/>
            <ac:cxnSpMk id="11" creationId="{BE9DD917-29AB-1A08-EE48-BAC099F732BE}"/>
          </ac:cxnSpMkLst>
        </pc:cxnChg>
        <pc:cxnChg chg="mod">
          <ac:chgData name="Ronan Ogor" userId="473d6ea9-be06-4609-b78d-125cc115ecf4" providerId="ADAL" clId="{B37DBE06-60B1-490B-8536-C4820F00D834}" dt="2025-06-07T03:48:28.622" v="3164" actId="1076"/>
          <ac:cxnSpMkLst>
            <pc:docMk/>
            <pc:sldMk cId="1320157237" sldId="4606"/>
            <ac:cxnSpMk id="12" creationId="{5072138C-997C-F96A-1657-9CAB527F3A4F}"/>
          </ac:cxnSpMkLst>
        </pc:cxnChg>
      </pc:sldChg>
      <pc:sldChg chg="addSp delSp modSp add mod">
        <pc:chgData name="Ronan Ogor" userId="473d6ea9-be06-4609-b78d-125cc115ecf4" providerId="ADAL" clId="{B37DBE06-60B1-490B-8536-C4820F00D834}" dt="2025-06-07T03:51:14.210" v="3212" actId="478"/>
        <pc:sldMkLst>
          <pc:docMk/>
          <pc:sldMk cId="714485998" sldId="4607"/>
        </pc:sldMkLst>
        <pc:spChg chg="add mod">
          <ac:chgData name="Ronan Ogor" userId="473d6ea9-be06-4609-b78d-125cc115ecf4" providerId="ADAL" clId="{B37DBE06-60B1-490B-8536-C4820F00D834}" dt="2025-06-07T03:51:01.507" v="3210" actId="1076"/>
          <ac:spMkLst>
            <pc:docMk/>
            <pc:sldMk cId="714485998" sldId="4607"/>
            <ac:spMk id="8" creationId="{19D31C72-0F76-ACFA-6711-03E889BAA3EF}"/>
          </ac:spMkLst>
        </pc:spChg>
        <pc:spChg chg="add mod">
          <ac:chgData name="Ronan Ogor" userId="473d6ea9-be06-4609-b78d-125cc115ecf4" providerId="ADAL" clId="{B37DBE06-60B1-490B-8536-C4820F00D834}" dt="2025-06-07T03:51:12.988" v="3211"/>
          <ac:spMkLst>
            <pc:docMk/>
            <pc:sldMk cId="714485998" sldId="4607"/>
            <ac:spMk id="18" creationId="{C2F87344-4831-EB9A-3D4E-B31F3E668518}"/>
          </ac:spMkLst>
        </pc:spChg>
        <pc:spChg chg="del">
          <ac:chgData name="Ronan Ogor" userId="473d6ea9-be06-4609-b78d-125cc115ecf4" providerId="ADAL" clId="{B37DBE06-60B1-490B-8536-C4820F00D834}" dt="2025-06-07T03:51:14.210" v="3212" actId="478"/>
          <ac:spMkLst>
            <pc:docMk/>
            <pc:sldMk cId="714485998" sldId="4607"/>
            <ac:spMk id="25" creationId="{338E67C0-ED08-3CB8-7CF0-E598D555ACDD}"/>
          </ac:spMkLst>
        </pc:spChg>
      </pc:sldChg>
      <pc:sldChg chg="addSp delSp modSp add mod">
        <pc:chgData name="Ronan Ogor" userId="473d6ea9-be06-4609-b78d-125cc115ecf4" providerId="ADAL" clId="{B37DBE06-60B1-490B-8536-C4820F00D834}" dt="2025-06-07T03:59:31.108" v="3311" actId="20577"/>
        <pc:sldMkLst>
          <pc:docMk/>
          <pc:sldMk cId="494570661" sldId="4608"/>
        </pc:sldMkLst>
        <pc:spChg chg="del">
          <ac:chgData name="Ronan Ogor" userId="473d6ea9-be06-4609-b78d-125cc115ecf4" providerId="ADAL" clId="{B37DBE06-60B1-490B-8536-C4820F00D834}" dt="2025-06-07T03:54:45.326" v="3243" actId="478"/>
          <ac:spMkLst>
            <pc:docMk/>
            <pc:sldMk cId="494570661" sldId="4608"/>
            <ac:spMk id="2" creationId="{F25D7C4F-EE1A-7DBB-C15B-6BD7A37C48AC}"/>
          </ac:spMkLst>
        </pc:spChg>
        <pc:spChg chg="del">
          <ac:chgData name="Ronan Ogor" userId="473d6ea9-be06-4609-b78d-125cc115ecf4" providerId="ADAL" clId="{B37DBE06-60B1-490B-8536-C4820F00D834}" dt="2025-06-07T03:54:21.501" v="3238" actId="478"/>
          <ac:spMkLst>
            <pc:docMk/>
            <pc:sldMk cId="494570661" sldId="4608"/>
            <ac:spMk id="4" creationId="{FEF213D2-8175-0CA2-4DE6-CF49CC0C83B2}"/>
          </ac:spMkLst>
        </pc:spChg>
        <pc:spChg chg="del">
          <ac:chgData name="Ronan Ogor" userId="473d6ea9-be06-4609-b78d-125cc115ecf4" providerId="ADAL" clId="{B37DBE06-60B1-490B-8536-C4820F00D834}" dt="2025-06-07T03:54:45.326" v="3243" actId="478"/>
          <ac:spMkLst>
            <pc:docMk/>
            <pc:sldMk cId="494570661" sldId="4608"/>
            <ac:spMk id="5" creationId="{52E03FF6-035E-D40C-ABBF-457CFE3104B0}"/>
          </ac:spMkLst>
        </pc:spChg>
        <pc:spChg chg="del">
          <ac:chgData name="Ronan Ogor" userId="473d6ea9-be06-4609-b78d-125cc115ecf4" providerId="ADAL" clId="{B37DBE06-60B1-490B-8536-C4820F00D834}" dt="2025-06-07T03:54:45.326" v="3243" actId="478"/>
          <ac:spMkLst>
            <pc:docMk/>
            <pc:sldMk cId="494570661" sldId="4608"/>
            <ac:spMk id="7" creationId="{9860737D-4851-B464-03D1-844024E4B868}"/>
          </ac:spMkLst>
        </pc:spChg>
        <pc:spChg chg="add mod">
          <ac:chgData name="Ronan Ogor" userId="473d6ea9-be06-4609-b78d-125cc115ecf4" providerId="ADAL" clId="{B37DBE06-60B1-490B-8536-C4820F00D834}" dt="2025-06-07T03:54:55.582" v="3245" actId="1076"/>
          <ac:spMkLst>
            <pc:docMk/>
            <pc:sldMk cId="494570661" sldId="4608"/>
            <ac:spMk id="8" creationId="{68660A49-8488-0802-2724-FD603B3B48AC}"/>
          </ac:spMkLst>
        </pc:spChg>
        <pc:spChg chg="mod">
          <ac:chgData name="Ronan Ogor" userId="473d6ea9-be06-4609-b78d-125cc115ecf4" providerId="ADAL" clId="{B37DBE06-60B1-490B-8536-C4820F00D834}" dt="2025-06-07T03:54:55.582" v="3245" actId="1076"/>
          <ac:spMkLst>
            <pc:docMk/>
            <pc:sldMk cId="494570661" sldId="4608"/>
            <ac:spMk id="10" creationId="{D6B0DEC8-B35F-FFCD-BC23-19BC448B935E}"/>
          </ac:spMkLst>
        </pc:spChg>
        <pc:spChg chg="del">
          <ac:chgData name="Ronan Ogor" userId="473d6ea9-be06-4609-b78d-125cc115ecf4" providerId="ADAL" clId="{B37DBE06-60B1-490B-8536-C4820F00D834}" dt="2025-06-07T03:54:21.501" v="3238" actId="478"/>
          <ac:spMkLst>
            <pc:docMk/>
            <pc:sldMk cId="494570661" sldId="4608"/>
            <ac:spMk id="13" creationId="{3BFDCE4D-62F9-EDB8-A997-B290ACB69EB3}"/>
          </ac:spMkLst>
        </pc:spChg>
        <pc:spChg chg="del">
          <ac:chgData name="Ronan Ogor" userId="473d6ea9-be06-4609-b78d-125cc115ecf4" providerId="ADAL" clId="{B37DBE06-60B1-490B-8536-C4820F00D834}" dt="2025-06-07T03:54:21.501" v="3238" actId="478"/>
          <ac:spMkLst>
            <pc:docMk/>
            <pc:sldMk cId="494570661" sldId="4608"/>
            <ac:spMk id="14" creationId="{068BC7F3-6C96-A997-9ADD-C76842B07639}"/>
          </ac:spMkLst>
        </pc:spChg>
        <pc:spChg chg="mod">
          <ac:chgData name="Ronan Ogor" userId="473d6ea9-be06-4609-b78d-125cc115ecf4" providerId="ADAL" clId="{B37DBE06-60B1-490B-8536-C4820F00D834}" dt="2025-06-07T03:54:55.582" v="3245" actId="1076"/>
          <ac:spMkLst>
            <pc:docMk/>
            <pc:sldMk cId="494570661" sldId="4608"/>
            <ac:spMk id="15" creationId="{DDCE0E37-1EC2-C2BD-0FBE-26B2CB98E56A}"/>
          </ac:spMkLst>
        </pc:spChg>
        <pc:spChg chg="del">
          <ac:chgData name="Ronan Ogor" userId="473d6ea9-be06-4609-b78d-125cc115ecf4" providerId="ADAL" clId="{B37DBE06-60B1-490B-8536-C4820F00D834}" dt="2025-06-07T03:54:21.501" v="3238" actId="478"/>
          <ac:spMkLst>
            <pc:docMk/>
            <pc:sldMk cId="494570661" sldId="4608"/>
            <ac:spMk id="16" creationId="{ADEF19C5-DA4E-7FC7-CB04-397DB7227B22}"/>
          </ac:spMkLst>
        </pc:spChg>
        <pc:spChg chg="mod">
          <ac:chgData name="Ronan Ogor" userId="473d6ea9-be06-4609-b78d-125cc115ecf4" providerId="ADAL" clId="{B37DBE06-60B1-490B-8536-C4820F00D834}" dt="2025-06-07T03:54:55.582" v="3245" actId="1076"/>
          <ac:spMkLst>
            <pc:docMk/>
            <pc:sldMk cId="494570661" sldId="4608"/>
            <ac:spMk id="17" creationId="{B521CBBE-F588-6175-2849-BCD33EAA0B7F}"/>
          </ac:spMkLst>
        </pc:spChg>
        <pc:spChg chg="del">
          <ac:chgData name="Ronan Ogor" userId="473d6ea9-be06-4609-b78d-125cc115ecf4" providerId="ADAL" clId="{B37DBE06-60B1-490B-8536-C4820F00D834}" dt="2025-06-07T03:54:21.501" v="3238" actId="478"/>
          <ac:spMkLst>
            <pc:docMk/>
            <pc:sldMk cId="494570661" sldId="4608"/>
            <ac:spMk id="19" creationId="{09623753-D385-017C-F146-FEDECF90ECD1}"/>
          </ac:spMkLst>
        </pc:spChg>
        <pc:spChg chg="add mod">
          <ac:chgData name="Ronan Ogor" userId="473d6ea9-be06-4609-b78d-125cc115ecf4" providerId="ADAL" clId="{B37DBE06-60B1-490B-8536-C4820F00D834}" dt="2025-06-07T03:54:55.582" v="3245" actId="1076"/>
          <ac:spMkLst>
            <pc:docMk/>
            <pc:sldMk cId="494570661" sldId="4608"/>
            <ac:spMk id="20" creationId="{15408EA6-2330-38DF-DA46-C2E63E59DC6E}"/>
          </ac:spMkLst>
        </pc:spChg>
        <pc:spChg chg="add mod">
          <ac:chgData name="Ronan Ogor" userId="473d6ea9-be06-4609-b78d-125cc115ecf4" providerId="ADAL" clId="{B37DBE06-60B1-490B-8536-C4820F00D834}" dt="2025-06-07T03:54:55.582" v="3245" actId="1076"/>
          <ac:spMkLst>
            <pc:docMk/>
            <pc:sldMk cId="494570661" sldId="4608"/>
            <ac:spMk id="21" creationId="{E213FCDA-7035-BD54-7B98-A9B4D62010BE}"/>
          </ac:spMkLst>
        </pc:spChg>
        <pc:spChg chg="add mod">
          <ac:chgData name="Ronan Ogor" userId="473d6ea9-be06-4609-b78d-125cc115ecf4" providerId="ADAL" clId="{B37DBE06-60B1-490B-8536-C4820F00D834}" dt="2025-06-07T03:56:54.555" v="3265" actId="20577"/>
          <ac:spMkLst>
            <pc:docMk/>
            <pc:sldMk cId="494570661" sldId="4608"/>
            <ac:spMk id="22" creationId="{DC204295-E14C-D5E8-3373-381EC44AA0D9}"/>
          </ac:spMkLst>
        </pc:spChg>
        <pc:spChg chg="mod">
          <ac:chgData name="Ronan Ogor" userId="473d6ea9-be06-4609-b78d-125cc115ecf4" providerId="ADAL" clId="{B37DBE06-60B1-490B-8536-C4820F00D834}" dt="2025-06-07T03:54:55.582" v="3245" actId="1076"/>
          <ac:spMkLst>
            <pc:docMk/>
            <pc:sldMk cId="494570661" sldId="4608"/>
            <ac:spMk id="23" creationId="{03108A43-1DB6-B3CE-948F-6B0AA7B217F0}"/>
          </ac:spMkLst>
        </pc:spChg>
        <pc:spChg chg="del">
          <ac:chgData name="Ronan Ogor" userId="473d6ea9-be06-4609-b78d-125cc115ecf4" providerId="ADAL" clId="{B37DBE06-60B1-490B-8536-C4820F00D834}" dt="2025-06-07T03:54:49.846" v="3244" actId="478"/>
          <ac:spMkLst>
            <pc:docMk/>
            <pc:sldMk cId="494570661" sldId="4608"/>
            <ac:spMk id="24" creationId="{E6284912-7BF7-B8A0-763B-C2DC5DB3040C}"/>
          </ac:spMkLst>
        </pc:spChg>
        <pc:spChg chg="mod">
          <ac:chgData name="Ronan Ogor" userId="473d6ea9-be06-4609-b78d-125cc115ecf4" providerId="ADAL" clId="{B37DBE06-60B1-490B-8536-C4820F00D834}" dt="2025-06-07T03:57:00.887" v="3267" actId="113"/>
          <ac:spMkLst>
            <pc:docMk/>
            <pc:sldMk cId="494570661" sldId="4608"/>
            <ac:spMk id="27" creationId="{2ED33EF7-547E-77C8-8ABB-F37C60039DD1}"/>
          </ac:spMkLst>
        </pc:spChg>
        <pc:spChg chg="add mod">
          <ac:chgData name="Ronan Ogor" userId="473d6ea9-be06-4609-b78d-125cc115ecf4" providerId="ADAL" clId="{B37DBE06-60B1-490B-8536-C4820F00D834}" dt="2025-06-07T03:59:31.108" v="3311" actId="20577"/>
          <ac:spMkLst>
            <pc:docMk/>
            <pc:sldMk cId="494570661" sldId="4608"/>
            <ac:spMk id="28" creationId="{F6AE3F7F-0B69-6155-0ABA-EA8368B5142E}"/>
          </ac:spMkLst>
        </pc:spChg>
        <pc:spChg chg="mod">
          <ac:chgData name="Ronan Ogor" userId="473d6ea9-be06-4609-b78d-125cc115ecf4" providerId="ADAL" clId="{B37DBE06-60B1-490B-8536-C4820F00D834}" dt="2025-06-07T03:55:21.480" v="3253" actId="113"/>
          <ac:spMkLst>
            <pc:docMk/>
            <pc:sldMk cId="494570661" sldId="4608"/>
            <ac:spMk id="29" creationId="{E8F74297-B3DB-01E6-36C2-F1077406512F}"/>
          </ac:spMkLst>
        </pc:spChg>
        <pc:spChg chg="mod">
          <ac:chgData name="Ronan Ogor" userId="473d6ea9-be06-4609-b78d-125cc115ecf4" providerId="ADAL" clId="{B37DBE06-60B1-490B-8536-C4820F00D834}" dt="2025-06-07T03:55:42.139" v="3257" actId="113"/>
          <ac:spMkLst>
            <pc:docMk/>
            <pc:sldMk cId="494570661" sldId="4608"/>
            <ac:spMk id="31" creationId="{4BE3C42E-5618-870F-F96F-1C7F6E3D25DC}"/>
          </ac:spMkLst>
        </pc:spChg>
        <pc:spChg chg="mod">
          <ac:chgData name="Ronan Ogor" userId="473d6ea9-be06-4609-b78d-125cc115ecf4" providerId="ADAL" clId="{B37DBE06-60B1-490B-8536-C4820F00D834}" dt="2025-06-07T03:55:48.862" v="3260" actId="113"/>
          <ac:spMkLst>
            <pc:docMk/>
            <pc:sldMk cId="494570661" sldId="4608"/>
            <ac:spMk id="33" creationId="{2FA003F3-AAEA-C9F9-6FF2-A602FC15D537}"/>
          </ac:spMkLst>
        </pc:spChg>
        <pc:spChg chg="mod">
          <ac:chgData name="Ronan Ogor" userId="473d6ea9-be06-4609-b78d-125cc115ecf4" providerId="ADAL" clId="{B37DBE06-60B1-490B-8536-C4820F00D834}" dt="2025-06-07T03:56:08.424" v="3264" actId="14100"/>
          <ac:spMkLst>
            <pc:docMk/>
            <pc:sldMk cId="494570661" sldId="4608"/>
            <ac:spMk id="35" creationId="{69CC8DDB-08A7-82EC-249A-C444A3CC9345}"/>
          </ac:spMkLst>
        </pc:spChg>
        <pc:cxnChg chg="del">
          <ac:chgData name="Ronan Ogor" userId="473d6ea9-be06-4609-b78d-125cc115ecf4" providerId="ADAL" clId="{B37DBE06-60B1-490B-8536-C4820F00D834}" dt="2025-06-07T03:54:45.326" v="3243" actId="478"/>
          <ac:cxnSpMkLst>
            <pc:docMk/>
            <pc:sldMk cId="494570661" sldId="4608"/>
            <ac:cxnSpMk id="3" creationId="{0E4F3E2E-6332-203E-370D-5705031F7651}"/>
          </ac:cxnSpMkLst>
        </pc:cxnChg>
        <pc:cxnChg chg="del">
          <ac:chgData name="Ronan Ogor" userId="473d6ea9-be06-4609-b78d-125cc115ecf4" providerId="ADAL" clId="{B37DBE06-60B1-490B-8536-C4820F00D834}" dt="2025-06-07T03:54:21.501" v="3238" actId="478"/>
          <ac:cxnSpMkLst>
            <pc:docMk/>
            <pc:sldMk cId="494570661" sldId="4608"/>
            <ac:cxnSpMk id="6" creationId="{F55629DF-8534-EB1B-69D9-20F552F999FA}"/>
          </ac:cxnSpMkLst>
        </pc:cxnChg>
        <pc:cxnChg chg="mod">
          <ac:chgData name="Ronan Ogor" userId="473d6ea9-be06-4609-b78d-125cc115ecf4" providerId="ADAL" clId="{B37DBE06-60B1-490B-8536-C4820F00D834}" dt="2025-06-07T03:54:34.203" v="3240" actId="1076"/>
          <ac:cxnSpMkLst>
            <pc:docMk/>
            <pc:sldMk cId="494570661" sldId="4608"/>
            <ac:cxnSpMk id="9" creationId="{0B6783E0-AC7F-12FA-FA34-BBBA4B5FA1DE}"/>
          </ac:cxnSpMkLst>
        </pc:cxnChg>
        <pc:cxnChg chg="mod">
          <ac:chgData name="Ronan Ogor" userId="473d6ea9-be06-4609-b78d-125cc115ecf4" providerId="ADAL" clId="{B37DBE06-60B1-490B-8536-C4820F00D834}" dt="2025-06-07T03:54:55.582" v="3245" actId="1076"/>
          <ac:cxnSpMkLst>
            <pc:docMk/>
            <pc:sldMk cId="494570661" sldId="4608"/>
            <ac:cxnSpMk id="11" creationId="{7EEE66D2-966F-46E0-4C69-F6E7857F493C}"/>
          </ac:cxnSpMkLst>
        </pc:cxnChg>
        <pc:cxnChg chg="del">
          <ac:chgData name="Ronan Ogor" userId="473d6ea9-be06-4609-b78d-125cc115ecf4" providerId="ADAL" clId="{B37DBE06-60B1-490B-8536-C4820F00D834}" dt="2025-06-07T03:54:21.501" v="3238" actId="478"/>
          <ac:cxnSpMkLst>
            <pc:docMk/>
            <pc:sldMk cId="494570661" sldId="4608"/>
            <ac:cxnSpMk id="12" creationId="{F71467D7-9DB5-B24A-9185-9147C48995AC}"/>
          </ac:cxnSpMkLst>
        </pc:cxnChg>
        <pc:cxnChg chg="add mod">
          <ac:chgData name="Ronan Ogor" userId="473d6ea9-be06-4609-b78d-125cc115ecf4" providerId="ADAL" clId="{B37DBE06-60B1-490B-8536-C4820F00D834}" dt="2025-06-07T03:54:55.582" v="3245" actId="1076"/>
          <ac:cxnSpMkLst>
            <pc:docMk/>
            <pc:sldMk cId="494570661" sldId="4608"/>
            <ac:cxnSpMk id="18" creationId="{1B637579-1C04-AD87-9E0A-C6761F3B786D}"/>
          </ac:cxnSpMkLst>
        </pc:cxnChg>
      </pc:sldChg>
      <pc:sldChg chg="addSp delSp modSp add mod">
        <pc:chgData name="Ronan Ogor" userId="473d6ea9-be06-4609-b78d-125cc115ecf4" providerId="ADAL" clId="{B37DBE06-60B1-490B-8536-C4820F00D834}" dt="2025-06-07T04:02:47.773" v="3377" actId="20577"/>
        <pc:sldMkLst>
          <pc:docMk/>
          <pc:sldMk cId="2014799186" sldId="4609"/>
        </pc:sldMkLst>
        <pc:spChg chg="add mod">
          <ac:chgData name="Ronan Ogor" userId="473d6ea9-be06-4609-b78d-125cc115ecf4" providerId="ADAL" clId="{B37DBE06-60B1-490B-8536-C4820F00D834}" dt="2025-06-07T03:57:15.691" v="3270" actId="1076"/>
          <ac:spMkLst>
            <pc:docMk/>
            <pc:sldMk cId="2014799186" sldId="4609"/>
            <ac:spMk id="2" creationId="{19EE6EB0-4F47-8762-8F15-A48455ADA647}"/>
          </ac:spMkLst>
        </pc:spChg>
        <pc:spChg chg="add mod">
          <ac:chgData name="Ronan Ogor" userId="473d6ea9-be06-4609-b78d-125cc115ecf4" providerId="ADAL" clId="{B37DBE06-60B1-490B-8536-C4820F00D834}" dt="2025-06-07T04:02:47.773" v="3377" actId="20577"/>
          <ac:spMkLst>
            <pc:docMk/>
            <pc:sldMk cId="2014799186" sldId="4609"/>
            <ac:spMk id="3" creationId="{D1F5CD35-BF35-9AA8-E092-098C970E45C9}"/>
          </ac:spMkLst>
        </pc:spChg>
        <pc:spChg chg="del">
          <ac:chgData name="Ronan Ogor" userId="473d6ea9-be06-4609-b78d-125cc115ecf4" providerId="ADAL" clId="{B37DBE06-60B1-490B-8536-C4820F00D834}" dt="2025-06-07T03:57:20.831" v="3272" actId="478"/>
          <ac:spMkLst>
            <pc:docMk/>
            <pc:sldMk cId="2014799186" sldId="4609"/>
            <ac:spMk id="25" creationId="{EF73C77A-6B71-712C-F93B-0D7C9687ADDF}"/>
          </ac:spMkLst>
        </pc:spChg>
      </pc:sldChg>
      <pc:sldChg chg="addSp delSp modSp add mod">
        <pc:chgData name="Ronan Ogor" userId="473d6ea9-be06-4609-b78d-125cc115ecf4" providerId="ADAL" clId="{B37DBE06-60B1-490B-8536-C4820F00D834}" dt="2025-06-07T04:01:40.341" v="3360" actId="1076"/>
        <pc:sldMkLst>
          <pc:docMk/>
          <pc:sldMk cId="1902654069" sldId="4610"/>
        </pc:sldMkLst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2" creationId="{7259FC07-7CFA-FAAA-79B0-D4C541DC7AE5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4" creationId="{9F01CE08-E698-50EA-265A-64CA5ABC5030}"/>
          </ac:spMkLst>
        </pc:spChg>
        <pc:spChg chg="add mod">
          <ac:chgData name="Ronan Ogor" userId="473d6ea9-be06-4609-b78d-125cc115ecf4" providerId="ADAL" clId="{B37DBE06-60B1-490B-8536-C4820F00D834}" dt="2025-06-07T04:00:12.653" v="3322" actId="20577"/>
          <ac:spMkLst>
            <pc:docMk/>
            <pc:sldMk cId="1902654069" sldId="4610"/>
            <ac:spMk id="7" creationId="{79101F3B-DAD9-A21A-03D9-4C09C8870CF2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8" creationId="{39B8A732-18F0-4C3A-822D-D4A9C419FCB6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10" creationId="{35F134C0-8047-481A-2606-516C1C02AAB5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12" creationId="{3868451A-D8B7-D313-EE58-141A75D58B81}"/>
          </ac:spMkLst>
        </pc:spChg>
        <pc:spChg chg="mod">
          <ac:chgData name="Ronan Ogor" userId="473d6ea9-be06-4609-b78d-125cc115ecf4" providerId="ADAL" clId="{B37DBE06-60B1-490B-8536-C4820F00D834}" dt="2025-06-07T04:00:29.377" v="3328" actId="20577"/>
          <ac:spMkLst>
            <pc:docMk/>
            <pc:sldMk cId="1902654069" sldId="4610"/>
            <ac:spMk id="13" creationId="{0AB18BFF-F3CC-F1A1-B481-75E276DE7977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14" creationId="{0C0BEE58-4658-7CB3-C4E1-2702C0F555E7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15" creationId="{95AED229-560D-755D-293E-532EC54F941A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17" creationId="{B074F7C0-0950-F3B8-9122-AE20AE617605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19" creationId="{E8997F65-D3CB-A962-5A71-0B58F5DBB9A2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20" creationId="{FBAF3737-A49A-AA0C-729A-459D771BE815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21" creationId="{F77DE16C-A376-2C9B-7A33-B0693DDDFE66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22" creationId="{4D65E520-4747-031A-473C-3684C4810F11}"/>
          </ac:spMkLst>
        </pc:spChg>
        <pc:spChg chg="del">
          <ac:chgData name="Ronan Ogor" userId="473d6ea9-be06-4609-b78d-125cc115ecf4" providerId="ADAL" clId="{B37DBE06-60B1-490B-8536-C4820F00D834}" dt="2025-06-07T04:00:07.495" v="3314" actId="478"/>
          <ac:spMkLst>
            <pc:docMk/>
            <pc:sldMk cId="1902654069" sldId="4610"/>
            <ac:spMk id="23" creationId="{34ADC516-CC78-EAF0-B48B-6FE89CE21350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24" creationId="{D52B19DE-0E26-7F8E-ECB9-445A07BFC617}"/>
          </ac:spMkLst>
        </pc:spChg>
        <pc:spChg chg="mod">
          <ac:chgData name="Ronan Ogor" userId="473d6ea9-be06-4609-b78d-125cc115ecf4" providerId="ADAL" clId="{B37DBE06-60B1-490B-8536-C4820F00D834}" dt="2025-06-07T03:59:58.275" v="3313"/>
          <ac:spMkLst>
            <pc:docMk/>
            <pc:sldMk cId="1902654069" sldId="4610"/>
            <ac:spMk id="27" creationId="{DF015558-E727-B57D-1E67-7491DFB0196E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29" creationId="{3A5022DC-6177-1CC5-7B69-7C679467F3AC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31" creationId="{8CA73405-ADF9-FCE3-D6C3-964CE1315FFB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32" creationId="{6D9F4004-B25D-4AD6-298A-F7AD0EA6CD9F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33" creationId="{F24E67B4-0C83-C63D-208B-4951318107FE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35" creationId="{C4536E22-7B17-A7A0-6AEE-BD627AF1F336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36" creationId="{217F6292-AB8A-6113-331C-01F8E071382A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37" creationId="{E39A9FDB-3BE5-39E6-ED8F-DCBFCD5A6F53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38" creationId="{ADA90131-A52F-DDCA-702D-341A96B53204}"/>
          </ac:spMkLst>
        </pc:spChg>
        <pc:spChg chg="mod">
          <ac:chgData name="Ronan Ogor" userId="473d6ea9-be06-4609-b78d-125cc115ecf4" providerId="ADAL" clId="{B37DBE06-60B1-490B-8536-C4820F00D834}" dt="2025-06-07T04:01:40.341" v="3360" actId="1076"/>
          <ac:spMkLst>
            <pc:docMk/>
            <pc:sldMk cId="1902654069" sldId="4610"/>
            <ac:spMk id="39" creationId="{704A9E1D-A712-F2F3-1853-FCDED243CA94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41" creationId="{47901012-20BF-861D-EF7A-52E47EF032AE}"/>
          </ac:spMkLst>
        </pc:spChg>
        <pc:spChg chg="add mod">
          <ac:chgData name="Ronan Ogor" userId="473d6ea9-be06-4609-b78d-125cc115ecf4" providerId="ADAL" clId="{B37DBE06-60B1-490B-8536-C4820F00D834}" dt="2025-06-07T04:00:07.754" v="3315"/>
          <ac:spMkLst>
            <pc:docMk/>
            <pc:sldMk cId="1902654069" sldId="4610"/>
            <ac:spMk id="42" creationId="{C63E07CF-14FF-9180-9712-9ADC8DA33CA3}"/>
          </ac:spMkLst>
        </pc:spChg>
        <pc:spChg chg="add del">
          <ac:chgData name="Ronan Ogor" userId="473d6ea9-be06-4609-b78d-125cc115ecf4" providerId="ADAL" clId="{B37DBE06-60B1-490B-8536-C4820F00D834}" dt="2025-06-07T04:00:43.670" v="3331" actId="22"/>
          <ac:spMkLst>
            <pc:docMk/>
            <pc:sldMk cId="1902654069" sldId="4610"/>
            <ac:spMk id="44" creationId="{3C7B7FC4-0E43-629B-78DA-FD47D8B5F153}"/>
          </ac:spMkLst>
        </pc:spChg>
        <pc:cxnChg chg="del">
          <ac:chgData name="Ronan Ogor" userId="473d6ea9-be06-4609-b78d-125cc115ecf4" providerId="ADAL" clId="{B37DBE06-60B1-490B-8536-C4820F00D834}" dt="2025-06-07T04:00:07.495" v="3314" actId="478"/>
          <ac:cxnSpMkLst>
            <pc:docMk/>
            <pc:sldMk cId="1902654069" sldId="4610"/>
            <ac:cxnSpMk id="11" creationId="{7FCEAF6D-F14F-F10A-2C4C-929309087D26}"/>
          </ac:cxnSpMkLst>
        </pc:cxnChg>
        <pc:cxnChg chg="del">
          <ac:chgData name="Ronan Ogor" userId="473d6ea9-be06-4609-b78d-125cc115ecf4" providerId="ADAL" clId="{B37DBE06-60B1-490B-8536-C4820F00D834}" dt="2025-06-07T04:00:07.495" v="3314" actId="478"/>
          <ac:cxnSpMkLst>
            <pc:docMk/>
            <pc:sldMk cId="1902654069" sldId="4610"/>
            <ac:cxnSpMk id="18" creationId="{60D67323-350A-B5C2-E6EC-A69E376ADADA}"/>
          </ac:cxnSpMkLst>
        </pc:cxnChg>
      </pc:sldChg>
      <pc:sldChg chg="addSp delSp modSp add mod">
        <pc:chgData name="Ronan Ogor" userId="473d6ea9-be06-4609-b78d-125cc115ecf4" providerId="ADAL" clId="{B37DBE06-60B1-490B-8536-C4820F00D834}" dt="2025-06-07T04:02:12.897" v="3366"/>
        <pc:sldMkLst>
          <pc:docMk/>
          <pc:sldMk cId="3140561895" sldId="4611"/>
        </pc:sldMkLst>
        <pc:spChg chg="add mod">
          <ac:chgData name="Ronan Ogor" userId="473d6ea9-be06-4609-b78d-125cc115ecf4" providerId="ADAL" clId="{B37DBE06-60B1-490B-8536-C4820F00D834}" dt="2025-06-07T04:02:07.883" v="3363" actId="1076"/>
          <ac:spMkLst>
            <pc:docMk/>
            <pc:sldMk cId="3140561895" sldId="4611"/>
            <ac:spMk id="8" creationId="{B2913085-DF0A-9FAA-3FA9-EDC181AC8A1C}"/>
          </ac:spMkLst>
        </pc:spChg>
        <pc:spChg chg="add mod">
          <ac:chgData name="Ronan Ogor" userId="473d6ea9-be06-4609-b78d-125cc115ecf4" providerId="ADAL" clId="{B37DBE06-60B1-490B-8536-C4820F00D834}" dt="2025-06-07T04:02:12.897" v="3366"/>
          <ac:spMkLst>
            <pc:docMk/>
            <pc:sldMk cId="3140561895" sldId="4611"/>
            <ac:spMk id="9" creationId="{32C431C1-8546-26E6-B5CB-D931DE118D13}"/>
          </ac:spMkLst>
        </pc:spChg>
        <pc:spChg chg="del">
          <ac:chgData name="Ronan Ogor" userId="473d6ea9-be06-4609-b78d-125cc115ecf4" providerId="ADAL" clId="{B37DBE06-60B1-490B-8536-C4820F00D834}" dt="2025-06-07T04:02:12.629" v="3365" actId="478"/>
          <ac:spMkLst>
            <pc:docMk/>
            <pc:sldMk cId="3140561895" sldId="4611"/>
            <ac:spMk id="25" creationId="{C0239158-88F2-6056-7D82-843D3B0F7C11}"/>
          </ac:spMkLst>
        </pc:spChg>
        <pc:spChg chg="del">
          <ac:chgData name="Ronan Ogor" userId="473d6ea9-be06-4609-b78d-125cc115ecf4" providerId="ADAL" clId="{B37DBE06-60B1-490B-8536-C4820F00D834}" dt="2025-06-07T04:02:12.629" v="3365" actId="478"/>
          <ac:spMkLst>
            <pc:docMk/>
            <pc:sldMk cId="3140561895" sldId="4611"/>
            <ac:spMk id="28" creationId="{66F75451-71C7-BC18-F694-F7D6CA58A3A2}"/>
          </ac:spMkLst>
        </pc:sp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107681159" sldId="4612"/>
        </pc:sldMkLst>
        <pc:spChg chg="del">
          <ac:chgData name="Ronan Ogor" userId="473d6ea9-be06-4609-b78d-125cc115ecf4" providerId="ADAL" clId="{B37DBE06-60B1-490B-8536-C4820F00D834}" dt="2025-06-07T04:14:43.286" v="3402" actId="478"/>
          <ac:spMkLst>
            <pc:docMk/>
            <pc:sldMk cId="3107681159" sldId="4612"/>
            <ac:spMk id="2" creationId="{A197A172-AA12-613B-C6EF-3D3F46094184}"/>
          </ac:spMkLst>
        </pc:spChg>
        <pc:spChg chg="add mod">
          <ac:chgData name="Ronan Ogor" userId="473d6ea9-be06-4609-b78d-125cc115ecf4" providerId="ADAL" clId="{B37DBE06-60B1-490B-8536-C4820F00D834}" dt="2025-06-07T04:14:30.087" v="3399"/>
          <ac:spMkLst>
            <pc:docMk/>
            <pc:sldMk cId="3107681159" sldId="4612"/>
            <ac:spMk id="3" creationId="{82C403EC-5A0E-4A07-8289-F7C84AFB4354}"/>
          </ac:spMkLst>
        </pc:spChg>
        <pc:spChg chg="add mod">
          <ac:chgData name="Ronan Ogor" userId="473d6ea9-be06-4609-b78d-125cc115ecf4" providerId="ADAL" clId="{B37DBE06-60B1-490B-8536-C4820F00D834}" dt="2025-06-07T04:14:41.785" v="3401" actId="1076"/>
          <ac:spMkLst>
            <pc:docMk/>
            <pc:sldMk cId="3107681159" sldId="4612"/>
            <ac:spMk id="6" creationId="{F6270EAA-A4A0-38A4-5B39-49D9722403A8}"/>
          </ac:spMkLst>
        </pc:spChg>
        <pc:spChg chg="add mod">
          <ac:chgData name="Ronan Ogor" userId="473d6ea9-be06-4609-b78d-125cc115ecf4" providerId="ADAL" clId="{B37DBE06-60B1-490B-8536-C4820F00D834}" dt="2025-06-07T04:35:02.221" v="3545" actId="1076"/>
          <ac:spMkLst>
            <pc:docMk/>
            <pc:sldMk cId="3107681159" sldId="4612"/>
            <ac:spMk id="8" creationId="{3DAF21DD-CB0F-DD45-9943-4F74B6A55C3D}"/>
          </ac:spMkLst>
        </pc:spChg>
        <pc:spChg chg="add">
          <ac:chgData name="Ronan Ogor" userId="473d6ea9-be06-4609-b78d-125cc115ecf4" providerId="ADAL" clId="{B37DBE06-60B1-490B-8536-C4820F00D834}" dt="2025-06-07T04:15:43.918" v="3404"/>
          <ac:spMkLst>
            <pc:docMk/>
            <pc:sldMk cId="3107681159" sldId="4612"/>
            <ac:spMk id="9" creationId="{8578EF9F-CE1B-72B1-70A4-EEE2D2ED59C2}"/>
          </ac:spMkLst>
        </pc:spChg>
        <pc:spChg chg="add">
          <ac:chgData name="Ronan Ogor" userId="473d6ea9-be06-4609-b78d-125cc115ecf4" providerId="ADAL" clId="{B37DBE06-60B1-490B-8536-C4820F00D834}" dt="2025-06-07T04:15:47.438" v="3405"/>
          <ac:spMkLst>
            <pc:docMk/>
            <pc:sldMk cId="3107681159" sldId="4612"/>
            <ac:spMk id="10" creationId="{87DF90F3-7B1C-5B41-0988-C130488A9B46}"/>
          </ac:spMkLst>
        </pc:spChg>
      </pc:sldChg>
      <pc:sldChg chg="modSp add mod ord">
        <pc:chgData name="Ronan Ogor" userId="473d6ea9-be06-4609-b78d-125cc115ecf4" providerId="ADAL" clId="{B37DBE06-60B1-490B-8536-C4820F00D834}" dt="2025-06-07T04:36:05.819" v="3563"/>
        <pc:sldMkLst>
          <pc:docMk/>
          <pc:sldMk cId="2015239594" sldId="4613"/>
        </pc:sldMkLst>
        <pc:spChg chg="mod">
          <ac:chgData name="Ronan Ogor" userId="473d6ea9-be06-4609-b78d-125cc115ecf4" providerId="ADAL" clId="{B37DBE06-60B1-490B-8536-C4820F00D834}" dt="2025-06-07T04:32:51.342" v="3525" actId="1076"/>
          <ac:spMkLst>
            <pc:docMk/>
            <pc:sldMk cId="2015239594" sldId="4613"/>
            <ac:spMk id="5" creationId="{D5557059-7BAD-C57C-0964-EC5FBA0287DB}"/>
          </ac:spMkLst>
        </pc:spChg>
        <pc:spChg chg="mod">
          <ac:chgData name="Ronan Ogor" userId="473d6ea9-be06-4609-b78d-125cc115ecf4" providerId="ADAL" clId="{B37DBE06-60B1-490B-8536-C4820F00D834}" dt="2025-06-07T04:32:34.242" v="3524" actId="1076"/>
          <ac:spMkLst>
            <pc:docMk/>
            <pc:sldMk cId="2015239594" sldId="4613"/>
            <ac:spMk id="7" creationId="{61CFE950-83CA-BCB4-DE01-1CAC03AD3E38}"/>
          </ac:spMkLst>
        </pc:spChg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1965313820" sldId="4614"/>
        </pc:sldMkLst>
        <pc:spChg chg="del">
          <ac:chgData name="Ronan Ogor" userId="473d6ea9-be06-4609-b78d-125cc115ecf4" providerId="ADAL" clId="{B37DBE06-60B1-490B-8536-C4820F00D834}" dt="2025-06-07T04:34:12.005" v="3528" actId="478"/>
          <ac:spMkLst>
            <pc:docMk/>
            <pc:sldMk cId="1965313820" sldId="4614"/>
            <ac:spMk id="2" creationId="{76601D3F-25B1-5D5C-AC4A-D992F024BC4F}"/>
          </ac:spMkLst>
        </pc:spChg>
        <pc:spChg chg="add mod">
          <ac:chgData name="Ronan Ogor" userId="473d6ea9-be06-4609-b78d-125cc115ecf4" providerId="ADAL" clId="{B37DBE06-60B1-490B-8536-C4820F00D834}" dt="2025-06-07T04:34:10.841" v="3527"/>
          <ac:spMkLst>
            <pc:docMk/>
            <pc:sldMk cId="1965313820" sldId="4614"/>
            <ac:spMk id="3" creationId="{BEE3C520-81AC-E792-85C5-A42EFF769E83}"/>
          </ac:spMkLst>
        </pc:spChg>
        <pc:spChg chg="add mod">
          <ac:chgData name="Ronan Ogor" userId="473d6ea9-be06-4609-b78d-125cc115ecf4" providerId="ADAL" clId="{B37DBE06-60B1-490B-8536-C4820F00D834}" dt="2025-06-07T04:34:20.735" v="3530" actId="1076"/>
          <ac:spMkLst>
            <pc:docMk/>
            <pc:sldMk cId="1965313820" sldId="4614"/>
            <ac:spMk id="6" creationId="{F54F52A0-E2F8-DC6A-2233-C3EE277719CB}"/>
          </ac:spMkLst>
        </pc:spChg>
        <pc:spChg chg="add mod">
          <ac:chgData name="Ronan Ogor" userId="473d6ea9-be06-4609-b78d-125cc115ecf4" providerId="ADAL" clId="{B37DBE06-60B1-490B-8536-C4820F00D834}" dt="2025-06-07T04:35:07.912" v="3547" actId="113"/>
          <ac:spMkLst>
            <pc:docMk/>
            <pc:sldMk cId="1965313820" sldId="4614"/>
            <ac:spMk id="8" creationId="{639A9311-6E93-521D-DAB3-FF14793C9F04}"/>
          </ac:spMkLst>
        </pc:spChg>
        <pc:spChg chg="add">
          <ac:chgData name="Ronan Ogor" userId="473d6ea9-be06-4609-b78d-125cc115ecf4" providerId="ADAL" clId="{B37DBE06-60B1-490B-8536-C4820F00D834}" dt="2025-06-07T04:34:30.412" v="3533"/>
          <ac:spMkLst>
            <pc:docMk/>
            <pc:sldMk cId="1965313820" sldId="4614"/>
            <ac:spMk id="9" creationId="{649E6D8E-1AA7-D777-27FF-BAC20AEE8DCC}"/>
          </ac:spMkLst>
        </pc:spChg>
      </pc:sldChg>
      <pc:sldChg chg="addSp delSp modSp add mod delAnim modAnim">
        <pc:chgData name="Ronan Ogor" userId="473d6ea9-be06-4609-b78d-125cc115ecf4" providerId="ADAL" clId="{B37DBE06-60B1-490B-8536-C4820F00D834}" dt="2025-06-07T07:02:19.946" v="5902"/>
        <pc:sldMkLst>
          <pc:docMk/>
          <pc:sldMk cId="3445271640" sldId="4615"/>
        </pc:sldMkLst>
        <pc:spChg chg="mod">
          <ac:chgData name="Ronan Ogor" userId="473d6ea9-be06-4609-b78d-125cc115ecf4" providerId="ADAL" clId="{B37DBE06-60B1-490B-8536-C4820F00D834}" dt="2025-06-07T05:19:20.513" v="4522" actId="207"/>
          <ac:spMkLst>
            <pc:docMk/>
            <pc:sldMk cId="3445271640" sldId="4615"/>
            <ac:spMk id="3" creationId="{D46C19E3-894E-AB12-4764-74D51CE7E8BA}"/>
          </ac:spMkLst>
        </pc:spChg>
        <pc:spChg chg="mod">
          <ac:chgData name="Ronan Ogor" userId="473d6ea9-be06-4609-b78d-125cc115ecf4" providerId="ADAL" clId="{B37DBE06-60B1-490B-8536-C4820F00D834}" dt="2025-06-07T05:21:10.181" v="4532" actId="113"/>
          <ac:spMkLst>
            <pc:docMk/>
            <pc:sldMk cId="3445271640" sldId="4615"/>
            <ac:spMk id="8" creationId="{5D9C9018-525C-1A7A-9D20-4CE7711AAF42}"/>
          </ac:spMkLst>
        </pc:spChg>
        <pc:spChg chg="del mod">
          <ac:chgData name="Ronan Ogor" userId="473d6ea9-be06-4609-b78d-125cc115ecf4" providerId="ADAL" clId="{B37DBE06-60B1-490B-8536-C4820F00D834}" dt="2025-06-07T05:17:24.644" v="4476" actId="478"/>
          <ac:spMkLst>
            <pc:docMk/>
            <pc:sldMk cId="3445271640" sldId="4615"/>
            <ac:spMk id="9" creationId="{8C995707-6B6B-6859-C26C-D7B8F5F13FCD}"/>
          </ac:spMkLst>
        </pc:spChg>
        <pc:spChg chg="del mod">
          <ac:chgData name="Ronan Ogor" userId="473d6ea9-be06-4609-b78d-125cc115ecf4" providerId="ADAL" clId="{B37DBE06-60B1-490B-8536-C4820F00D834}" dt="2025-06-07T05:17:24.644" v="4476" actId="478"/>
          <ac:spMkLst>
            <pc:docMk/>
            <pc:sldMk cId="3445271640" sldId="4615"/>
            <ac:spMk id="10" creationId="{6AD833EE-2D12-1AFB-060F-38C8EC3BE42E}"/>
          </ac:spMkLst>
        </pc:spChg>
        <pc:spChg chg="add del mod">
          <ac:chgData name="Ronan Ogor" userId="473d6ea9-be06-4609-b78d-125cc115ecf4" providerId="ADAL" clId="{B37DBE06-60B1-490B-8536-C4820F00D834}" dt="2025-06-07T05:17:24.644" v="4476" actId="478"/>
          <ac:spMkLst>
            <pc:docMk/>
            <pc:sldMk cId="3445271640" sldId="4615"/>
            <ac:spMk id="12" creationId="{1FEB6079-2CF0-EBA4-BF27-4CEF57E883CF}"/>
          </ac:spMkLst>
        </pc:spChg>
        <pc:spChg chg="del mod">
          <ac:chgData name="Ronan Ogor" userId="473d6ea9-be06-4609-b78d-125cc115ecf4" providerId="ADAL" clId="{B37DBE06-60B1-490B-8536-C4820F00D834}" dt="2025-06-07T05:13:15.657" v="4449" actId="478"/>
          <ac:spMkLst>
            <pc:docMk/>
            <pc:sldMk cId="3445271640" sldId="4615"/>
            <ac:spMk id="16" creationId="{B7E2BDBE-FC43-C185-4E41-64AF10F26666}"/>
          </ac:spMkLst>
        </pc:spChg>
        <pc:spChg chg="add del mod">
          <ac:chgData name="Ronan Ogor" userId="473d6ea9-be06-4609-b78d-125cc115ecf4" providerId="ADAL" clId="{B37DBE06-60B1-490B-8536-C4820F00D834}" dt="2025-06-07T05:17:24.644" v="4476" actId="478"/>
          <ac:spMkLst>
            <pc:docMk/>
            <pc:sldMk cId="3445271640" sldId="4615"/>
            <ac:spMk id="17" creationId="{A1F85A0E-2C4A-B5A4-FFE0-A12E4FD9C245}"/>
          </ac:spMkLst>
        </pc:spChg>
        <pc:spChg chg="add mod">
          <ac:chgData name="Ronan Ogor" userId="473d6ea9-be06-4609-b78d-125cc115ecf4" providerId="ADAL" clId="{B37DBE06-60B1-490B-8536-C4820F00D834}" dt="2025-06-07T05:21:26.619" v="4534" actId="208"/>
          <ac:spMkLst>
            <pc:docMk/>
            <pc:sldMk cId="3445271640" sldId="4615"/>
            <ac:spMk id="20" creationId="{0A4F0522-06B5-3B29-FF62-F61C28F0E777}"/>
          </ac:spMkLst>
        </pc:spChg>
        <pc:spChg chg="add mod">
          <ac:chgData name="Ronan Ogor" userId="473d6ea9-be06-4609-b78d-125cc115ecf4" providerId="ADAL" clId="{B37DBE06-60B1-490B-8536-C4820F00D834}" dt="2025-06-07T05:24:21.456" v="4679" actId="20577"/>
          <ac:spMkLst>
            <pc:docMk/>
            <pc:sldMk cId="3445271640" sldId="4615"/>
            <ac:spMk id="22" creationId="{E054FB0F-DF44-FE6B-2BD5-B56CC95DB08D}"/>
          </ac:spMkLst>
        </pc:spChg>
        <pc:spChg chg="add mod">
          <ac:chgData name="Ronan Ogor" userId="473d6ea9-be06-4609-b78d-125cc115ecf4" providerId="ADAL" clId="{B37DBE06-60B1-490B-8536-C4820F00D834}" dt="2025-06-07T05:23:52.399" v="4658" actId="14100"/>
          <ac:spMkLst>
            <pc:docMk/>
            <pc:sldMk cId="3445271640" sldId="4615"/>
            <ac:spMk id="25" creationId="{A33DD087-D712-DAD4-F948-36CD6FE38D90}"/>
          </ac:spMkLst>
        </pc:spChg>
        <pc:picChg chg="add mod">
          <ac:chgData name="Ronan Ogor" userId="473d6ea9-be06-4609-b78d-125cc115ecf4" providerId="ADAL" clId="{B37DBE06-60B1-490B-8536-C4820F00D834}" dt="2025-06-07T05:23:54.021" v="4659" actId="1076"/>
          <ac:picMkLst>
            <pc:docMk/>
            <pc:sldMk cId="3445271640" sldId="4615"/>
            <ac:picMk id="24" creationId="{A7182682-2986-D494-A555-89609C6993BA}"/>
          </ac:picMkLst>
        </pc:picChg>
        <pc:cxnChg chg="add del mod">
          <ac:chgData name="Ronan Ogor" userId="473d6ea9-be06-4609-b78d-125cc115ecf4" providerId="ADAL" clId="{B37DBE06-60B1-490B-8536-C4820F00D834}" dt="2025-06-07T05:17:24.644" v="4476" actId="478"/>
          <ac:cxnSpMkLst>
            <pc:docMk/>
            <pc:sldMk cId="3445271640" sldId="4615"/>
            <ac:cxnSpMk id="5" creationId="{436BA99D-3800-4F73-9933-B4A013B3E6BD}"/>
          </ac:cxnSpMkLst>
        </pc:cxnChg>
        <pc:cxnChg chg="mod">
          <ac:chgData name="Ronan Ogor" userId="473d6ea9-be06-4609-b78d-125cc115ecf4" providerId="ADAL" clId="{B37DBE06-60B1-490B-8536-C4820F00D834}" dt="2025-06-07T05:23:59.863" v="4660" actId="14100"/>
          <ac:cxnSpMkLst>
            <pc:docMk/>
            <pc:sldMk cId="3445271640" sldId="4615"/>
            <ac:cxnSpMk id="7" creationId="{D603DD93-951F-D059-AD9A-48828C6E2907}"/>
          </ac:cxnSpMkLst>
        </pc:cxnChg>
        <pc:cxnChg chg="del mod">
          <ac:chgData name="Ronan Ogor" userId="473d6ea9-be06-4609-b78d-125cc115ecf4" providerId="ADAL" clId="{B37DBE06-60B1-490B-8536-C4820F00D834}" dt="2025-06-07T05:17:24.644" v="4476" actId="478"/>
          <ac:cxnSpMkLst>
            <pc:docMk/>
            <pc:sldMk cId="3445271640" sldId="4615"/>
            <ac:cxnSpMk id="11" creationId="{52A6FAD9-11EA-48E7-1903-97654795692A}"/>
          </ac:cxnSpMkLst>
        </pc:cxnChg>
        <pc:cxnChg chg="del mod">
          <ac:chgData name="Ronan Ogor" userId="473d6ea9-be06-4609-b78d-125cc115ecf4" providerId="ADAL" clId="{B37DBE06-60B1-490B-8536-C4820F00D834}" dt="2025-06-07T05:13:15.657" v="4449" actId="478"/>
          <ac:cxnSpMkLst>
            <pc:docMk/>
            <pc:sldMk cId="3445271640" sldId="4615"/>
            <ac:cxnSpMk id="14" creationId="{F05D5668-E943-2319-1253-425BAA685C79}"/>
          </ac:cxnSpMkLst>
        </pc:cxnChg>
        <pc:cxnChg chg="add del mod">
          <ac:chgData name="Ronan Ogor" userId="473d6ea9-be06-4609-b78d-125cc115ecf4" providerId="ADAL" clId="{B37DBE06-60B1-490B-8536-C4820F00D834}" dt="2025-06-07T05:17:24.644" v="4476" actId="478"/>
          <ac:cxnSpMkLst>
            <pc:docMk/>
            <pc:sldMk cId="3445271640" sldId="4615"/>
            <ac:cxnSpMk id="15" creationId="{73FA7AA8-8160-F26C-AD17-8AABD47BFEEA}"/>
          </ac:cxnSpMkLst>
        </pc:cxnChg>
        <pc:cxnChg chg="add mod">
          <ac:chgData name="Ronan Ogor" userId="473d6ea9-be06-4609-b78d-125cc115ecf4" providerId="ADAL" clId="{B37DBE06-60B1-490B-8536-C4820F00D834}" dt="2025-06-07T05:24:11.848" v="4661" actId="14100"/>
          <ac:cxnSpMkLst>
            <pc:docMk/>
            <pc:sldMk cId="3445271640" sldId="4615"/>
            <ac:cxnSpMk id="21" creationId="{F0F3DBED-8DB8-2842-BCCC-BD0CBF4DE236}"/>
          </ac:cxnSpMkLst>
        </pc:cxnChg>
      </pc:sldChg>
      <pc:sldChg chg="addSp delSp modSp add mod ord delAnim modAnim">
        <pc:chgData name="Ronan Ogor" userId="473d6ea9-be06-4609-b78d-125cc115ecf4" providerId="ADAL" clId="{B37DBE06-60B1-490B-8536-C4820F00D834}" dt="2025-06-07T07:02:10.388" v="5901"/>
        <pc:sldMkLst>
          <pc:docMk/>
          <pc:sldMk cId="1690775588" sldId="4616"/>
        </pc:sldMkLst>
        <pc:spChg chg="add mod">
          <ac:chgData name="Ronan Ogor" userId="473d6ea9-be06-4609-b78d-125cc115ecf4" providerId="ADAL" clId="{B37DBE06-60B1-490B-8536-C4820F00D834}" dt="2025-06-07T06:56:45.587" v="5812" actId="1076"/>
          <ac:spMkLst>
            <pc:docMk/>
            <pc:sldMk cId="1690775588" sldId="4616"/>
            <ac:spMk id="2" creationId="{18475665-10C6-5337-B025-97FF86D845DC}"/>
          </ac:spMkLst>
        </pc:spChg>
        <pc:spChg chg="add mod">
          <ac:chgData name="Ronan Ogor" userId="473d6ea9-be06-4609-b78d-125cc115ecf4" providerId="ADAL" clId="{B37DBE06-60B1-490B-8536-C4820F00D834}" dt="2025-06-07T06:37:22.481" v="5328" actId="113"/>
          <ac:spMkLst>
            <pc:docMk/>
            <pc:sldMk cId="1690775588" sldId="4616"/>
            <ac:spMk id="3" creationId="{F2E4A1F1-EA79-C1FF-551A-80359F4C0712}"/>
          </ac:spMkLst>
        </pc:spChg>
        <pc:spChg chg="add mod">
          <ac:chgData name="Ronan Ogor" userId="473d6ea9-be06-4609-b78d-125cc115ecf4" providerId="ADAL" clId="{B37DBE06-60B1-490B-8536-C4820F00D834}" dt="2025-06-07T06:57:30.377" v="5821" actId="20577"/>
          <ac:spMkLst>
            <pc:docMk/>
            <pc:sldMk cId="1690775588" sldId="4616"/>
            <ac:spMk id="4" creationId="{9D9685F3-D434-FAE3-CCC4-9DFDEBA31D23}"/>
          </ac:spMkLst>
        </pc:spChg>
        <pc:spChg chg="add mod">
          <ac:chgData name="Ronan Ogor" userId="473d6ea9-be06-4609-b78d-125cc115ecf4" providerId="ADAL" clId="{B37DBE06-60B1-490B-8536-C4820F00D834}" dt="2025-06-07T06:32:41.197" v="5245"/>
          <ac:spMkLst>
            <pc:docMk/>
            <pc:sldMk cId="1690775588" sldId="4616"/>
            <ac:spMk id="5" creationId="{2ABA742D-6BB7-BD70-437A-5B0B28195F8F}"/>
          </ac:spMkLst>
        </pc:spChg>
        <pc:spChg chg="add mod">
          <ac:chgData name="Ronan Ogor" userId="473d6ea9-be06-4609-b78d-125cc115ecf4" providerId="ADAL" clId="{B37DBE06-60B1-490B-8536-C4820F00D834}" dt="2025-06-07T06:57:05.964" v="5815" actId="1076"/>
          <ac:spMkLst>
            <pc:docMk/>
            <pc:sldMk cId="1690775588" sldId="4616"/>
            <ac:spMk id="7" creationId="{1CED869D-A5C0-9A94-FFA6-FAB5F34D1DD8}"/>
          </ac:spMkLst>
        </pc:spChg>
        <pc:spChg chg="add mod">
          <ac:chgData name="Ronan Ogor" userId="473d6ea9-be06-4609-b78d-125cc115ecf4" providerId="ADAL" clId="{B37DBE06-60B1-490B-8536-C4820F00D834}" dt="2025-06-07T06:57:05.964" v="5815" actId="1076"/>
          <ac:spMkLst>
            <pc:docMk/>
            <pc:sldMk cId="1690775588" sldId="4616"/>
            <ac:spMk id="12" creationId="{FB3AA8E3-A373-69D1-199C-7A5B871A98BB}"/>
          </ac:spMkLst>
        </pc:spChg>
        <pc:spChg chg="add del mod">
          <ac:chgData name="Ronan Ogor" userId="473d6ea9-be06-4609-b78d-125cc115ecf4" providerId="ADAL" clId="{B37DBE06-60B1-490B-8536-C4820F00D834}" dt="2025-06-07T06:57:36.175" v="5823" actId="478"/>
          <ac:spMkLst>
            <pc:docMk/>
            <pc:sldMk cId="1690775588" sldId="4616"/>
            <ac:spMk id="13" creationId="{CA8ABCAB-A6E9-1C7D-DE4D-978046C509F8}"/>
          </ac:spMkLst>
        </pc:spChg>
        <pc:spChg chg="add mod">
          <ac:chgData name="Ronan Ogor" userId="473d6ea9-be06-4609-b78d-125cc115ecf4" providerId="ADAL" clId="{B37DBE06-60B1-490B-8536-C4820F00D834}" dt="2025-06-07T06:58:17.734" v="5848" actId="113"/>
          <ac:spMkLst>
            <pc:docMk/>
            <pc:sldMk cId="1690775588" sldId="4616"/>
            <ac:spMk id="21" creationId="{E4FD7406-F340-B252-6714-FD65BD0A07A8}"/>
          </ac:spMkLst>
        </pc:spChg>
        <pc:spChg chg="add mod">
          <ac:chgData name="Ronan Ogor" userId="473d6ea9-be06-4609-b78d-125cc115ecf4" providerId="ADAL" clId="{B37DBE06-60B1-490B-8536-C4820F00D834}" dt="2025-06-07T06:58:27.413" v="5857" actId="14100"/>
          <ac:spMkLst>
            <pc:docMk/>
            <pc:sldMk cId="1690775588" sldId="4616"/>
            <ac:spMk id="22" creationId="{43C70213-4152-9326-8299-8C1D73892942}"/>
          </ac:spMkLst>
        </pc:spChg>
        <pc:cxnChg chg="add mod">
          <ac:chgData name="Ronan Ogor" userId="473d6ea9-be06-4609-b78d-125cc115ecf4" providerId="ADAL" clId="{B37DBE06-60B1-490B-8536-C4820F00D834}" dt="2025-06-07T06:57:05.964" v="5815" actId="1076"/>
          <ac:cxnSpMkLst>
            <pc:docMk/>
            <pc:sldMk cId="1690775588" sldId="4616"/>
            <ac:cxnSpMk id="6" creationId="{8302DD72-2B63-BEA3-2373-D497E5E99895}"/>
          </ac:cxnSpMkLst>
        </pc:cxnChg>
        <pc:cxnChg chg="add mod">
          <ac:chgData name="Ronan Ogor" userId="473d6ea9-be06-4609-b78d-125cc115ecf4" providerId="ADAL" clId="{B37DBE06-60B1-490B-8536-C4820F00D834}" dt="2025-06-07T06:57:05.964" v="5815" actId="1076"/>
          <ac:cxnSpMkLst>
            <pc:docMk/>
            <pc:sldMk cId="1690775588" sldId="4616"/>
            <ac:cxnSpMk id="9" creationId="{DD7570EC-C356-DB66-BE27-82BAF623B811}"/>
          </ac:cxnSpMkLst>
        </pc:cxnChg>
        <pc:cxnChg chg="add mod">
          <ac:chgData name="Ronan Ogor" userId="473d6ea9-be06-4609-b78d-125cc115ecf4" providerId="ADAL" clId="{B37DBE06-60B1-490B-8536-C4820F00D834}" dt="2025-06-07T06:57:57.669" v="5830" actId="14100"/>
          <ac:cxnSpMkLst>
            <pc:docMk/>
            <pc:sldMk cId="1690775588" sldId="4616"/>
            <ac:cxnSpMk id="14" creationId="{97ADC85E-68E7-EC29-A923-F9007BC3F374}"/>
          </ac:cxnSpMkLst>
        </pc:cxnChg>
        <pc:cxnChg chg="add del mod">
          <ac:chgData name="Ronan Ogor" userId="473d6ea9-be06-4609-b78d-125cc115ecf4" providerId="ADAL" clId="{B37DBE06-60B1-490B-8536-C4820F00D834}" dt="2025-06-07T06:57:59.143" v="5831" actId="478"/>
          <ac:cxnSpMkLst>
            <pc:docMk/>
            <pc:sldMk cId="1690775588" sldId="4616"/>
            <ac:cxnSpMk id="17" creationId="{4F0C9FAE-8BCC-7B14-EA90-FD9E85B5ABB4}"/>
          </ac:cxnSpMkLst>
        </pc:cxnChg>
        <pc:cxnChg chg="add mod">
          <ac:chgData name="Ronan Ogor" userId="473d6ea9-be06-4609-b78d-125cc115ecf4" providerId="ADAL" clId="{B37DBE06-60B1-490B-8536-C4820F00D834}" dt="2025-06-07T06:58:01.735" v="5832" actId="571"/>
          <ac:cxnSpMkLst>
            <pc:docMk/>
            <pc:sldMk cId="1690775588" sldId="4616"/>
            <ac:cxnSpMk id="20" creationId="{C1C0D8EF-EF54-2E18-981B-92EE547EAACD}"/>
          </ac:cxnSpMkLst>
        </pc:cxnChg>
      </pc:sldChg>
      <pc:sldChg chg="add del">
        <pc:chgData name="Ronan Ogor" userId="473d6ea9-be06-4609-b78d-125cc115ecf4" providerId="ADAL" clId="{B37DBE06-60B1-490B-8536-C4820F00D834}" dt="2025-06-07T07:00:19.003" v="5894" actId="47"/>
        <pc:sldMkLst>
          <pc:docMk/>
          <pc:sldMk cId="3713147739" sldId="4617"/>
        </pc:sldMkLst>
      </pc:sldChg>
      <pc:sldChg chg="addSp delSp modSp add mod ord modAnim">
        <pc:chgData name="Ronan Ogor" userId="473d6ea9-be06-4609-b78d-125cc115ecf4" providerId="ADAL" clId="{B37DBE06-60B1-490B-8536-C4820F00D834}" dt="2025-06-07T05:18:57.084" v="4518" actId="1076"/>
        <pc:sldMkLst>
          <pc:docMk/>
          <pc:sldMk cId="572960343" sldId="4618"/>
        </pc:sldMkLst>
        <pc:spChg chg="mod">
          <ac:chgData name="Ronan Ogor" userId="473d6ea9-be06-4609-b78d-125cc115ecf4" providerId="ADAL" clId="{B37DBE06-60B1-490B-8536-C4820F00D834}" dt="2025-06-07T05:18:57.084" v="4518" actId="1076"/>
          <ac:spMkLst>
            <pc:docMk/>
            <pc:sldMk cId="572960343" sldId="4618"/>
            <ac:spMk id="8" creationId="{1A20A922-1138-6FBD-69A7-8FDB50612FEB}"/>
          </ac:spMkLst>
        </pc:spChg>
        <pc:spChg chg="mod">
          <ac:chgData name="Ronan Ogor" userId="473d6ea9-be06-4609-b78d-125cc115ecf4" providerId="ADAL" clId="{B37DBE06-60B1-490B-8536-C4820F00D834}" dt="2025-06-07T05:17:41.294" v="4482" actId="1076"/>
          <ac:spMkLst>
            <pc:docMk/>
            <pc:sldMk cId="572960343" sldId="4618"/>
            <ac:spMk id="9" creationId="{B671E4D9-D84C-E498-475D-02595DE9625E}"/>
          </ac:spMkLst>
        </pc:spChg>
        <pc:spChg chg="mod">
          <ac:chgData name="Ronan Ogor" userId="473d6ea9-be06-4609-b78d-125cc115ecf4" providerId="ADAL" clId="{B37DBE06-60B1-490B-8536-C4820F00D834}" dt="2025-06-07T05:18:52.906" v="4517" actId="552"/>
          <ac:spMkLst>
            <pc:docMk/>
            <pc:sldMk cId="572960343" sldId="4618"/>
            <ac:spMk id="10" creationId="{7324FDEF-B4F4-8BEB-134E-B99788D11FE9}"/>
          </ac:spMkLst>
        </pc:spChg>
        <pc:spChg chg="mod">
          <ac:chgData name="Ronan Ogor" userId="473d6ea9-be06-4609-b78d-125cc115ecf4" providerId="ADAL" clId="{B37DBE06-60B1-490B-8536-C4820F00D834}" dt="2025-06-07T05:18:52.906" v="4517" actId="552"/>
          <ac:spMkLst>
            <pc:docMk/>
            <pc:sldMk cId="572960343" sldId="4618"/>
            <ac:spMk id="12" creationId="{94791FDF-CC05-B5FC-B3C4-EDF27B340154}"/>
          </ac:spMkLst>
        </pc:spChg>
        <pc:spChg chg="add mod">
          <ac:chgData name="Ronan Ogor" userId="473d6ea9-be06-4609-b78d-125cc115ecf4" providerId="ADAL" clId="{B37DBE06-60B1-490B-8536-C4820F00D834}" dt="2025-06-07T05:18:52.906" v="4517" actId="552"/>
          <ac:spMkLst>
            <pc:docMk/>
            <pc:sldMk cId="572960343" sldId="4618"/>
            <ac:spMk id="13" creationId="{DB0B7C73-5273-50E1-5E7B-A5B1C12E7E73}"/>
          </ac:spMkLst>
        </pc:spChg>
        <pc:spChg chg="mod">
          <ac:chgData name="Ronan Ogor" userId="473d6ea9-be06-4609-b78d-125cc115ecf4" providerId="ADAL" clId="{B37DBE06-60B1-490B-8536-C4820F00D834}" dt="2025-06-07T05:18:52.906" v="4517" actId="552"/>
          <ac:spMkLst>
            <pc:docMk/>
            <pc:sldMk cId="572960343" sldId="4618"/>
            <ac:spMk id="17" creationId="{8580CEA3-AA6C-8B43-2309-B1783282DBEC}"/>
          </ac:spMkLst>
        </pc:spChg>
        <pc:cxnChg chg="add mod">
          <ac:chgData name="Ronan Ogor" userId="473d6ea9-be06-4609-b78d-125cc115ecf4" providerId="ADAL" clId="{B37DBE06-60B1-490B-8536-C4820F00D834}" dt="2025-06-07T05:18:32.856" v="4512" actId="14100"/>
          <ac:cxnSpMkLst>
            <pc:docMk/>
            <pc:sldMk cId="572960343" sldId="4618"/>
            <ac:cxnSpMk id="2" creationId="{74701242-C6CA-F166-E24B-98F8E2F93166}"/>
          </ac:cxnSpMkLst>
        </pc:cxnChg>
        <pc:cxnChg chg="mod">
          <ac:chgData name="Ronan Ogor" userId="473d6ea9-be06-4609-b78d-125cc115ecf4" providerId="ADAL" clId="{B37DBE06-60B1-490B-8536-C4820F00D834}" dt="2025-06-07T05:18:22.512" v="4507" actId="14100"/>
          <ac:cxnSpMkLst>
            <pc:docMk/>
            <pc:sldMk cId="572960343" sldId="4618"/>
            <ac:cxnSpMk id="5" creationId="{C56B6A53-2864-DAFB-66F6-C186F1E0FFA4}"/>
          </ac:cxnSpMkLst>
        </pc:cxnChg>
        <pc:cxnChg chg="del">
          <ac:chgData name="Ronan Ogor" userId="473d6ea9-be06-4609-b78d-125cc115ecf4" providerId="ADAL" clId="{B37DBE06-60B1-490B-8536-C4820F00D834}" dt="2025-06-07T05:17:39.426" v="4481" actId="478"/>
          <ac:cxnSpMkLst>
            <pc:docMk/>
            <pc:sldMk cId="572960343" sldId="4618"/>
            <ac:cxnSpMk id="7" creationId="{AEDF16F6-42DE-3579-194D-901A66898A11}"/>
          </ac:cxnSpMkLst>
        </pc:cxnChg>
        <pc:cxnChg chg="mod">
          <ac:chgData name="Ronan Ogor" userId="473d6ea9-be06-4609-b78d-125cc115ecf4" providerId="ADAL" clId="{B37DBE06-60B1-490B-8536-C4820F00D834}" dt="2025-06-07T05:18:25.225" v="4509" actId="14100"/>
          <ac:cxnSpMkLst>
            <pc:docMk/>
            <pc:sldMk cId="572960343" sldId="4618"/>
            <ac:cxnSpMk id="11" creationId="{64226E3A-942A-F51A-4CDB-5BF469D1017E}"/>
          </ac:cxnSpMkLst>
        </pc:cxnChg>
        <pc:cxnChg chg="mod">
          <ac:chgData name="Ronan Ogor" userId="473d6ea9-be06-4609-b78d-125cc115ecf4" providerId="ADAL" clId="{B37DBE06-60B1-490B-8536-C4820F00D834}" dt="2025-06-07T05:18:28.868" v="4511" actId="14100"/>
          <ac:cxnSpMkLst>
            <pc:docMk/>
            <pc:sldMk cId="572960343" sldId="4618"/>
            <ac:cxnSpMk id="15" creationId="{3A173BB3-067B-938E-3FBF-657CB03C2B62}"/>
          </ac:cxnSpMkLst>
        </pc:cxnChg>
      </pc:sldChg>
      <pc:sldChg chg="addSp delSp modSp add mod modTransition modAnim">
        <pc:chgData name="Ronan Ogor" userId="473d6ea9-be06-4609-b78d-125cc115ecf4" providerId="ADAL" clId="{B37DBE06-60B1-490B-8536-C4820F00D834}" dt="2025-06-07T07:01:54.692" v="5899"/>
        <pc:sldMkLst>
          <pc:docMk/>
          <pc:sldMk cId="1215600073" sldId="4619"/>
        </pc:sldMkLst>
        <pc:spChg chg="mod">
          <ac:chgData name="Ronan Ogor" userId="473d6ea9-be06-4609-b78d-125cc115ecf4" providerId="ADAL" clId="{B37DBE06-60B1-490B-8536-C4820F00D834}" dt="2025-06-07T06:44:01.321" v="5468" actId="14100"/>
          <ac:spMkLst>
            <pc:docMk/>
            <pc:sldMk cId="1215600073" sldId="4619"/>
            <ac:spMk id="3" creationId="{C78C34D2-E27A-E95C-5737-B3DF1919B31D}"/>
          </ac:spMkLst>
        </pc:spChg>
        <pc:spChg chg="mod">
          <ac:chgData name="Ronan Ogor" userId="473d6ea9-be06-4609-b78d-125cc115ecf4" providerId="ADAL" clId="{B37DBE06-60B1-490B-8536-C4820F00D834}" dt="2025-06-07T06:43:25.850" v="5463" actId="113"/>
          <ac:spMkLst>
            <pc:docMk/>
            <pc:sldMk cId="1215600073" sldId="4619"/>
            <ac:spMk id="8" creationId="{DC0A7BA9-B914-A56F-77D1-D2969939C8F8}"/>
          </ac:spMkLst>
        </pc:spChg>
        <pc:spChg chg="add mod">
          <ac:chgData name="Ronan Ogor" userId="473d6ea9-be06-4609-b78d-125cc115ecf4" providerId="ADAL" clId="{B37DBE06-60B1-490B-8536-C4820F00D834}" dt="2025-06-07T06:56:39.048" v="5811" actId="1076"/>
          <ac:spMkLst>
            <pc:docMk/>
            <pc:sldMk cId="1215600073" sldId="4619"/>
            <ac:spMk id="10" creationId="{5E5F0000-6FDF-6E92-749A-FC305DAFBE17}"/>
          </ac:spMkLst>
        </pc:spChg>
        <pc:spChg chg="add mod">
          <ac:chgData name="Ronan Ogor" userId="473d6ea9-be06-4609-b78d-125cc115ecf4" providerId="ADAL" clId="{B37DBE06-60B1-490B-8536-C4820F00D834}" dt="2025-06-07T06:56:23.179" v="5807" actId="113"/>
          <ac:spMkLst>
            <pc:docMk/>
            <pc:sldMk cId="1215600073" sldId="4619"/>
            <ac:spMk id="12" creationId="{896F8981-1077-B758-E2AB-CF14E2AE9792}"/>
          </ac:spMkLst>
        </pc:spChg>
        <pc:spChg chg="mod">
          <ac:chgData name="Ronan Ogor" userId="473d6ea9-be06-4609-b78d-125cc115ecf4" providerId="ADAL" clId="{B37DBE06-60B1-490B-8536-C4820F00D834}" dt="2025-06-07T05:27:07.223" v="4753" actId="207"/>
          <ac:spMkLst>
            <pc:docMk/>
            <pc:sldMk cId="1215600073" sldId="4619"/>
            <ac:spMk id="20" creationId="{336B0E0D-22BF-07D8-61C9-24DCACE9FFFA}"/>
          </ac:spMkLst>
        </pc:spChg>
        <pc:spChg chg="mod">
          <ac:chgData name="Ronan Ogor" userId="473d6ea9-be06-4609-b78d-125cc115ecf4" providerId="ADAL" clId="{B37DBE06-60B1-490B-8536-C4820F00D834}" dt="2025-06-07T06:56:32.332" v="5808" actId="1076"/>
          <ac:spMkLst>
            <pc:docMk/>
            <pc:sldMk cId="1215600073" sldId="4619"/>
            <ac:spMk id="22" creationId="{C996C32A-7D35-C259-4077-1A3A9785CD7E}"/>
          </ac:spMkLst>
        </pc:spChg>
        <pc:spChg chg="del mod">
          <ac:chgData name="Ronan Ogor" userId="473d6ea9-be06-4609-b78d-125cc115ecf4" providerId="ADAL" clId="{B37DBE06-60B1-490B-8536-C4820F00D834}" dt="2025-06-07T05:27:56.213" v="4764" actId="478"/>
          <ac:spMkLst>
            <pc:docMk/>
            <pc:sldMk cId="1215600073" sldId="4619"/>
            <ac:spMk id="25" creationId="{20F311A1-9516-7D7C-A0BB-52FBAD86E713}"/>
          </ac:spMkLst>
        </pc:spChg>
        <pc:picChg chg="del mod">
          <ac:chgData name="Ronan Ogor" userId="473d6ea9-be06-4609-b78d-125cc115ecf4" providerId="ADAL" clId="{B37DBE06-60B1-490B-8536-C4820F00D834}" dt="2025-06-07T05:27:56.213" v="4764" actId="478"/>
          <ac:picMkLst>
            <pc:docMk/>
            <pc:sldMk cId="1215600073" sldId="4619"/>
            <ac:picMk id="24" creationId="{6020708F-49FE-F4AF-18EB-4B6B21AE0598}"/>
          </ac:picMkLst>
        </pc:picChg>
        <pc:cxnChg chg="mod">
          <ac:chgData name="Ronan Ogor" userId="473d6ea9-be06-4609-b78d-125cc115ecf4" providerId="ADAL" clId="{B37DBE06-60B1-490B-8536-C4820F00D834}" dt="2025-06-07T05:25:41.485" v="4701" actId="14100"/>
          <ac:cxnSpMkLst>
            <pc:docMk/>
            <pc:sldMk cId="1215600073" sldId="4619"/>
            <ac:cxnSpMk id="7" creationId="{DEF27B37-285B-558E-2C02-C453A5C25886}"/>
          </ac:cxnSpMkLst>
        </pc:cxnChg>
        <pc:cxnChg chg="add mod">
          <ac:chgData name="Ronan Ogor" userId="473d6ea9-be06-4609-b78d-125cc115ecf4" providerId="ADAL" clId="{B37DBE06-60B1-490B-8536-C4820F00D834}" dt="2025-06-07T06:56:37.044" v="5810" actId="14100"/>
          <ac:cxnSpMkLst>
            <pc:docMk/>
            <pc:sldMk cId="1215600073" sldId="4619"/>
            <ac:cxnSpMk id="9" creationId="{E1C8D490-A3B1-B9C0-F265-AA58F07D4F57}"/>
          </ac:cxnSpMkLst>
        </pc:cxnChg>
        <pc:cxnChg chg="add mod">
          <ac:chgData name="Ronan Ogor" userId="473d6ea9-be06-4609-b78d-125cc115ecf4" providerId="ADAL" clId="{B37DBE06-60B1-490B-8536-C4820F00D834}" dt="2025-06-07T05:27:20.468" v="4756" actId="571"/>
          <ac:cxnSpMkLst>
            <pc:docMk/>
            <pc:sldMk cId="1215600073" sldId="4619"/>
            <ac:cxnSpMk id="11" creationId="{FB1297A5-ECA0-FDA7-F548-D68A1B7560A6}"/>
          </ac:cxnSpMkLst>
        </pc:cxnChg>
        <pc:cxnChg chg="mod">
          <ac:chgData name="Ronan Ogor" userId="473d6ea9-be06-4609-b78d-125cc115ecf4" providerId="ADAL" clId="{B37DBE06-60B1-490B-8536-C4820F00D834}" dt="2025-06-07T05:25:51.165" v="4704" actId="1076"/>
          <ac:cxnSpMkLst>
            <pc:docMk/>
            <pc:sldMk cId="1215600073" sldId="4619"/>
            <ac:cxnSpMk id="21" creationId="{445821FC-C551-8A68-EC49-302C4C224573}"/>
          </ac:cxnSpMkLst>
        </pc:cxnChg>
      </pc:sldChg>
      <pc:sldChg chg="addSp delSp modSp add mod delAnim modAnim">
        <pc:chgData name="Ronan Ogor" userId="473d6ea9-be06-4609-b78d-125cc115ecf4" providerId="ADAL" clId="{B37DBE06-60B1-490B-8536-C4820F00D834}" dt="2025-06-07T06:58:55.528" v="5860" actId="1076"/>
        <pc:sldMkLst>
          <pc:docMk/>
          <pc:sldMk cId="1502843682" sldId="4620"/>
        </pc:sldMkLst>
        <pc:spChg chg="mod">
          <ac:chgData name="Ronan Ogor" userId="473d6ea9-be06-4609-b78d-125cc115ecf4" providerId="ADAL" clId="{B37DBE06-60B1-490B-8536-C4820F00D834}" dt="2025-06-07T06:44:33.503" v="5475" actId="113"/>
          <ac:spMkLst>
            <pc:docMk/>
            <pc:sldMk cId="1502843682" sldId="4620"/>
            <ac:spMk id="3" creationId="{A474B4BC-5EB6-0829-D779-E8503B7D12D0}"/>
          </ac:spMkLst>
        </pc:spChg>
        <pc:spChg chg="add del mod">
          <ac:chgData name="Ronan Ogor" userId="473d6ea9-be06-4609-b78d-125cc115ecf4" providerId="ADAL" clId="{B37DBE06-60B1-490B-8536-C4820F00D834}" dt="2025-06-07T06:54:09.315" v="5762" actId="478"/>
          <ac:spMkLst>
            <pc:docMk/>
            <pc:sldMk cId="1502843682" sldId="4620"/>
            <ac:spMk id="5" creationId="{1F6FF4A7-249B-734A-E034-65A18363FDBD}"/>
          </ac:spMkLst>
        </pc:spChg>
        <pc:spChg chg="mod">
          <ac:chgData name="Ronan Ogor" userId="473d6ea9-be06-4609-b78d-125cc115ecf4" providerId="ADAL" clId="{B37DBE06-60B1-490B-8536-C4820F00D834}" dt="2025-06-07T06:49:41.820" v="5614" actId="207"/>
          <ac:spMkLst>
            <pc:docMk/>
            <pc:sldMk cId="1502843682" sldId="4620"/>
            <ac:spMk id="8" creationId="{CCAF5D24-DDC9-BA41-5615-786961D990C5}"/>
          </ac:spMkLst>
        </pc:spChg>
        <pc:spChg chg="del">
          <ac:chgData name="Ronan Ogor" userId="473d6ea9-be06-4609-b78d-125cc115ecf4" providerId="ADAL" clId="{B37DBE06-60B1-490B-8536-C4820F00D834}" dt="2025-06-07T06:45:26.497" v="5483" actId="478"/>
          <ac:spMkLst>
            <pc:docMk/>
            <pc:sldMk cId="1502843682" sldId="4620"/>
            <ac:spMk id="10" creationId="{D4A0B73F-2066-AAA3-577E-DC98B953CB2D}"/>
          </ac:spMkLst>
        </pc:spChg>
        <pc:spChg chg="del">
          <ac:chgData name="Ronan Ogor" userId="473d6ea9-be06-4609-b78d-125cc115ecf4" providerId="ADAL" clId="{B37DBE06-60B1-490B-8536-C4820F00D834}" dt="2025-06-07T06:45:26.497" v="5483" actId="478"/>
          <ac:spMkLst>
            <pc:docMk/>
            <pc:sldMk cId="1502843682" sldId="4620"/>
            <ac:spMk id="12" creationId="{CD0A786C-34B0-7605-9B35-3207BD6005C8}"/>
          </ac:spMkLst>
        </pc:spChg>
        <pc:spChg chg="add mod">
          <ac:chgData name="Ronan Ogor" userId="473d6ea9-be06-4609-b78d-125cc115ecf4" providerId="ADAL" clId="{B37DBE06-60B1-490B-8536-C4820F00D834}" dt="2025-06-07T06:53:44.822" v="5739" actId="20577"/>
          <ac:spMkLst>
            <pc:docMk/>
            <pc:sldMk cId="1502843682" sldId="4620"/>
            <ac:spMk id="14" creationId="{0F866A70-AE78-3D4A-D818-7B81B00D8C65}"/>
          </ac:spMkLst>
        </pc:spChg>
        <pc:spChg chg="mod">
          <ac:chgData name="Ronan Ogor" userId="473d6ea9-be06-4609-b78d-125cc115ecf4" providerId="ADAL" clId="{B37DBE06-60B1-490B-8536-C4820F00D834}" dt="2025-06-07T06:54:19.142" v="5765" actId="113"/>
          <ac:spMkLst>
            <pc:docMk/>
            <pc:sldMk cId="1502843682" sldId="4620"/>
            <ac:spMk id="20" creationId="{1D05DE70-5B54-1F65-AD7F-1C7173958060}"/>
          </ac:spMkLst>
        </pc:spChg>
        <pc:spChg chg="del">
          <ac:chgData name="Ronan Ogor" userId="473d6ea9-be06-4609-b78d-125cc115ecf4" providerId="ADAL" clId="{B37DBE06-60B1-490B-8536-C4820F00D834}" dt="2025-06-07T06:45:26.497" v="5483" actId="478"/>
          <ac:spMkLst>
            <pc:docMk/>
            <pc:sldMk cId="1502843682" sldId="4620"/>
            <ac:spMk id="22" creationId="{D1C7ADCD-67DC-4A05-A592-B5975AE4AC3E}"/>
          </ac:spMkLst>
        </pc:spChg>
        <pc:spChg chg="add mod">
          <ac:chgData name="Ronan Ogor" userId="473d6ea9-be06-4609-b78d-125cc115ecf4" providerId="ADAL" clId="{B37DBE06-60B1-490B-8536-C4820F00D834}" dt="2025-06-07T06:54:05.570" v="5761" actId="20577"/>
          <ac:spMkLst>
            <pc:docMk/>
            <pc:sldMk cId="1502843682" sldId="4620"/>
            <ac:spMk id="23" creationId="{840B82A2-FE2E-2931-DFE9-4E8F722B0310}"/>
          </ac:spMkLst>
        </pc:spChg>
        <pc:cxnChg chg="add del mod">
          <ac:chgData name="Ronan Ogor" userId="473d6ea9-be06-4609-b78d-125cc115ecf4" providerId="ADAL" clId="{B37DBE06-60B1-490B-8536-C4820F00D834}" dt="2025-06-07T06:53:23.055" v="5692" actId="478"/>
          <ac:cxnSpMkLst>
            <pc:docMk/>
            <pc:sldMk cId="1502843682" sldId="4620"/>
            <ac:cxnSpMk id="2" creationId="{EBC91ECF-656D-C0AD-E601-728F58A65FF2}"/>
          </ac:cxnSpMkLst>
        </pc:cxnChg>
        <pc:cxnChg chg="add mod">
          <ac:chgData name="Ronan Ogor" userId="473d6ea9-be06-4609-b78d-125cc115ecf4" providerId="ADAL" clId="{B37DBE06-60B1-490B-8536-C4820F00D834}" dt="2025-06-07T06:54:18.236" v="5764" actId="14100"/>
          <ac:cxnSpMkLst>
            <pc:docMk/>
            <pc:sldMk cId="1502843682" sldId="4620"/>
            <ac:cxnSpMk id="6" creationId="{475BC159-1995-EB63-53C8-380B3FD95FF0}"/>
          </ac:cxnSpMkLst>
        </pc:cxnChg>
        <pc:cxnChg chg="mod">
          <ac:chgData name="Ronan Ogor" userId="473d6ea9-be06-4609-b78d-125cc115ecf4" providerId="ADAL" clId="{B37DBE06-60B1-490B-8536-C4820F00D834}" dt="2025-06-07T06:58:55.528" v="5860" actId="1076"/>
          <ac:cxnSpMkLst>
            <pc:docMk/>
            <pc:sldMk cId="1502843682" sldId="4620"/>
            <ac:cxnSpMk id="7" creationId="{0D342D1D-6CC6-F9C1-792B-10A23B2C1A86}"/>
          </ac:cxnSpMkLst>
        </pc:cxnChg>
        <pc:cxnChg chg="del">
          <ac:chgData name="Ronan Ogor" userId="473d6ea9-be06-4609-b78d-125cc115ecf4" providerId="ADAL" clId="{B37DBE06-60B1-490B-8536-C4820F00D834}" dt="2025-06-07T06:45:26.497" v="5483" actId="478"/>
          <ac:cxnSpMkLst>
            <pc:docMk/>
            <pc:sldMk cId="1502843682" sldId="4620"/>
            <ac:cxnSpMk id="9" creationId="{E8242743-672B-8B57-97CF-F4F09DA38748}"/>
          </ac:cxnSpMkLst>
        </pc:cxnChg>
        <pc:cxnChg chg="del">
          <ac:chgData name="Ronan Ogor" userId="473d6ea9-be06-4609-b78d-125cc115ecf4" providerId="ADAL" clId="{B37DBE06-60B1-490B-8536-C4820F00D834}" dt="2025-06-07T06:45:26.497" v="5483" actId="478"/>
          <ac:cxnSpMkLst>
            <pc:docMk/>
            <pc:sldMk cId="1502843682" sldId="4620"/>
            <ac:cxnSpMk id="11" creationId="{1BE663FE-BF3A-D3F0-B91D-2D66933C4898}"/>
          </ac:cxnSpMkLst>
        </pc:cxnChg>
        <pc:cxnChg chg="add mod">
          <ac:chgData name="Ronan Ogor" userId="473d6ea9-be06-4609-b78d-125cc115ecf4" providerId="ADAL" clId="{B37DBE06-60B1-490B-8536-C4820F00D834}" dt="2025-06-07T06:53:55.531" v="5742" actId="14100"/>
          <ac:cxnSpMkLst>
            <pc:docMk/>
            <pc:sldMk cId="1502843682" sldId="4620"/>
            <ac:cxnSpMk id="18" creationId="{BC82769D-2816-395B-14E9-74355A5B39CF}"/>
          </ac:cxnSpMkLst>
        </pc:cxnChg>
        <pc:cxnChg chg="del">
          <ac:chgData name="Ronan Ogor" userId="473d6ea9-be06-4609-b78d-125cc115ecf4" providerId="ADAL" clId="{B37DBE06-60B1-490B-8536-C4820F00D834}" dt="2025-06-07T06:45:26.497" v="5483" actId="478"/>
          <ac:cxnSpMkLst>
            <pc:docMk/>
            <pc:sldMk cId="1502843682" sldId="4620"/>
            <ac:cxnSpMk id="21" creationId="{9584C5BA-E6A4-8CB5-AD52-E0B360BC3AB3}"/>
          </ac:cxnSpMkLst>
        </pc:cxnChg>
      </pc:sldChg>
      <pc:sldChg chg="addSp delSp modSp add mod">
        <pc:chgData name="Ronan Ogor" userId="473d6ea9-be06-4609-b78d-125cc115ecf4" providerId="ADAL" clId="{B37DBE06-60B1-490B-8536-C4820F00D834}" dt="2025-06-07T06:58:58.308" v="5862" actId="478"/>
        <pc:sldMkLst>
          <pc:docMk/>
          <pc:sldMk cId="2972050235" sldId="4621"/>
        </pc:sldMkLst>
        <pc:spChg chg="mod">
          <ac:chgData name="Ronan Ogor" userId="473d6ea9-be06-4609-b78d-125cc115ecf4" providerId="ADAL" clId="{B37DBE06-60B1-490B-8536-C4820F00D834}" dt="2025-06-07T06:48:12.952" v="5534" actId="207"/>
          <ac:spMkLst>
            <pc:docMk/>
            <pc:sldMk cId="2972050235" sldId="4621"/>
            <ac:spMk id="3" creationId="{8CD088F4-8A09-3881-232A-3C44CC6FF332}"/>
          </ac:spMkLst>
        </pc:spChg>
        <pc:spChg chg="mod">
          <ac:chgData name="Ronan Ogor" userId="473d6ea9-be06-4609-b78d-125cc115ecf4" providerId="ADAL" clId="{B37DBE06-60B1-490B-8536-C4820F00D834}" dt="2025-06-07T06:49:29.405" v="5609" actId="1076"/>
          <ac:spMkLst>
            <pc:docMk/>
            <pc:sldMk cId="2972050235" sldId="4621"/>
            <ac:spMk id="5" creationId="{6EE370CB-80CE-7D17-7ABB-AE951E08719B}"/>
          </ac:spMkLst>
        </pc:spChg>
        <pc:spChg chg="mod">
          <ac:chgData name="Ronan Ogor" userId="473d6ea9-be06-4609-b78d-125cc115ecf4" providerId="ADAL" clId="{B37DBE06-60B1-490B-8536-C4820F00D834}" dt="2025-06-07T06:49:22.945" v="5606" actId="207"/>
          <ac:spMkLst>
            <pc:docMk/>
            <pc:sldMk cId="2972050235" sldId="4621"/>
            <ac:spMk id="8" creationId="{6F25772B-CFFF-1BFA-C2C8-7CB21ECEDFF3}"/>
          </ac:spMkLst>
        </pc:spChg>
        <pc:spChg chg="mod">
          <ac:chgData name="Ronan Ogor" userId="473d6ea9-be06-4609-b78d-125cc115ecf4" providerId="ADAL" clId="{B37DBE06-60B1-490B-8536-C4820F00D834}" dt="2025-06-07T06:48:32.497" v="5545"/>
          <ac:spMkLst>
            <pc:docMk/>
            <pc:sldMk cId="2972050235" sldId="4621"/>
            <ac:spMk id="20" creationId="{15CC1041-4A85-16F3-943B-0EFDEF96AC3F}"/>
          </ac:spMkLst>
        </pc:spChg>
        <pc:cxnChg chg="mod">
          <ac:chgData name="Ronan Ogor" userId="473d6ea9-be06-4609-b78d-125cc115ecf4" providerId="ADAL" clId="{B37DBE06-60B1-490B-8536-C4820F00D834}" dt="2025-06-07T06:49:32.265" v="5611" actId="14100"/>
          <ac:cxnSpMkLst>
            <pc:docMk/>
            <pc:sldMk cId="2972050235" sldId="4621"/>
            <ac:cxnSpMk id="2" creationId="{3B8E2F63-A6D4-9B1D-7D73-9FB2EE175A44}"/>
          </ac:cxnSpMkLst>
        </pc:cxnChg>
        <pc:cxnChg chg="del">
          <ac:chgData name="Ronan Ogor" userId="473d6ea9-be06-4609-b78d-125cc115ecf4" providerId="ADAL" clId="{B37DBE06-60B1-490B-8536-C4820F00D834}" dt="2025-06-07T06:58:58.308" v="5862" actId="478"/>
          <ac:cxnSpMkLst>
            <pc:docMk/>
            <pc:sldMk cId="2972050235" sldId="4621"/>
            <ac:cxnSpMk id="7" creationId="{096FC50C-587D-7151-90CB-4CF27CF6D576}"/>
          </ac:cxnSpMkLst>
        </pc:cxnChg>
        <pc:cxnChg chg="add mod">
          <ac:chgData name="Ronan Ogor" userId="473d6ea9-be06-4609-b78d-125cc115ecf4" providerId="ADAL" clId="{B37DBE06-60B1-490B-8536-C4820F00D834}" dt="2025-06-07T06:58:56.788" v="5861"/>
          <ac:cxnSpMkLst>
            <pc:docMk/>
            <pc:sldMk cId="2972050235" sldId="4621"/>
            <ac:cxnSpMk id="10" creationId="{98C12EDD-4422-A5BB-D44D-17C87279D7F1}"/>
          </ac:cxnSpMkLst>
        </pc:cxnChg>
      </pc:sldChg>
      <pc:sldChg chg="delSp modSp add mod delAnim">
        <pc:chgData name="Ronan Ogor" userId="473d6ea9-be06-4609-b78d-125cc115ecf4" providerId="ADAL" clId="{B37DBE06-60B1-490B-8536-C4820F00D834}" dt="2025-06-07T07:03:09.235" v="5908" actId="20577"/>
        <pc:sldMkLst>
          <pc:docMk/>
          <pc:sldMk cId="1507359175" sldId="4622"/>
        </pc:sldMkLst>
        <pc:spChg chg="mod">
          <ac:chgData name="Ronan Ogor" userId="473d6ea9-be06-4609-b78d-125cc115ecf4" providerId="ADAL" clId="{B37DBE06-60B1-490B-8536-C4820F00D834}" dt="2025-06-07T06:59:52.275" v="5891" actId="207"/>
          <ac:spMkLst>
            <pc:docMk/>
            <pc:sldMk cId="1507359175" sldId="4622"/>
            <ac:spMk id="3" creationId="{078D1EAF-7E8F-A9F6-7071-2BB3220873D6}"/>
          </ac:spMkLst>
        </pc:spChg>
        <pc:spChg chg="del">
          <ac:chgData name="Ronan Ogor" userId="473d6ea9-be06-4609-b78d-125cc115ecf4" providerId="ADAL" clId="{B37DBE06-60B1-490B-8536-C4820F00D834}" dt="2025-06-07T07:00:11.543" v="5893" actId="478"/>
          <ac:spMkLst>
            <pc:docMk/>
            <pc:sldMk cId="1507359175" sldId="4622"/>
            <ac:spMk id="5" creationId="{7CE87C85-E1B0-803E-7AE2-E750CD519F49}"/>
          </ac:spMkLst>
        </pc:spChg>
        <pc:spChg chg="mod">
          <ac:chgData name="Ronan Ogor" userId="473d6ea9-be06-4609-b78d-125cc115ecf4" providerId="ADAL" clId="{B37DBE06-60B1-490B-8536-C4820F00D834}" dt="2025-06-07T07:03:09.235" v="5908" actId="20577"/>
          <ac:spMkLst>
            <pc:docMk/>
            <pc:sldMk cId="1507359175" sldId="4622"/>
            <ac:spMk id="8" creationId="{A0B36D3B-8FC7-89FD-8DCD-50CA407B42A9}"/>
          </ac:spMkLst>
        </pc:spChg>
        <pc:spChg chg="mod">
          <ac:chgData name="Ronan Ogor" userId="473d6ea9-be06-4609-b78d-125cc115ecf4" providerId="ADAL" clId="{B37DBE06-60B1-490B-8536-C4820F00D834}" dt="2025-06-07T07:00:03.990" v="5892"/>
          <ac:spMkLst>
            <pc:docMk/>
            <pc:sldMk cId="1507359175" sldId="4622"/>
            <ac:spMk id="20" creationId="{EBFE6D12-E87C-9CD6-D8F4-72C844F1B65F}"/>
          </ac:spMkLst>
        </pc:spChg>
        <pc:cxnChg chg="del">
          <ac:chgData name="Ronan Ogor" userId="473d6ea9-be06-4609-b78d-125cc115ecf4" providerId="ADAL" clId="{B37DBE06-60B1-490B-8536-C4820F00D834}" dt="2025-06-07T07:00:11.543" v="5893" actId="478"/>
          <ac:cxnSpMkLst>
            <pc:docMk/>
            <pc:sldMk cId="1507359175" sldId="4622"/>
            <ac:cxnSpMk id="2" creationId="{E62E0D59-B7A7-84E8-CD7A-68FCAAD03C7F}"/>
          </ac:cxnSpMkLst>
        </pc:cxnChg>
      </pc:sldChg>
      <pc:sldChg chg="addSp delSp modSp add mod ord modAnim">
        <pc:chgData name="Ronan Ogor" userId="473d6ea9-be06-4609-b78d-125cc115ecf4" providerId="ADAL" clId="{B37DBE06-60B1-490B-8536-C4820F00D834}" dt="2025-06-07T07:06:19.283" v="6103" actId="1076"/>
        <pc:sldMkLst>
          <pc:docMk/>
          <pc:sldMk cId="4143899511" sldId="4623"/>
        </pc:sldMkLst>
        <pc:spChg chg="del">
          <ac:chgData name="Ronan Ogor" userId="473d6ea9-be06-4609-b78d-125cc115ecf4" providerId="ADAL" clId="{B37DBE06-60B1-490B-8536-C4820F00D834}" dt="2025-06-07T07:06:17.158" v="6102" actId="478"/>
          <ac:spMkLst>
            <pc:docMk/>
            <pc:sldMk cId="4143899511" sldId="4623"/>
            <ac:spMk id="4" creationId="{F4B2867F-49C2-5D79-88C7-7F5F45712844}"/>
          </ac:spMkLst>
        </pc:spChg>
        <pc:spChg chg="mod">
          <ac:chgData name="Ronan Ogor" userId="473d6ea9-be06-4609-b78d-125cc115ecf4" providerId="ADAL" clId="{B37DBE06-60B1-490B-8536-C4820F00D834}" dt="2025-06-07T07:06:19.283" v="6103" actId="1076"/>
          <ac:spMkLst>
            <pc:docMk/>
            <pc:sldMk cId="4143899511" sldId="4623"/>
            <ac:spMk id="5" creationId="{9C06A17A-6C2B-06A2-5D12-8DDA2A013810}"/>
          </ac:spMkLst>
        </pc:spChg>
        <pc:spChg chg="add mod">
          <ac:chgData name="Ronan Ogor" userId="473d6ea9-be06-4609-b78d-125cc115ecf4" providerId="ADAL" clId="{B37DBE06-60B1-490B-8536-C4820F00D834}" dt="2025-06-07T07:06:06.417" v="6097" actId="113"/>
          <ac:spMkLst>
            <pc:docMk/>
            <pc:sldMk cId="4143899511" sldId="4623"/>
            <ac:spMk id="7" creationId="{45BC391E-FCB3-49E9-41E0-587E49E8A9B3}"/>
          </ac:spMkLst>
        </pc:spChg>
        <pc:spChg chg="add mod">
          <ac:chgData name="Ronan Ogor" userId="473d6ea9-be06-4609-b78d-125cc115ecf4" providerId="ADAL" clId="{B37DBE06-60B1-490B-8536-C4820F00D834}" dt="2025-06-07T07:06:04.426" v="6096" actId="113"/>
          <ac:spMkLst>
            <pc:docMk/>
            <pc:sldMk cId="4143899511" sldId="4623"/>
            <ac:spMk id="8" creationId="{4A3AC791-BF67-0E16-C3BA-2B55B6CF5DD0}"/>
          </ac:spMkLst>
        </pc:spChg>
        <pc:spChg chg="add mod">
          <ac:chgData name="Ronan Ogor" userId="473d6ea9-be06-4609-b78d-125cc115ecf4" providerId="ADAL" clId="{B37DBE06-60B1-490B-8536-C4820F00D834}" dt="2025-06-07T07:06:13.241" v="6101" actId="1076"/>
          <ac:spMkLst>
            <pc:docMk/>
            <pc:sldMk cId="4143899511" sldId="4623"/>
            <ac:spMk id="10" creationId="{AC75BB64-50E1-A755-6AEE-69F580FC93CA}"/>
          </ac:spMkLst>
        </pc:spChg>
        <pc:spChg chg="del">
          <ac:chgData name="Ronan Ogor" userId="473d6ea9-be06-4609-b78d-125cc115ecf4" providerId="ADAL" clId="{B37DBE06-60B1-490B-8536-C4820F00D834}" dt="2025-06-07T07:04:40.219" v="5932" actId="478"/>
          <ac:spMkLst>
            <pc:docMk/>
            <pc:sldMk cId="4143899511" sldId="4623"/>
            <ac:spMk id="93" creationId="{EE332436-9269-A8F2-ABA4-99ECAD2CAC76}"/>
          </ac:spMkLst>
        </pc:spChg>
        <pc:picChg chg="del">
          <ac:chgData name="Ronan Ogor" userId="473d6ea9-be06-4609-b78d-125cc115ecf4" providerId="ADAL" clId="{B37DBE06-60B1-490B-8536-C4820F00D834}" dt="2025-06-07T07:06:17.158" v="6102" actId="478"/>
          <ac:picMkLst>
            <pc:docMk/>
            <pc:sldMk cId="4143899511" sldId="4623"/>
            <ac:picMk id="3" creationId="{C3134E8E-8978-42DF-FCA3-F8FC992F50DE}"/>
          </ac:picMkLst>
        </pc:picChg>
        <pc:picChg chg="del">
          <ac:chgData name="Ronan Ogor" userId="473d6ea9-be06-4609-b78d-125cc115ecf4" providerId="ADAL" clId="{B37DBE06-60B1-490B-8536-C4820F00D834}" dt="2025-06-07T07:04:22.336" v="5931" actId="478"/>
          <ac:picMkLst>
            <pc:docMk/>
            <pc:sldMk cId="4143899511" sldId="4623"/>
            <ac:picMk id="6" creationId="{7D4D4B39-E240-575E-31EE-64B3D2487704}"/>
          </ac:picMkLst>
        </pc:picChg>
        <pc:cxnChg chg="add mod">
          <ac:chgData name="Ronan Ogor" userId="473d6ea9-be06-4609-b78d-125cc115ecf4" providerId="ADAL" clId="{B37DBE06-60B1-490B-8536-C4820F00D834}" dt="2025-06-07T07:06:09.549" v="6099" actId="14100"/>
          <ac:cxnSpMkLst>
            <pc:docMk/>
            <pc:sldMk cId="4143899511" sldId="4623"/>
            <ac:cxnSpMk id="9" creationId="{69146281-914F-B95B-21D6-C63C9076650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47ED1-C69F-4346-98B4-FBE000784B20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FD1AB-9725-4B7A-B8B4-44A66AD6E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6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CA11-EE63-D978-C9C1-6FCA67E7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F6776-4C0D-0188-7607-24EB5780F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BC76B-F103-42E0-F0BD-236D384F4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295B1-9A21-36DE-8F3F-C20B6346D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FD1AB-9725-4B7A-B8B4-44A66AD6E8A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97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23F5F84-2922-5601-DAE3-B45647E1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AB5F297A-B9F7-30BA-35E1-07D811B28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692886EF-C1F0-8EA9-DD08-19FA8EA15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335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88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A8C9-6255-A52C-C427-1D191848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05AA3-6653-0B4D-6502-F4A8D02EA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AB4C-6069-7671-D920-942CDC87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E8B05-9BEF-C8DC-2CAE-4093E622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1FB9-972C-AF29-1948-0B4B9A28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729D-9BED-BEB0-7EB2-0C10C745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3CD4-78C1-C305-B6F1-443A2D6F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155A-91C9-A2AA-B040-97BCD824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B538-D7DB-CA57-E426-EDE91C49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497D1-7892-F84B-09A1-35D67B08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3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EFD4-F951-C525-23E7-DCB9EEAC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74A0-AB56-AF4F-39E8-1D5CE7CBD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AF03-A398-67C6-31F4-FFB75C11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1EE5-DF18-19CB-C756-F0052AED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1B488-97E4-73FF-16F4-2A2750AC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4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9852-205D-00BC-7242-EED62AF9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E87BB-7CED-34C4-506E-20AFD90A9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E4FA6-0767-DDC7-D53D-40A67FBF0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8C771-8BAB-67EB-170C-7FA8FBB3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9FD12-9C5F-1448-4C90-27C47849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C4400-DDF0-D08F-66CC-7264C6B0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3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3C3C-11E2-3B0B-DB5E-9760AA7D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F657F-191D-93D6-40A3-91E5EF1D7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58085-4FCF-B0EF-0E40-85F229455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C164C-2AD0-0A48-458E-C246279FB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93444-28C5-AB18-1723-1B9D883F1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F5A29-FAD9-7853-96EF-3C1398BE0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A0ECB-2BC0-A734-6B32-89936793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3515-7767-48D6-B30F-F1ACDCC4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0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FB05-E1B8-A58D-6AD9-007D697D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A079E-2C42-0640-20F8-C059FC92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AF73B-1471-8AED-543B-E1A59A68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930AE-F6E0-E30E-C4AF-D24E8CB8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5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55F72-8FDE-8F76-107D-86B9AA4C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08149-A8FE-33D7-279A-0EE442F9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6D29C-D89B-912F-0452-DB9798D1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2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23E7-8966-8A01-06D9-1BCA9345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5BD4-A68D-F411-74E9-F5270D0B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096E4-6FD5-941A-2752-64FA51BCA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720A-6CE8-6964-8DB6-736C67B9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1F42E-114F-76DB-E099-E9CAABBE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CA3FC-14CA-7E67-EB9C-33DB3B79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9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CFA1-2260-C17D-4595-0B4E3E1B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96A05-8802-5BF2-E906-F225DF892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E32EA-9EDD-A558-D198-0FB491B66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C0C42-ACC4-5B6E-4954-96125034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AEE97-7F4E-9694-4B32-38EA26D9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3653F-12B4-5A5A-B8D9-899BE5C7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D9296-2D37-F56A-99B8-E318FAAC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8D960-D30E-FBEE-369B-B49FB9AB0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210A-F030-5E50-E1CE-A97C22A0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BA2CA-C82E-8949-B9EC-F477FBC9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3B921-FF62-7E6B-3443-E7EB4FDC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3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9124-B882-4C68-70C9-30B6E314C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C5ED1-7F17-CAC9-7EB8-660059AD2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66AD-D564-E43B-BF24-C2E8D366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9D7C2-EADE-5795-0FF7-19094C63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27653-B86B-0BF2-FD11-F3E006FE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3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04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B1B18-1A18-F64D-0BB3-C9A6E157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D3F3D-B88E-DEDB-E6D7-2D42182E6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E42DA-038E-F4E8-6D4F-508E61A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C485B-A0CC-4D32-A051-05B9C7684D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34224-BEF7-D199-B8EE-810CCCC10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3378F-D2F9-A1C1-8162-9CA26C47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3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youtube.com/watch?v=Hej48pi_lOc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Operators/Destructur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promise.as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sync.as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w3schools.com/js/js_async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watch?v=eVApl3kzTB0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scylladb.com/learn/nosql/nosql-vs-sql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cadtedu-my.sharepoint.com/:u:/g/personal/ronan_ogor_cadt_edu_kh/EQG7cV1JMMJEgfl7V0TwwYYBO12GJzazk-rVmWc2eC4acA?e=QTGoUY" TargetMode="Externa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nodejs/nodejs_mysql.asp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blog.logrocket.com/build-rest-api-node-express-mysq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ej48pi_lOc" TargetMode="External"/><Relationship Id="rId5" Type="http://schemas.openxmlformats.org/officeDocument/2006/relationships/hyperlink" Target="https://www.tutorialspoint.com/mysql/index.htm" TargetMode="External"/><Relationship Id="rId10" Type="http://schemas.openxmlformats.org/officeDocument/2006/relationships/hyperlink" Target="https://www.w3schools.com/js/js_promise.asp" TargetMode="External"/><Relationship Id="rId4" Type="http://schemas.openxmlformats.org/officeDocument/2006/relationships/hyperlink" Target="https://www.scylladb.com/learn/nosql/nosql-vs-sql/" TargetMode="External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230981" y="2374629"/>
            <a:ext cx="11217680" cy="363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b="1" dirty="0">
              <a:solidFill>
                <a:srgbClr val="C00000"/>
              </a:solidFill>
            </a:endParaRPr>
          </a:p>
          <a:p>
            <a:pPr lvl="0"/>
            <a:r>
              <a:rPr lang="en-US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https://www.youtube.com/watch?v=Hej48pi_lOc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2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</a:p>
          <a:p>
            <a:pPr lvl="0"/>
            <a:endParaRPr sz="2000" i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Q1 - 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benefits of using </a:t>
            </a: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.env file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000" i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 –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did he used </a:t>
            </a: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Promise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instead of </a:t>
            </a: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callback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</a:t>
            </a:r>
          </a:p>
          <a:p>
            <a:pPr lvl="0"/>
            <a:endParaRPr lang="en-US" sz="20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 – 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some point of the video, he used </a:t>
            </a: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destructuring assignment</a:t>
            </a:r>
            <a:r>
              <a:rPr lang="en-US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Where and why?</a:t>
            </a:r>
          </a:p>
          <a:p>
            <a:pPr lvl="0"/>
            <a:endParaRPr lang="en-US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DBDE8284-4854-3406-0E9E-C0D3A2465A29}"/>
              </a:ext>
            </a:extLst>
          </p:cNvPr>
          <p:cNvSpPr txBox="1"/>
          <p:nvPr/>
        </p:nvSpPr>
        <p:spPr>
          <a:xfrm>
            <a:off x="0" y="6376"/>
            <a:ext cx="2095838" cy="36933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09;p2">
            <a:extLst>
              <a:ext uri="{FF2B5EF4-FFF2-40B4-BE49-F238E27FC236}">
                <a16:creationId xmlns:a16="http://schemas.microsoft.com/office/drawing/2014/main" id="{0AF7D2A4-BE81-CBDE-5ECD-EE6A9C42D7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06" y="724256"/>
            <a:ext cx="353194" cy="3226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32C3254B-D5E1-8267-DD03-8F0D7875F69D}"/>
              </a:ext>
            </a:extLst>
          </p:cNvPr>
          <p:cNvSpPr txBox="1"/>
          <p:nvPr/>
        </p:nvSpPr>
        <p:spPr>
          <a:xfrm>
            <a:off x="414000" y="620815"/>
            <a:ext cx="15807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TO BE DONE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CLASS</a:t>
            </a:r>
            <a:endParaRPr/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065B7682-9DD8-73A5-B591-4BEC01B7772E}"/>
              </a:ext>
            </a:extLst>
          </p:cNvPr>
          <p:cNvSpPr txBox="1"/>
          <p:nvPr/>
        </p:nvSpPr>
        <p:spPr>
          <a:xfrm>
            <a:off x="3670061" y="285468"/>
            <a:ext cx="492215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48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&amp;  Answer</a:t>
            </a:r>
            <a:endParaRPr sz="3600" dirty="0"/>
          </a:p>
        </p:txBody>
      </p:sp>
      <p:pic>
        <p:nvPicPr>
          <p:cNvPr id="6" name="Google Shape;112;p2">
            <a:hlinkClick r:id="rId4"/>
            <a:extLst>
              <a:ext uri="{FF2B5EF4-FFF2-40B4-BE49-F238E27FC236}">
                <a16:creationId xmlns:a16="http://schemas.microsoft.com/office/drawing/2014/main" id="{230A0B15-3610-A319-1410-3C0AE13831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242642">
            <a:off x="8279394" y="2078034"/>
            <a:ext cx="3076730" cy="2008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05442" y="1247863"/>
            <a:ext cx="1143862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4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WEEK 6 – </a:t>
            </a:r>
            <a:r>
              <a:rPr lang="en-US" sz="4800" b="1" i="0" u="none" strike="noStrike" cap="none" dirty="0">
                <a:solidFill>
                  <a:srgbClr val="5971D4"/>
                </a:solidFill>
                <a:latin typeface="Open Sans"/>
                <a:ea typeface="Open Sans"/>
                <a:cs typeface="Open Sans"/>
                <a:sym typeface="Open Sans"/>
              </a:rPr>
              <a:t>Database Integration</a:t>
            </a:r>
            <a:endParaRPr sz="1600" b="0" i="0" u="none" strike="noStrike" cap="none" dirty="0">
              <a:solidFill>
                <a:srgbClr val="5971D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495482" y="601572"/>
            <a:ext cx="72999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BACK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END DEVELOPMENT COURSE </a:t>
            </a:r>
          </a:p>
        </p:txBody>
      </p:sp>
      <p:cxnSp>
        <p:nvCxnSpPr>
          <p:cNvPr id="93" name="Google Shape;93;p1"/>
          <p:cNvCxnSpPr/>
          <p:nvPr/>
        </p:nvCxnSpPr>
        <p:spPr>
          <a:xfrm>
            <a:off x="1326732" y="1247863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574D5CA-8FA1-45CA-99CB-E92DF91C7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2536" y="6302758"/>
            <a:ext cx="946927" cy="494663"/>
          </a:xfrm>
          <a:prstGeom prst="rect">
            <a:avLst/>
          </a:prstGeom>
        </p:spPr>
      </p:pic>
      <p:pic>
        <p:nvPicPr>
          <p:cNvPr id="1028" name="Picture 4" descr="Database Illustration - Free Download Business Illustrations ...">
            <a:extLst>
              <a:ext uri="{FF2B5EF4-FFF2-40B4-BE49-F238E27FC236}">
                <a16:creationId xmlns:a16="http://schemas.microsoft.com/office/drawing/2014/main" id="{854841D5-22D6-B717-E9FB-BE12230B2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740" y="2078819"/>
            <a:ext cx="4585517" cy="458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4273575" y="427294"/>
            <a:ext cx="416890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fr-BE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679" y="259252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5936" y="22972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1293963" y="1428142"/>
            <a:ext cx="9323238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JS Async syntax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lang="en-US" sz="2000" i="1" dirty="0">
                <a:latin typeface="Calibri"/>
                <a:ea typeface="Calibri"/>
                <a:cs typeface="Calibri"/>
                <a:sym typeface="Calibri"/>
              </a:rPr>
              <a:t>Get ready for  for database interactions !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destructuring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with arrays and objects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Understand 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Promises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and handle .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() / .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catch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()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Write clean async code using 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async / await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endParaRPr lang="en-US" sz="2000" dirty="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Understand the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need for databases</a:t>
            </a:r>
            <a:endParaRPr lang="en-US" sz="2000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Differentiate between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NoSQL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databases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Review key </a:t>
            </a:r>
            <a:r>
              <a:rPr lang="en-US" sz="20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MySQL queries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for data manipulation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Connect a </a:t>
            </a:r>
            <a:r>
              <a:rPr lang="en-US" sz="20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Node to  MySQL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database</a:t>
            </a:r>
          </a:p>
          <a:p>
            <a:pPr marL="800100" lvl="1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Organize code using </a:t>
            </a:r>
            <a:r>
              <a:rPr lang="en-US" sz="20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clean architecture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principles for maintainability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BB78-E0BF-7B77-F991-ED00CAC4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32210EA2-8F93-8B46-022A-2B04CCCC2F59}"/>
              </a:ext>
            </a:extLst>
          </p:cNvPr>
          <p:cNvSpPr txBox="1"/>
          <p:nvPr/>
        </p:nvSpPr>
        <p:spPr>
          <a:xfrm>
            <a:off x="2095838" y="307916"/>
            <a:ext cx="773434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Destructuring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JS</a:t>
            </a:r>
            <a:endParaRPr lang="en-US" sz="48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2A66D79D-55E1-977B-774B-229414AA451E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20;p3">
            <a:extLst>
              <a:ext uri="{FF2B5EF4-FFF2-40B4-BE49-F238E27FC236}">
                <a16:creationId xmlns:a16="http://schemas.microsoft.com/office/drawing/2014/main" id="{61714EF6-505A-E5FF-CAA0-0DEC72508AE8}"/>
              </a:ext>
            </a:extLst>
          </p:cNvPr>
          <p:cNvSpPr txBox="1"/>
          <p:nvPr/>
        </p:nvSpPr>
        <p:spPr>
          <a:xfrm>
            <a:off x="2095838" y="1035495"/>
            <a:ext cx="867194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Destructuring  is a JS syntax to 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unpack values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from arrays or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6A4B4-1E88-4B6B-B1A9-230CEA85CD75}"/>
              </a:ext>
            </a:extLst>
          </p:cNvPr>
          <p:cNvSpPr txBox="1"/>
          <p:nvPr/>
        </p:nvSpPr>
        <p:spPr>
          <a:xfrm>
            <a:off x="518160" y="2496371"/>
            <a:ext cx="11450320" cy="34163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const [</a:t>
            </a:r>
            <a:r>
              <a:rPr lang="en-US" sz="2400" dirty="0">
                <a:solidFill>
                  <a:schemeClr val="accent4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b</a:t>
            </a:r>
            <a:r>
              <a:rPr lang="en-US" sz="2400" dirty="0">
                <a:latin typeface="Consolas" panose="020B0609020204030204" pitchFamily="49" charset="0"/>
              </a:rPr>
              <a:t>] = [</a:t>
            </a:r>
            <a:r>
              <a:rPr lang="en-US" sz="2400" dirty="0">
                <a:solidFill>
                  <a:schemeClr val="accent4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latin typeface="Consolas" panose="020B0609020204030204" pitchFamily="49" charset="0"/>
              </a:rPr>
              <a:t>];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console.log(</a:t>
            </a:r>
            <a:r>
              <a:rPr lang="en-US" sz="2400" dirty="0">
                <a:solidFill>
                  <a:schemeClr val="accent4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latin typeface="Consolas" panose="020B0609020204030204" pitchFamily="49" charset="0"/>
              </a:rPr>
              <a:t>);		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//   output: 10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console.log(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b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 		//   output: 20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const [</a:t>
            </a:r>
            <a:r>
              <a:rPr lang="en-US" sz="2400" dirty="0">
                <a:solidFill>
                  <a:schemeClr val="accent4"/>
                </a:solidFill>
                <a:latin typeface="Consolas" panose="020B0609020204030204" pitchFamily="49" charset="0"/>
              </a:rPr>
              <a:t>c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d</a:t>
            </a:r>
            <a:r>
              <a:rPr lang="en-US" sz="2400" dirty="0">
                <a:latin typeface="Consolas" panose="020B0609020204030204" pitchFamily="49" charset="0"/>
              </a:rPr>
              <a:t>, ...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rest</a:t>
            </a:r>
            <a:r>
              <a:rPr lang="en-US" sz="2400" dirty="0">
                <a:latin typeface="Consolas" panose="020B0609020204030204" pitchFamily="49" charset="0"/>
              </a:rPr>
              <a:t>] = [</a:t>
            </a:r>
            <a:r>
              <a:rPr lang="en-US" sz="2400" dirty="0">
                <a:solidFill>
                  <a:schemeClr val="accent4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30, 40, 50</a:t>
            </a:r>
            <a:r>
              <a:rPr lang="en-US" sz="24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console.log(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rest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 		//   output: Array [30, 40, 50]</a:t>
            </a:r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B2F4479-307E-319E-BDAC-F02B83127372}"/>
              </a:ext>
            </a:extLst>
          </p:cNvPr>
          <p:cNvSpPr txBox="1"/>
          <p:nvPr/>
        </p:nvSpPr>
        <p:spPr>
          <a:xfrm rot="19730347">
            <a:off x="10849144" y="539771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5AF5931-310B-EE39-EC50-6012B3D6399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09850" y="1841500"/>
            <a:ext cx="12700" cy="1651000"/>
          </a:xfrm>
          <a:prstGeom prst="curvedConnector3">
            <a:avLst>
              <a:gd name="adj1" fmla="val 420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77B1375-7433-C993-ED7E-43BB6A26F4C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33750" y="1740311"/>
            <a:ext cx="12700" cy="1651000"/>
          </a:xfrm>
          <a:prstGeom prst="curvedConnector3">
            <a:avLst>
              <a:gd name="adj1" fmla="val 420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B8072D32-0506-E978-DF03-82E412760B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03065" y="3327786"/>
            <a:ext cx="51711" cy="3327400"/>
          </a:xfrm>
          <a:prstGeom prst="curvedConnector3">
            <a:avLst>
              <a:gd name="adj1" fmla="val -736787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57FEC2-E0FE-66C3-6A26-675628F1081A}"/>
              </a:ext>
            </a:extLst>
          </p:cNvPr>
          <p:cNvCxnSpPr/>
          <p:nvPr/>
        </p:nvCxnSpPr>
        <p:spPr>
          <a:xfrm>
            <a:off x="6192521" y="5017342"/>
            <a:ext cx="1600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2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0765-AC5A-05B9-5F8C-D0C4B8A8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FF3E91B3-E29B-2513-3FF9-65012053B399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95D70469-A44F-48BA-7D69-06FD18A39520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8E13B-7EC0-3724-17D2-7C193F19E2CD}"/>
              </a:ext>
            </a:extLst>
          </p:cNvPr>
          <p:cNvSpPr txBox="1"/>
          <p:nvPr/>
        </p:nvSpPr>
        <p:spPr>
          <a:xfrm>
            <a:off x="1675824" y="1430952"/>
            <a:ext cx="8315960" cy="13849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const [rows] = [ [1, 2, 3], 4, 5];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console.log(rows);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26AF9-0F05-6860-9609-042BE09C877C}"/>
              </a:ext>
            </a:extLst>
          </p:cNvPr>
          <p:cNvSpPr txBox="1"/>
          <p:nvPr/>
        </p:nvSpPr>
        <p:spPr>
          <a:xfrm>
            <a:off x="3606800" y="404205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[1, 2, 3]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undefined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[[1, 2, 3], 4, 5]</a:t>
            </a:r>
          </a:p>
        </p:txBody>
      </p:sp>
    </p:spTree>
    <p:extLst>
      <p:ext uri="{BB962C8B-B14F-4D97-AF65-F5344CB8AC3E}">
        <p14:creationId xmlns:p14="http://schemas.microsoft.com/office/powerpoint/2010/main" val="409142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F45C-603C-565B-4DB8-64B10EBF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0CE1D71C-C430-AE1A-57F5-104C96C41258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7EB8C-6324-F07E-CD9B-D7F326961888}"/>
              </a:ext>
            </a:extLst>
          </p:cNvPr>
          <p:cNvSpPr txBox="1"/>
          <p:nvPr/>
        </p:nvSpPr>
        <p:spPr>
          <a:xfrm>
            <a:off x="1675824" y="1430952"/>
            <a:ext cx="8315960" cy="13849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const [rows] = [ [1, 2, 3], 4, 5];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console.log(rows);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0D27D-C68C-573A-A6ED-2B2712F526FF}"/>
              </a:ext>
            </a:extLst>
          </p:cNvPr>
          <p:cNvSpPr txBox="1"/>
          <p:nvPr/>
        </p:nvSpPr>
        <p:spPr>
          <a:xfrm>
            <a:off x="3606800" y="404205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[1, 2, 3]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undefined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[[1, 2, 3], 4, 5]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59A32525-1831-4760-8990-0BE15E38BDAC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56F989-149B-F8CD-EF90-3C8528258461}"/>
              </a:ext>
            </a:extLst>
          </p:cNvPr>
          <p:cNvSpPr/>
          <p:nvPr/>
        </p:nvSpPr>
        <p:spPr>
          <a:xfrm>
            <a:off x="3393440" y="3891280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6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1B9C-3848-53FE-D843-4F3D8E15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C28D3DF-455F-5D68-1AC0-EADABCF113A5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C84B5688-AC34-C7C6-5B59-A57210BE7722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AF235-674D-C655-F758-8F9735F577FC}"/>
              </a:ext>
            </a:extLst>
          </p:cNvPr>
          <p:cNvSpPr txBox="1"/>
          <p:nvPr/>
        </p:nvSpPr>
        <p:spPr>
          <a:xfrm>
            <a:off x="1675824" y="1430952"/>
            <a:ext cx="8315960" cy="13849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const [head, ...tail] = [1, 2, 3, 4];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console.log(tail);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A0807-246E-0E6B-23A5-EAFA962A26E8}"/>
              </a:ext>
            </a:extLst>
          </p:cNvPr>
          <p:cNvSpPr txBox="1"/>
          <p:nvPr/>
        </p:nvSpPr>
        <p:spPr>
          <a:xfrm>
            <a:off x="3312160" y="3513734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[2,3,4]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[1,2,3,4]</a:t>
            </a:r>
          </a:p>
        </p:txBody>
      </p:sp>
    </p:spTree>
    <p:extLst>
      <p:ext uri="{BB962C8B-B14F-4D97-AF65-F5344CB8AC3E}">
        <p14:creationId xmlns:p14="http://schemas.microsoft.com/office/powerpoint/2010/main" val="330940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17F4-3E30-0A57-0E55-FB72BDEF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094CE13D-D08F-8061-561D-FE60B8B23A99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70A0B-9AA5-C562-4BC3-41FAA2D40694}"/>
              </a:ext>
            </a:extLst>
          </p:cNvPr>
          <p:cNvSpPr txBox="1"/>
          <p:nvPr/>
        </p:nvSpPr>
        <p:spPr>
          <a:xfrm>
            <a:off x="1675824" y="1430952"/>
            <a:ext cx="8315960" cy="13849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const [head, ...tail] = [1, 2, 3, 4];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console.log(tail);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56558-DFC4-4A80-AE87-EF667B0BBCE7}"/>
              </a:ext>
            </a:extLst>
          </p:cNvPr>
          <p:cNvSpPr txBox="1"/>
          <p:nvPr/>
        </p:nvSpPr>
        <p:spPr>
          <a:xfrm>
            <a:off x="3312160" y="3513734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[2,3,4]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[1,2,3,4]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BB976395-F6CE-F458-00BE-95C4B0EBE465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E62168-70C5-94B4-2E8E-BFFABC5F1D84}"/>
              </a:ext>
            </a:extLst>
          </p:cNvPr>
          <p:cNvSpPr/>
          <p:nvPr/>
        </p:nvSpPr>
        <p:spPr>
          <a:xfrm>
            <a:off x="3119120" y="4287520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151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2751-1A8C-AB17-BBDB-D049A12D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EF09B7C0-2850-5FFC-C591-6C5437BC2C87}"/>
              </a:ext>
            </a:extLst>
          </p:cNvPr>
          <p:cNvSpPr txBox="1"/>
          <p:nvPr/>
        </p:nvSpPr>
        <p:spPr>
          <a:xfrm>
            <a:off x="2641576" y="200467"/>
            <a:ext cx="773434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Promises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JS</a:t>
            </a:r>
            <a:endParaRPr lang="en-US" sz="48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120;p3">
            <a:extLst>
              <a:ext uri="{FF2B5EF4-FFF2-40B4-BE49-F238E27FC236}">
                <a16:creationId xmlns:a16="http://schemas.microsoft.com/office/drawing/2014/main" id="{824808C8-3331-F5C7-B6EB-70355C250C31}"/>
              </a:ext>
            </a:extLst>
          </p:cNvPr>
          <p:cNvSpPr txBox="1"/>
          <p:nvPr/>
        </p:nvSpPr>
        <p:spPr>
          <a:xfrm>
            <a:off x="546100" y="857331"/>
            <a:ext cx="119253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A Promise is an object representing the </a:t>
            </a:r>
            <a:r>
              <a:rPr lang="en-US" sz="24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completion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failure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of an asynchronous operation</a:t>
            </a:r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55FBA8C-5C8C-9ACB-4CCF-FC26AEE6E316}"/>
              </a:ext>
            </a:extLst>
          </p:cNvPr>
          <p:cNvSpPr txBox="1"/>
          <p:nvPr/>
        </p:nvSpPr>
        <p:spPr>
          <a:xfrm rot="19730347">
            <a:off x="10772945" y="342597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7B7B0-2EC1-B96F-6B70-CF71D84CBDC4}"/>
              </a:ext>
            </a:extLst>
          </p:cNvPr>
          <p:cNvSpPr txBox="1"/>
          <p:nvPr/>
        </p:nvSpPr>
        <p:spPr>
          <a:xfrm>
            <a:off x="2955099" y="2210141"/>
            <a:ext cx="8808744" cy="37856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let </a:t>
            </a:r>
            <a:r>
              <a:rPr lang="en-US" sz="20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myPromise</a:t>
            </a:r>
            <a:r>
              <a:rPr lang="en-US" sz="2000" dirty="0">
                <a:latin typeface="Consolas" panose="020B0609020204030204" pitchFamily="49" charset="0"/>
              </a:rPr>
              <a:t> = new Promise(function(</a:t>
            </a:r>
            <a:r>
              <a:rPr lang="en-US" sz="2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myResolve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myReject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Do something that takes time…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myResolve</a:t>
            </a:r>
            <a:r>
              <a:rPr lang="en-US" sz="2000" dirty="0">
                <a:latin typeface="Consolas" panose="020B0609020204030204" pitchFamily="49" charset="0"/>
              </a:rPr>
              <a:t>(); 	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when successful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myReject</a:t>
            </a:r>
            <a:r>
              <a:rPr lang="en-US" sz="2000" dirty="0">
                <a:latin typeface="Consolas" panose="020B0609020204030204" pitchFamily="49" charset="0"/>
              </a:rPr>
              <a:t>();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when error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});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myPromise</a:t>
            </a:r>
            <a:r>
              <a:rPr lang="en-US" sz="2000" dirty="0" err="1"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(value) =&gt; {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code if successful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*/ </a:t>
            </a:r>
            <a:r>
              <a:rPr lang="en-US" sz="2000" i="1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(error) =&gt; {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code if some error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*/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A5F6F2A-CF43-6142-0A68-15EBF606A0C5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2323316" y="3800540"/>
            <a:ext cx="365161" cy="178842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8C80383-DB98-3636-9E68-6ABAC57D31D8}"/>
              </a:ext>
            </a:extLst>
          </p:cNvPr>
          <p:cNvSpPr txBox="1"/>
          <p:nvPr/>
        </p:nvSpPr>
        <p:spPr>
          <a:xfrm rot="20867887">
            <a:off x="64835" y="3599270"/>
            <a:ext cx="28985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then() takes 2 </a:t>
            </a:r>
            <a:r>
              <a:rPr lang="en-US" dirty="0" err="1">
                <a:solidFill>
                  <a:srgbClr val="002060"/>
                </a:solidFill>
                <a:latin typeface="Comic Sans MS" panose="030F0702030302020204" pitchFamily="66" charset="0"/>
              </a:rPr>
              <a:t>args</a:t>
            </a:r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a callback for success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a callback for failure.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517A5B9-8988-C2B3-E618-00686734B06C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2154030" y="3969826"/>
            <a:ext cx="703733" cy="178842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FCB4FA47-DBFE-6791-801B-5E39C96D940E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527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D77B-61FC-AFDB-BF40-E85F0573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62F49235-5307-49EF-4A37-22A4D6CA8739}"/>
              </a:ext>
            </a:extLst>
          </p:cNvPr>
          <p:cNvSpPr txBox="1"/>
          <p:nvPr/>
        </p:nvSpPr>
        <p:spPr>
          <a:xfrm>
            <a:off x="2228826" y="180459"/>
            <a:ext cx="773434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Promises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4800" b="1" dirty="0">
                <a:solidFill>
                  <a:srgbClr val="FF66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</a:t>
            </a:r>
            <a:endParaRPr lang="en-US" sz="4800" b="1" i="1" strike="noStrike" cap="none" dirty="0">
              <a:solidFill>
                <a:srgbClr val="FF66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120;p3">
            <a:extLst>
              <a:ext uri="{FF2B5EF4-FFF2-40B4-BE49-F238E27FC236}">
                <a16:creationId xmlns:a16="http://schemas.microsoft.com/office/drawing/2014/main" id="{FE220114-2BC6-6E43-A90D-47F0F40597F0}"/>
              </a:ext>
            </a:extLst>
          </p:cNvPr>
          <p:cNvSpPr txBox="1"/>
          <p:nvPr/>
        </p:nvSpPr>
        <p:spPr>
          <a:xfrm>
            <a:off x="1861338" y="823257"/>
            <a:ext cx="9690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The keyword </a:t>
            </a:r>
            <a:r>
              <a:rPr lang="en-US" sz="2400" b="1" dirty="0">
                <a:solidFill>
                  <a:srgbClr val="FF66CC"/>
                </a:solidFill>
                <a:latin typeface="Calibri"/>
                <a:ea typeface="Calibri"/>
                <a:cs typeface="Calibri"/>
                <a:sym typeface="Calibri"/>
              </a:rPr>
              <a:t>async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before a function makes the function return a </a:t>
            </a:r>
            <a:r>
              <a:rPr lang="en-US" sz="24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promise</a:t>
            </a:r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4378E31B-143C-4243-0C26-32C851E63C42}"/>
              </a:ext>
            </a:extLst>
          </p:cNvPr>
          <p:cNvSpPr txBox="1"/>
          <p:nvPr/>
        </p:nvSpPr>
        <p:spPr>
          <a:xfrm rot="19730347">
            <a:off x="10747545" y="366874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190F4-CA2C-2F99-BDA6-D8FB2B4C6B24}"/>
              </a:ext>
            </a:extLst>
          </p:cNvPr>
          <p:cNvSpPr txBox="1"/>
          <p:nvPr/>
        </p:nvSpPr>
        <p:spPr>
          <a:xfrm>
            <a:off x="6979460" y="3006678"/>
            <a:ext cx="4681069" cy="13234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66CC"/>
                </a:solidFill>
                <a:latin typeface="Consolas" panose="020B0609020204030204" pitchFamily="49" charset="0"/>
              </a:rPr>
              <a:t>async</a:t>
            </a:r>
            <a:r>
              <a:rPr lang="en-US" sz="2000" dirty="0">
                <a:latin typeface="Consolas" panose="020B0609020204030204" pitchFamily="49" charset="0"/>
              </a:rPr>
              <a:t> function </a:t>
            </a:r>
            <a:r>
              <a:rPr lang="en-US" sz="2000" dirty="0" err="1">
                <a:latin typeface="Consolas" panose="020B0609020204030204" pitchFamily="49" charset="0"/>
              </a:rPr>
              <a:t>myFunction</a:t>
            </a:r>
            <a:r>
              <a:rPr lang="en-US" sz="2000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return </a:t>
            </a:r>
            <a:r>
              <a:rPr 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"Hello"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0EE7F-6F38-E359-6D00-3365236D31F4}"/>
              </a:ext>
            </a:extLst>
          </p:cNvPr>
          <p:cNvSpPr txBox="1"/>
          <p:nvPr/>
        </p:nvSpPr>
        <p:spPr>
          <a:xfrm>
            <a:off x="842263" y="3000988"/>
            <a:ext cx="5687072" cy="13234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function </a:t>
            </a:r>
            <a:r>
              <a:rPr lang="en-US" sz="2000" dirty="0" err="1">
                <a:latin typeface="Consolas" panose="020B0609020204030204" pitchFamily="49" charset="0"/>
              </a:rPr>
              <a:t>myFunction</a:t>
            </a:r>
            <a:r>
              <a:rPr lang="en-US" sz="2000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return </a:t>
            </a:r>
            <a:r>
              <a:rPr lang="en-US" sz="2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Promise</a:t>
            </a:r>
            <a:r>
              <a:rPr lang="en-US" sz="2000" dirty="0" err="1">
                <a:latin typeface="Consolas" panose="020B0609020204030204" pitchFamily="49" charset="0"/>
              </a:rPr>
              <a:t>.resolve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"Hello"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7B46C-E66F-943A-9AC5-1207C310DA6E}"/>
              </a:ext>
            </a:extLst>
          </p:cNvPr>
          <p:cNvSpPr txBox="1"/>
          <p:nvPr/>
        </p:nvSpPr>
        <p:spPr>
          <a:xfrm rot="21237998">
            <a:off x="5629329" y="4660427"/>
            <a:ext cx="52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  <a:latin typeface="Comic Sans MS" panose="030F0702030302020204" pitchFamily="66" charset="0"/>
              </a:rPr>
              <a:t>Wrap the return with  a </a:t>
            </a:r>
            <a:r>
              <a:rPr 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Promise</a:t>
            </a:r>
            <a:r>
              <a:rPr lang="en-US" sz="1600" dirty="0">
                <a:solidFill>
                  <a:srgbClr val="002060"/>
                </a:solidFill>
                <a:latin typeface="Comic Sans MS" panose="030F0702030302020204" pitchFamily="66" charset="0"/>
              </a:rPr>
              <a:t>&lt;</a:t>
            </a:r>
            <a:r>
              <a:rPr lang="en-US" sz="1600" dirty="0">
                <a:solidFill>
                  <a:schemeClr val="accent6"/>
                </a:solidFill>
                <a:latin typeface="Comic Sans MS" panose="030F0702030302020204" pitchFamily="66" charset="0"/>
              </a:rPr>
              <a:t>string&gt;</a:t>
            </a:r>
          </a:p>
          <a:p>
            <a:pPr algn="ctr"/>
            <a:r>
              <a:rPr lang="en-US" sz="1600" dirty="0">
                <a:latin typeface="Comic Sans MS" panose="030F0702030302020204" pitchFamily="66" charset="0"/>
              </a:rPr>
              <a:t>That is resolved</a:t>
            </a:r>
            <a:r>
              <a:rPr lang="en-US" sz="1600" dirty="0">
                <a:solidFill>
                  <a:schemeClr val="tx2"/>
                </a:solidFill>
                <a:latin typeface="Comic Sans MS" panose="030F0702030302020204" pitchFamily="66" charset="0"/>
              </a:rPr>
              <a:t> </a:t>
            </a:r>
          </a:p>
          <a:p>
            <a:pPr algn="ctr"/>
            <a:endParaRPr lang="en-US" sz="1600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0FEBB4-61E8-6795-34DA-2AB3BE9331CD}"/>
              </a:ext>
            </a:extLst>
          </p:cNvPr>
          <p:cNvSpPr txBox="1"/>
          <p:nvPr/>
        </p:nvSpPr>
        <p:spPr>
          <a:xfrm>
            <a:off x="733172" y="5885554"/>
            <a:ext cx="6134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functions return a Promise ! The Promise then() method can used: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DA18A9-E6E7-BA56-A530-5A035E3A4764}"/>
              </a:ext>
            </a:extLst>
          </p:cNvPr>
          <p:cNvSpPr txBox="1"/>
          <p:nvPr/>
        </p:nvSpPr>
        <p:spPr>
          <a:xfrm>
            <a:off x="733172" y="6229798"/>
            <a:ext cx="10818266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myFunction</a:t>
            </a:r>
            <a:r>
              <a:rPr lang="en-US" sz="2000" dirty="0">
                <a:latin typeface="Consolas" panose="020B0609020204030204" pitchFamily="49" charset="0"/>
              </a:rPr>
              <a:t>().then(value =&gt; console.log(value));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30456B-0177-A8D8-3C9B-98E660C09E8B}"/>
              </a:ext>
            </a:extLst>
          </p:cNvPr>
          <p:cNvSpPr txBox="1"/>
          <p:nvPr/>
        </p:nvSpPr>
        <p:spPr>
          <a:xfrm>
            <a:off x="4148405" y="1933532"/>
            <a:ext cx="3987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  <a:latin typeface="Comic Sans MS" panose="030F0702030302020204" pitchFamily="66" charset="0"/>
              </a:rPr>
              <a:t>EQUIVALENT</a:t>
            </a:r>
            <a:endParaRPr lang="en-US" sz="16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FD618-587A-FEB7-5652-4CB9CFAD7A6D}"/>
              </a:ext>
            </a:extLst>
          </p:cNvPr>
          <p:cNvSpPr txBox="1"/>
          <p:nvPr/>
        </p:nvSpPr>
        <p:spPr>
          <a:xfrm rot="21237998">
            <a:off x="1592796" y="4799211"/>
            <a:ext cx="3987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  <a:latin typeface="Comic Sans MS" panose="030F0702030302020204" pitchFamily="66" charset="0"/>
              </a:rPr>
              <a:t>Create a </a:t>
            </a:r>
            <a:r>
              <a:rPr 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Promise</a:t>
            </a:r>
            <a:r>
              <a:rPr lang="en-US" sz="1600" dirty="0">
                <a:solidFill>
                  <a:srgbClr val="002060"/>
                </a:solidFill>
                <a:latin typeface="Comic Sans MS" panose="030F0702030302020204" pitchFamily="66" charset="0"/>
              </a:rPr>
              <a:t>&lt;</a:t>
            </a:r>
            <a:r>
              <a:rPr lang="en-US" sz="1600" dirty="0">
                <a:solidFill>
                  <a:schemeClr val="accent6"/>
                </a:solidFill>
                <a:latin typeface="Comic Sans MS" panose="030F0702030302020204" pitchFamily="66" charset="0"/>
              </a:rPr>
              <a:t>string&gt;</a:t>
            </a:r>
          </a:p>
          <a:p>
            <a:pPr algn="ctr"/>
            <a:r>
              <a:rPr lang="en-US" sz="1600" dirty="0">
                <a:latin typeface="Comic Sans MS" panose="030F0702030302020204" pitchFamily="66" charset="0"/>
              </a:rPr>
              <a:t>That is resolved</a:t>
            </a:r>
            <a:r>
              <a:rPr lang="en-US" sz="1600" dirty="0">
                <a:solidFill>
                  <a:schemeClr val="tx2"/>
                </a:solidFill>
                <a:latin typeface="Comic Sans MS" panose="030F0702030302020204" pitchFamily="66" charset="0"/>
              </a:rPr>
              <a:t> 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96C3CCA-FF7D-EC1B-A3CC-3B0B2225213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68582" y="4160154"/>
            <a:ext cx="1034433" cy="4501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09A9BBC-78FB-E3CF-760F-017EC58AB5A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82057" y="4071933"/>
            <a:ext cx="1034433" cy="4501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622F1A-36F7-2DA5-F272-5B6C3913C03D}"/>
              </a:ext>
            </a:extLst>
          </p:cNvPr>
          <p:cNvCxnSpPr/>
          <p:nvPr/>
        </p:nvCxnSpPr>
        <p:spPr>
          <a:xfrm flipH="1">
            <a:off x="5041900" y="2299600"/>
            <a:ext cx="711200" cy="70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943852-3076-B60A-BFE9-B03B56982262}"/>
              </a:ext>
            </a:extLst>
          </p:cNvPr>
          <p:cNvCxnSpPr>
            <a:cxnSpLocks/>
          </p:cNvCxnSpPr>
          <p:nvPr/>
        </p:nvCxnSpPr>
        <p:spPr>
          <a:xfrm>
            <a:off x="6867736" y="2277776"/>
            <a:ext cx="702203" cy="679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7;p2">
            <a:extLst>
              <a:ext uri="{FF2B5EF4-FFF2-40B4-BE49-F238E27FC236}">
                <a16:creationId xmlns:a16="http://schemas.microsoft.com/office/drawing/2014/main" id="{70D8DB8C-61AD-7725-6E19-5116839D354A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55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276AA-9F66-ACF0-ED54-2E050DF47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ED651B3F-3236-B789-DCAF-F746AF88742F}"/>
              </a:ext>
            </a:extLst>
          </p:cNvPr>
          <p:cNvSpPr txBox="1"/>
          <p:nvPr/>
        </p:nvSpPr>
        <p:spPr>
          <a:xfrm>
            <a:off x="2228826" y="180459"/>
            <a:ext cx="773434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Promises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4800" b="1" dirty="0">
                <a:solidFill>
                  <a:srgbClr val="FF66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Async, </a:t>
            </a:r>
            <a:r>
              <a:rPr lang="en-US" sz="48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</a:t>
            </a:r>
            <a:endParaRPr lang="en-US" sz="4800" b="1" i="1" strike="noStrike" cap="none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120;p3">
            <a:extLst>
              <a:ext uri="{FF2B5EF4-FFF2-40B4-BE49-F238E27FC236}">
                <a16:creationId xmlns:a16="http://schemas.microsoft.com/office/drawing/2014/main" id="{7C36618A-58C5-1FE3-8269-F37CD2AA2D36}"/>
              </a:ext>
            </a:extLst>
          </p:cNvPr>
          <p:cNvSpPr txBox="1"/>
          <p:nvPr/>
        </p:nvSpPr>
        <p:spPr>
          <a:xfrm>
            <a:off x="863206" y="932990"/>
            <a:ext cx="1105056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await is used to 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pause the execution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of an 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async function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until a Promise is resolved</a:t>
            </a:r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CB05627-44D7-9368-0981-DB05650A643E}"/>
              </a:ext>
            </a:extLst>
          </p:cNvPr>
          <p:cNvSpPr txBox="1"/>
          <p:nvPr/>
        </p:nvSpPr>
        <p:spPr>
          <a:xfrm rot="19730347">
            <a:off x="10645945" y="342545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DB6D1-B900-7873-10DC-1061F75900BB}"/>
              </a:ext>
            </a:extLst>
          </p:cNvPr>
          <p:cNvSpPr txBox="1"/>
          <p:nvPr/>
        </p:nvSpPr>
        <p:spPr>
          <a:xfrm>
            <a:off x="4216182" y="1824224"/>
            <a:ext cx="4619725" cy="11387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FF66CC"/>
                </a:solidFill>
                <a:latin typeface="Consolas" panose="020B0609020204030204" pitchFamily="49" charset="0"/>
              </a:rPr>
              <a:t>async</a:t>
            </a:r>
            <a:r>
              <a:rPr lang="en-US" sz="1700" dirty="0">
                <a:latin typeface="Consolas" panose="020B0609020204030204" pitchFamily="49" charset="0"/>
              </a:rPr>
              <a:t> function </a:t>
            </a:r>
            <a:r>
              <a:rPr lang="en-US" sz="17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getData</a:t>
            </a:r>
            <a:r>
              <a:rPr lang="en-US" sz="1700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  </a:t>
            </a:r>
            <a:r>
              <a:rPr lang="en-US" sz="17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Do something that takes time…</a:t>
            </a:r>
            <a:endParaRPr lang="en-US" sz="17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n-US" sz="1700" dirty="0">
                <a:latin typeface="Consolas" panose="020B0609020204030204" pitchFamily="49" charset="0"/>
              </a:rPr>
              <a:t>   return </a:t>
            </a:r>
            <a:r>
              <a:rPr lang="en-US" sz="1700" dirty="0">
                <a:solidFill>
                  <a:srgbClr val="C00000"/>
                </a:solidFill>
                <a:latin typeface="Consolas" panose="020B0609020204030204" pitchFamily="49" charset="0"/>
              </a:rPr>
              <a:t>42.2</a:t>
            </a:r>
            <a:r>
              <a:rPr lang="en-US" sz="17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80C443-2621-3A9A-E004-C4E63B7085CE}"/>
              </a:ext>
            </a:extLst>
          </p:cNvPr>
          <p:cNvSpPr txBox="1"/>
          <p:nvPr/>
        </p:nvSpPr>
        <p:spPr>
          <a:xfrm>
            <a:off x="8835907" y="2554088"/>
            <a:ext cx="330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returns a </a:t>
            </a:r>
            <a:r>
              <a:rPr 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Promise</a:t>
            </a:r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&lt;</a:t>
            </a:r>
            <a:r>
              <a:rPr lang="en-US" dirty="0">
                <a:solidFill>
                  <a:srgbClr val="C00000"/>
                </a:solidFill>
                <a:latin typeface="Comic Sans MS" panose="030F0702030302020204" pitchFamily="66" charset="0"/>
              </a:rPr>
              <a:t>number</a:t>
            </a:r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</a:rPr>
              <a:t>&gt;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997E01BB-98FA-9808-4816-55C571ECDA34}"/>
              </a:ext>
            </a:extLst>
          </p:cNvPr>
          <p:cNvCxnSpPr>
            <a:cxnSpLocks/>
          </p:cNvCxnSpPr>
          <p:nvPr/>
        </p:nvCxnSpPr>
        <p:spPr>
          <a:xfrm rot="10800000">
            <a:off x="8835907" y="2233132"/>
            <a:ext cx="694350" cy="320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6EF1EA-F4D0-0277-5707-7EA9E91C1D3F}"/>
              </a:ext>
            </a:extLst>
          </p:cNvPr>
          <p:cNvSpPr txBox="1"/>
          <p:nvPr/>
        </p:nvSpPr>
        <p:spPr>
          <a:xfrm>
            <a:off x="211335" y="4522201"/>
            <a:ext cx="5697899" cy="14003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onsolas" panose="020B0609020204030204" pitchFamily="49" charset="0"/>
              </a:rPr>
              <a:t>function main() {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   </a:t>
            </a:r>
            <a:r>
              <a:rPr lang="en-US" sz="17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getData</a:t>
            </a:r>
            <a:r>
              <a:rPr lang="en-US" sz="1700" dirty="0">
                <a:latin typeface="Consolas" panose="020B0609020204030204" pitchFamily="49" charset="0"/>
              </a:rPr>
              <a:t>().then(data =&gt; console.log(data));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}</a:t>
            </a:r>
          </a:p>
          <a:p>
            <a:endParaRPr lang="en-US" sz="1700" dirty="0">
              <a:latin typeface="Consolas" panose="020B0609020204030204" pitchFamily="49" charset="0"/>
            </a:endParaRPr>
          </a:p>
          <a:p>
            <a:r>
              <a:rPr lang="en-US" sz="1700" dirty="0">
                <a:latin typeface="Consolas" panose="020B0609020204030204" pitchFamily="49" charset="0"/>
              </a:rPr>
              <a:t>main();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3A35A5-25B0-730C-EBA1-8E8E1ED4EB33}"/>
              </a:ext>
            </a:extLst>
          </p:cNvPr>
          <p:cNvSpPr txBox="1"/>
          <p:nvPr/>
        </p:nvSpPr>
        <p:spPr>
          <a:xfrm>
            <a:off x="6096000" y="4522200"/>
            <a:ext cx="5697899" cy="14003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rgbClr val="FF66CC"/>
                </a:solidFill>
                <a:latin typeface="Consolas" panose="020B0609020204030204" pitchFamily="49" charset="0"/>
              </a:rPr>
              <a:t>async </a:t>
            </a:r>
            <a:r>
              <a:rPr lang="en-US" sz="1700" dirty="0">
                <a:latin typeface="Consolas" panose="020B0609020204030204" pitchFamily="49" charset="0"/>
              </a:rPr>
              <a:t>function main() {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chemeClr val="accent5"/>
                </a:solidFill>
                <a:latin typeface="Consolas" panose="020B0609020204030204" pitchFamily="49" charset="0"/>
              </a:rPr>
              <a:t>await</a:t>
            </a:r>
            <a:r>
              <a:rPr lang="en-US" sz="1700" dirty="0">
                <a:latin typeface="Consolas" panose="020B0609020204030204" pitchFamily="49" charset="0"/>
              </a:rPr>
              <a:t> data = </a:t>
            </a:r>
            <a:r>
              <a:rPr lang="en-US" sz="17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getData</a:t>
            </a:r>
            <a:r>
              <a:rPr lang="en-US" sz="17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   console.log(data));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main();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102904-9F10-44BA-1408-2643F79BEA6E}"/>
              </a:ext>
            </a:extLst>
          </p:cNvPr>
          <p:cNvSpPr txBox="1"/>
          <p:nvPr/>
        </p:nvSpPr>
        <p:spPr>
          <a:xfrm>
            <a:off x="4102100" y="3498934"/>
            <a:ext cx="3987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  <a:latin typeface="Comic Sans MS" panose="030F0702030302020204" pitchFamily="66" charset="0"/>
              </a:rPr>
              <a:t>EQUIVALENT CODE</a:t>
            </a:r>
            <a:endParaRPr lang="en-US" sz="160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CC3E3FC1-620B-8B54-E3F0-286BCACFDBA5}"/>
              </a:ext>
            </a:extLst>
          </p:cNvPr>
          <p:cNvCxnSpPr>
            <a:cxnSpLocks/>
          </p:cNvCxnSpPr>
          <p:nvPr/>
        </p:nvCxnSpPr>
        <p:spPr>
          <a:xfrm rot="5400000">
            <a:off x="5054545" y="3958973"/>
            <a:ext cx="630739" cy="4957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E03F879D-1D05-A77D-EBAC-6D653C0570E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89689" y="3956939"/>
            <a:ext cx="689025" cy="4501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02838033-26C6-67A9-4967-08F4A0C39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513" y="6327377"/>
            <a:ext cx="393432" cy="356884"/>
          </a:xfrm>
          <a:prstGeom prst="rect">
            <a:avLst/>
          </a:prstGeom>
        </p:spPr>
      </p:pic>
      <p:sp>
        <p:nvSpPr>
          <p:cNvPr id="37" name="Google Shape;120;p3">
            <a:extLst>
              <a:ext uri="{FF2B5EF4-FFF2-40B4-BE49-F238E27FC236}">
                <a16:creationId xmlns:a16="http://schemas.microsoft.com/office/drawing/2014/main" id="{51847495-7CB3-EE2C-9D24-D1EC00B1438D}"/>
              </a:ext>
            </a:extLst>
          </p:cNvPr>
          <p:cNvSpPr txBox="1"/>
          <p:nvPr/>
        </p:nvSpPr>
        <p:spPr>
          <a:xfrm>
            <a:off x="6388488" y="6215917"/>
            <a:ext cx="4901812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await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syntax works only inside an </a:t>
            </a:r>
            <a:r>
              <a:rPr lang="en-US" dirty="0">
                <a:solidFill>
                  <a:srgbClr val="FF66CC"/>
                </a:solidFill>
                <a:latin typeface="Calibri"/>
                <a:ea typeface="Calibri"/>
                <a:cs typeface="Calibri"/>
                <a:sym typeface="Calibri"/>
              </a:rPr>
              <a:t>async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function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4FAF8F06-A42E-B5C0-AE53-20224C75F50E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5562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D713-94BB-D7B3-F0E8-CC44276E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2D68595E-1225-969A-3732-68831EC95FFF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551393F3-C108-A631-2FC1-58999895CB16}"/>
              </a:ext>
            </a:extLst>
          </p:cNvPr>
          <p:cNvSpPr txBox="1"/>
          <p:nvPr/>
        </p:nvSpPr>
        <p:spPr>
          <a:xfrm>
            <a:off x="888424" y="1292225"/>
            <a:ext cx="106177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does the </a:t>
            </a:r>
            <a:r>
              <a:rPr lang="en-US" sz="3200" b="1" i="1" dirty="0">
                <a:solidFill>
                  <a:srgbClr val="FF66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keyword do when added to a function?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EC9F9-1466-0E51-FF54-AEA75A994D3E}"/>
              </a:ext>
            </a:extLst>
          </p:cNvPr>
          <p:cNvSpPr txBox="1"/>
          <p:nvPr/>
        </p:nvSpPr>
        <p:spPr>
          <a:xfrm>
            <a:off x="2705438" y="2593370"/>
            <a:ext cx="7873662" cy="22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the function non-blocking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return values into Promises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usage of await inside it</a:t>
            </a:r>
          </a:p>
        </p:txBody>
      </p:sp>
    </p:spTree>
    <p:extLst>
      <p:ext uri="{BB962C8B-B14F-4D97-AF65-F5344CB8AC3E}">
        <p14:creationId xmlns:p14="http://schemas.microsoft.com/office/powerpoint/2010/main" val="331154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321B-3A54-D8E9-1C22-27E17375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338E221C-5718-AADC-B45E-B698CCC50E2F}"/>
              </a:ext>
            </a:extLst>
          </p:cNvPr>
          <p:cNvSpPr txBox="1"/>
          <p:nvPr/>
        </p:nvSpPr>
        <p:spPr>
          <a:xfrm>
            <a:off x="888424" y="1292225"/>
            <a:ext cx="106177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does the </a:t>
            </a:r>
            <a:r>
              <a:rPr lang="en-US" sz="3200" b="1" i="1" dirty="0">
                <a:solidFill>
                  <a:srgbClr val="FF66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keyword do when added to a function?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2109F-84A3-0279-FC77-C2433A2E8F4C}"/>
              </a:ext>
            </a:extLst>
          </p:cNvPr>
          <p:cNvSpPr txBox="1"/>
          <p:nvPr/>
        </p:nvSpPr>
        <p:spPr>
          <a:xfrm>
            <a:off x="2705438" y="2593370"/>
            <a:ext cx="7873662" cy="22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the function non-blocking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return values into Promises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usage of await inside it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43392397-7D69-BA66-84C1-AC46AAB5FF97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1B0881-DE98-46E8-3067-6CE7F43E2417}"/>
              </a:ext>
            </a:extLst>
          </p:cNvPr>
          <p:cNvSpPr/>
          <p:nvPr/>
        </p:nvSpPr>
        <p:spPr>
          <a:xfrm>
            <a:off x="2573020" y="2747671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4721A4-7B3D-CDF8-C0D9-1E362ACC16D0}"/>
              </a:ext>
            </a:extLst>
          </p:cNvPr>
          <p:cNvSpPr/>
          <p:nvPr/>
        </p:nvSpPr>
        <p:spPr>
          <a:xfrm>
            <a:off x="2573020" y="3464081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DE9A52-DA3C-857A-832A-F5D60CFBCAEF}"/>
              </a:ext>
            </a:extLst>
          </p:cNvPr>
          <p:cNvSpPr/>
          <p:nvPr/>
        </p:nvSpPr>
        <p:spPr>
          <a:xfrm>
            <a:off x="2611458" y="4225537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C1A08-2A17-8DE7-EFE0-66D64FA0F72F}"/>
              </a:ext>
            </a:extLst>
          </p:cNvPr>
          <p:cNvSpPr txBox="1"/>
          <p:nvPr/>
        </p:nvSpPr>
        <p:spPr>
          <a:xfrm rot="20857284">
            <a:off x="2660801" y="5054039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ALL !</a:t>
            </a:r>
          </a:p>
        </p:txBody>
      </p:sp>
    </p:spTree>
    <p:extLst>
      <p:ext uri="{BB962C8B-B14F-4D97-AF65-F5344CB8AC3E}">
        <p14:creationId xmlns:p14="http://schemas.microsoft.com/office/powerpoint/2010/main" val="81299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F945-FA47-9307-C9C8-36A22D4D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A330A5-39ED-8A98-A7F4-319D6205179F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734EA18D-6544-937D-B2FE-154AF6084660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1C35D-B79E-E3B5-8387-B857D9DF71A5}"/>
              </a:ext>
            </a:extLst>
          </p:cNvPr>
          <p:cNvSpPr txBox="1"/>
          <p:nvPr/>
        </p:nvSpPr>
        <p:spPr>
          <a:xfrm>
            <a:off x="2459594" y="1178315"/>
            <a:ext cx="8315960" cy="28623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async function test() {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console.log("A");</a:t>
            </a:r>
          </a:p>
          <a:p>
            <a:r>
              <a:rPr lang="en-US" dirty="0">
                <a:latin typeface="Consolas" panose="020B0609020204030204" pitchFamily="49" charset="0"/>
              </a:rPr>
              <a:t>  const result = await </a:t>
            </a:r>
            <a:r>
              <a:rPr lang="en-US" dirty="0" err="1">
                <a:latin typeface="Consolas" panose="020B0609020204030204" pitchFamily="49" charset="0"/>
              </a:rPr>
              <a:t>Promise.resolve</a:t>
            </a:r>
            <a:r>
              <a:rPr lang="en-US" dirty="0">
                <a:latin typeface="Consolas" panose="020B0609020204030204" pitchFamily="49" charset="0"/>
              </a:rPr>
              <a:t>("B");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console.log(result);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console.log("C");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console.log("D");</a:t>
            </a:r>
          </a:p>
          <a:p>
            <a:r>
              <a:rPr lang="en-US" dirty="0">
                <a:latin typeface="Consolas" panose="020B0609020204030204" pitchFamily="49" charset="0"/>
              </a:rPr>
              <a:t>test();</a:t>
            </a:r>
          </a:p>
          <a:p>
            <a:r>
              <a:rPr lang="en-US" dirty="0">
                <a:latin typeface="Consolas" panose="020B0609020204030204" pitchFamily="49" charset="0"/>
              </a:rPr>
              <a:t>console.log("E");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EB29B-C9A2-EE3C-BFEA-BCA680EC147B}"/>
              </a:ext>
            </a:extLst>
          </p:cNvPr>
          <p:cNvSpPr txBox="1"/>
          <p:nvPr/>
        </p:nvSpPr>
        <p:spPr>
          <a:xfrm>
            <a:off x="4008845" y="4269092"/>
            <a:ext cx="3175726" cy="2254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A.</a:t>
            </a:r>
            <a:r>
              <a:rPr lang="pt-BR" sz="2400" dirty="0"/>
              <a:t> 	A B C D E</a:t>
            </a:r>
            <a:br>
              <a:rPr lang="pt-BR" sz="2400" dirty="0"/>
            </a:br>
            <a:r>
              <a:rPr lang="pt-BR" sz="2400" b="1" dirty="0"/>
              <a:t>B.</a:t>
            </a:r>
            <a:r>
              <a:rPr lang="pt-BR" sz="2400" dirty="0"/>
              <a:t> 	D A B C E</a:t>
            </a:r>
            <a:br>
              <a:rPr lang="pt-BR" sz="2400" dirty="0"/>
            </a:br>
            <a:r>
              <a:rPr lang="pt-BR" sz="2400" b="1" dirty="0"/>
              <a:t>C.</a:t>
            </a:r>
            <a:r>
              <a:rPr lang="pt-BR" sz="2400" dirty="0"/>
              <a:t> 	D A E B C</a:t>
            </a:r>
            <a:br>
              <a:rPr lang="pt-BR" sz="2400" dirty="0"/>
            </a:br>
            <a:r>
              <a:rPr lang="pt-BR" sz="2400" b="1" dirty="0"/>
              <a:t>D.</a:t>
            </a:r>
            <a:r>
              <a:rPr lang="pt-BR" sz="2400" dirty="0"/>
              <a:t> 	A D E B C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333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1DFF-A7A2-C489-13DF-3940041D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7FE94CEA-E569-3762-01B2-3D581F239339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8E6E2-9491-3373-6D66-86D753A55631}"/>
              </a:ext>
            </a:extLst>
          </p:cNvPr>
          <p:cNvSpPr txBox="1"/>
          <p:nvPr/>
        </p:nvSpPr>
        <p:spPr>
          <a:xfrm>
            <a:off x="2459594" y="1178315"/>
            <a:ext cx="8315960" cy="28623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async function test() {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console.log("A");</a:t>
            </a:r>
          </a:p>
          <a:p>
            <a:r>
              <a:rPr lang="en-US" dirty="0">
                <a:latin typeface="Consolas" panose="020B0609020204030204" pitchFamily="49" charset="0"/>
              </a:rPr>
              <a:t>  const result = await </a:t>
            </a:r>
            <a:r>
              <a:rPr lang="en-US" dirty="0" err="1">
                <a:latin typeface="Consolas" panose="020B0609020204030204" pitchFamily="49" charset="0"/>
              </a:rPr>
              <a:t>Promise.resolve</a:t>
            </a:r>
            <a:r>
              <a:rPr lang="en-US" dirty="0">
                <a:latin typeface="Consolas" panose="020B0609020204030204" pitchFamily="49" charset="0"/>
              </a:rPr>
              <a:t>("B");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console.log(result);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console.log("C");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console.log("D");</a:t>
            </a:r>
          </a:p>
          <a:p>
            <a:r>
              <a:rPr lang="en-US" dirty="0">
                <a:latin typeface="Consolas" panose="020B0609020204030204" pitchFamily="49" charset="0"/>
              </a:rPr>
              <a:t>test();</a:t>
            </a:r>
          </a:p>
          <a:p>
            <a:r>
              <a:rPr lang="en-US" dirty="0">
                <a:latin typeface="Consolas" panose="020B0609020204030204" pitchFamily="49" charset="0"/>
              </a:rPr>
              <a:t>console.log("E");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F994-969B-10CB-4540-F1E3BE129D7A}"/>
              </a:ext>
            </a:extLst>
          </p:cNvPr>
          <p:cNvSpPr txBox="1"/>
          <p:nvPr/>
        </p:nvSpPr>
        <p:spPr>
          <a:xfrm>
            <a:off x="4008845" y="4269092"/>
            <a:ext cx="3175726" cy="2254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A.</a:t>
            </a:r>
            <a:r>
              <a:rPr lang="pt-BR" sz="2400" dirty="0"/>
              <a:t> 	A B C D E</a:t>
            </a:r>
            <a:br>
              <a:rPr lang="pt-BR" sz="2400" dirty="0"/>
            </a:br>
            <a:r>
              <a:rPr lang="pt-BR" sz="2400" b="1" dirty="0"/>
              <a:t>B.</a:t>
            </a:r>
            <a:r>
              <a:rPr lang="pt-BR" sz="2400" dirty="0"/>
              <a:t> 	D A B C E</a:t>
            </a:r>
            <a:br>
              <a:rPr lang="pt-BR" sz="2400" dirty="0"/>
            </a:br>
            <a:r>
              <a:rPr lang="pt-BR" sz="2400" b="1" dirty="0"/>
              <a:t>C.</a:t>
            </a:r>
            <a:r>
              <a:rPr lang="pt-BR" sz="2400" dirty="0"/>
              <a:t> 	D A E B C</a:t>
            </a:r>
            <a:br>
              <a:rPr lang="pt-BR" sz="2400" dirty="0"/>
            </a:br>
            <a:r>
              <a:rPr lang="pt-BR" sz="2400" b="1" dirty="0"/>
              <a:t>D.</a:t>
            </a:r>
            <a:r>
              <a:rPr lang="pt-BR" sz="2400" dirty="0"/>
              <a:t> 	A D E B C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82C403EC-5A0E-4A07-8289-F7C84AFB4354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270EAA-A4A0-38A4-5B39-49D9722403A8}"/>
              </a:ext>
            </a:extLst>
          </p:cNvPr>
          <p:cNvSpPr/>
          <p:nvPr/>
        </p:nvSpPr>
        <p:spPr>
          <a:xfrm>
            <a:off x="3823937" y="5396163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F21DD-CB0F-DD45-9943-4F74B6A55C3D}"/>
              </a:ext>
            </a:extLst>
          </p:cNvPr>
          <p:cNvSpPr txBox="1"/>
          <p:nvPr/>
        </p:nvSpPr>
        <p:spPr>
          <a:xfrm>
            <a:off x="6763624" y="5396163"/>
            <a:ext cx="3782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Synchronous logs:		 "D", "A", "E“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Then after the microtask (await): 	"B", "C"</a:t>
            </a:r>
          </a:p>
        </p:txBody>
      </p:sp>
    </p:spTree>
    <p:extLst>
      <p:ext uri="{BB962C8B-B14F-4D97-AF65-F5344CB8AC3E}">
        <p14:creationId xmlns:p14="http://schemas.microsoft.com/office/powerpoint/2010/main" val="3107681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E1BE-A283-9092-F904-84BCC328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EC9CBBD0-A74C-8B4A-FD1F-D2236E97E5F3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948EA947-3AD7-FEB7-1CF2-15A3255117A8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57059-7BAD-C57C-0964-EC5FBA0287DB}"/>
              </a:ext>
            </a:extLst>
          </p:cNvPr>
          <p:cNvSpPr txBox="1"/>
          <p:nvPr/>
        </p:nvSpPr>
        <p:spPr>
          <a:xfrm>
            <a:off x="2755899" y="1129771"/>
            <a:ext cx="7747001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async function one() {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console.log("M");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async function two() {</a:t>
            </a:r>
          </a:p>
          <a:p>
            <a:r>
              <a:rPr lang="en-US" dirty="0">
                <a:latin typeface="Consolas" panose="020B0609020204030204" pitchFamily="49" charset="0"/>
              </a:rPr>
              <a:t>  await one();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console.log("N");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two();</a:t>
            </a:r>
          </a:p>
          <a:p>
            <a:r>
              <a:rPr lang="en-US" dirty="0">
                <a:latin typeface="Consolas" panose="020B0609020204030204" pitchFamily="49" charset="0"/>
              </a:rPr>
              <a:t>console.log("O");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FE950-83CA-BCB4-DE01-1CAC03AD3E38}"/>
              </a:ext>
            </a:extLst>
          </p:cNvPr>
          <p:cNvSpPr txBox="1"/>
          <p:nvPr/>
        </p:nvSpPr>
        <p:spPr>
          <a:xfrm>
            <a:off x="3661771" y="4449003"/>
            <a:ext cx="4868455" cy="2254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A.</a:t>
            </a:r>
            <a:r>
              <a:rPr lang="pt-BR" sz="2400" dirty="0"/>
              <a:t> 	M → O → N</a:t>
            </a:r>
            <a:br>
              <a:rPr lang="pt-BR" sz="2400" dirty="0"/>
            </a:br>
            <a:r>
              <a:rPr lang="pt-BR" sz="2400" b="1" dirty="0"/>
              <a:t>B.</a:t>
            </a:r>
            <a:r>
              <a:rPr lang="pt-BR" sz="2400" dirty="0"/>
              <a:t> 	M → N → O</a:t>
            </a:r>
            <a:br>
              <a:rPr lang="pt-BR" sz="2400" dirty="0"/>
            </a:br>
            <a:r>
              <a:rPr lang="pt-BR" sz="2400" b="1" dirty="0"/>
              <a:t>C.</a:t>
            </a:r>
            <a:r>
              <a:rPr lang="pt-BR" sz="2400" dirty="0"/>
              <a:t> 	O → M → N</a:t>
            </a:r>
            <a:br>
              <a:rPr lang="pt-BR" sz="2400" dirty="0"/>
            </a:br>
            <a:r>
              <a:rPr lang="pt-BR" sz="2400" b="1" dirty="0"/>
              <a:t>D.</a:t>
            </a:r>
            <a:r>
              <a:rPr lang="pt-BR" sz="2400" dirty="0"/>
              <a:t> 	M → O → N → undefined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239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C54B-48C1-73FF-B18A-82D93C50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4AE0CCC0-62F2-AA09-821C-B50BD03B6FEA}"/>
              </a:ext>
            </a:extLst>
          </p:cNvPr>
          <p:cNvSpPr txBox="1"/>
          <p:nvPr/>
        </p:nvSpPr>
        <p:spPr>
          <a:xfrm>
            <a:off x="1675824" y="365125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 out ?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97861-B64C-C9B8-0314-0A812605A7D5}"/>
              </a:ext>
            </a:extLst>
          </p:cNvPr>
          <p:cNvSpPr txBox="1"/>
          <p:nvPr/>
        </p:nvSpPr>
        <p:spPr>
          <a:xfrm>
            <a:off x="2755899" y="1129771"/>
            <a:ext cx="7747001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async function one() {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console.log("M");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async function two() {</a:t>
            </a:r>
          </a:p>
          <a:p>
            <a:r>
              <a:rPr lang="en-US" dirty="0">
                <a:latin typeface="Consolas" panose="020B0609020204030204" pitchFamily="49" charset="0"/>
              </a:rPr>
              <a:t>  await one();</a:t>
            </a:r>
          </a:p>
          <a:p>
            <a:r>
              <a:rPr lang="en-US" dirty="0">
                <a:latin typeface="Consolas" panose="020B0609020204030204" pitchFamily="49" charset="0"/>
              </a:rPr>
              <a:t>  console.log("N");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two();</a:t>
            </a:r>
          </a:p>
          <a:p>
            <a:r>
              <a:rPr lang="en-US" dirty="0">
                <a:latin typeface="Consolas" panose="020B0609020204030204" pitchFamily="49" charset="0"/>
              </a:rPr>
              <a:t>console.log("O");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6A2A0-E011-7924-768C-65B1E6ED967D}"/>
              </a:ext>
            </a:extLst>
          </p:cNvPr>
          <p:cNvSpPr txBox="1"/>
          <p:nvPr/>
        </p:nvSpPr>
        <p:spPr>
          <a:xfrm>
            <a:off x="3661771" y="4449003"/>
            <a:ext cx="4868455" cy="2254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A.</a:t>
            </a:r>
            <a:r>
              <a:rPr lang="pt-BR" sz="2400" dirty="0"/>
              <a:t> 	M → O → N</a:t>
            </a:r>
            <a:br>
              <a:rPr lang="pt-BR" sz="2400" dirty="0"/>
            </a:br>
            <a:r>
              <a:rPr lang="pt-BR" sz="2400" b="1" dirty="0"/>
              <a:t>B.</a:t>
            </a:r>
            <a:r>
              <a:rPr lang="pt-BR" sz="2400" dirty="0"/>
              <a:t> 	M → N → O</a:t>
            </a:r>
            <a:br>
              <a:rPr lang="pt-BR" sz="2400" dirty="0"/>
            </a:br>
            <a:r>
              <a:rPr lang="pt-BR" sz="2400" b="1" dirty="0"/>
              <a:t>C.</a:t>
            </a:r>
            <a:r>
              <a:rPr lang="pt-BR" sz="2400" dirty="0"/>
              <a:t> 	O → M → N</a:t>
            </a:r>
            <a:br>
              <a:rPr lang="pt-BR" sz="2400" dirty="0"/>
            </a:br>
            <a:r>
              <a:rPr lang="pt-BR" sz="2400" b="1" dirty="0"/>
              <a:t>D.</a:t>
            </a:r>
            <a:r>
              <a:rPr lang="pt-BR" sz="2400" dirty="0"/>
              <a:t> 	M → O → N → undefined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BEE3C520-81AC-E792-85C5-A42EFF769E83}"/>
              </a:ext>
            </a:extLst>
          </p:cNvPr>
          <p:cNvSpPr txBox="1"/>
          <p:nvPr/>
        </p:nvSpPr>
        <p:spPr>
          <a:xfrm rot="20091581">
            <a:off x="232638" y="667338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4F52A0-E2F8-DC6A-2233-C3EE277719CB}"/>
              </a:ext>
            </a:extLst>
          </p:cNvPr>
          <p:cNvSpPr/>
          <p:nvPr/>
        </p:nvSpPr>
        <p:spPr>
          <a:xfrm>
            <a:off x="3519137" y="5047509"/>
            <a:ext cx="680720" cy="68072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A9311-6E93-521D-DAB3-FF14793C9F04}"/>
              </a:ext>
            </a:extLst>
          </p:cNvPr>
          <p:cNvSpPr txBox="1"/>
          <p:nvPr/>
        </p:nvSpPr>
        <p:spPr>
          <a:xfrm>
            <a:off x="6369924" y="5081898"/>
            <a:ext cx="3702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one() is called immediately from two(), so "M" logs.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await</a:t>
            </a:r>
            <a:r>
              <a:rPr lang="en-US" sz="1200" dirty="0">
                <a:solidFill>
                  <a:srgbClr val="FF0000"/>
                </a:solidFill>
              </a:rPr>
              <a:t> one() </a:t>
            </a:r>
            <a:r>
              <a:rPr lang="en-US" sz="1200" b="1" dirty="0">
                <a:solidFill>
                  <a:srgbClr val="FF0000"/>
                </a:solidFill>
              </a:rPr>
              <a:t>pauses two</a:t>
            </a:r>
            <a:r>
              <a:rPr lang="en-US" sz="1200" dirty="0">
                <a:solidFill>
                  <a:srgbClr val="FF0000"/>
                </a:solidFill>
              </a:rPr>
              <a:t>() before "N".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Meanwhile, "O" logs. Then "N" resumes.</a:t>
            </a:r>
          </a:p>
        </p:txBody>
      </p:sp>
    </p:spTree>
    <p:extLst>
      <p:ext uri="{BB962C8B-B14F-4D97-AF65-F5344CB8AC3E}">
        <p14:creationId xmlns:p14="http://schemas.microsoft.com/office/powerpoint/2010/main" val="1965313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762AD-7AD9-2EFF-8297-24AFF5309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269166C9-5956-8B9F-A887-BF70F40DBBA3}"/>
              </a:ext>
            </a:extLst>
          </p:cNvPr>
          <p:cNvSpPr txBox="1"/>
          <p:nvPr/>
        </p:nvSpPr>
        <p:spPr>
          <a:xfrm>
            <a:off x="2694881" y="263566"/>
            <a:ext cx="767483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 about Databases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6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BD1B0B7A-0A32-DE24-7228-49647AD2E52E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66CC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WARM UP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E5247-368D-61D9-D8DC-B8A39141A838}"/>
              </a:ext>
            </a:extLst>
          </p:cNvPr>
          <p:cNvSpPr txBox="1"/>
          <p:nvPr/>
        </p:nvSpPr>
        <p:spPr>
          <a:xfrm>
            <a:off x="322271" y="2489873"/>
            <a:ext cx="112976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why might we need one in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application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(Think beyond just "storing data" — consider retrieval, searching, and data relationships.)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What are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 database over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plain files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(like JSON or CSV)?</a:t>
            </a:r>
          </a:p>
          <a:p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(Consider performance, scalability, consistency, and ease of access.)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oogle Shape;120;p4">
            <a:extLst>
              <a:ext uri="{FF2B5EF4-FFF2-40B4-BE49-F238E27FC236}">
                <a16:creationId xmlns:a16="http://schemas.microsoft.com/office/drawing/2014/main" id="{F583F3BC-A6E4-6C28-798B-70021717EEC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929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1;p4">
            <a:extLst>
              <a:ext uri="{FF2B5EF4-FFF2-40B4-BE49-F238E27FC236}">
                <a16:creationId xmlns:a16="http://schemas.microsoft.com/office/drawing/2014/main" id="{0EE9BD79-8C8B-4EA7-A3F9-403FED0AF2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9744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2;p4">
            <a:extLst>
              <a:ext uri="{FF2B5EF4-FFF2-40B4-BE49-F238E27FC236}">
                <a16:creationId xmlns:a16="http://schemas.microsoft.com/office/drawing/2014/main" id="{B023987C-BBE3-AF47-3C74-349CFC99A2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819" y="538564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E769B267-6293-42DF-05C3-67BC14676366}"/>
              </a:ext>
            </a:extLst>
          </p:cNvPr>
          <p:cNvSpPr txBox="1"/>
          <p:nvPr/>
        </p:nvSpPr>
        <p:spPr>
          <a:xfrm>
            <a:off x="3392646" y="909856"/>
            <a:ext cx="723605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– Discuss – And share your outputs  </a:t>
            </a:r>
            <a:endParaRPr lang="en-US" sz="28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772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3C5F-4E98-C7AC-B5EA-D7602B50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A3B268A2-0C3D-9F2E-12B1-2AD176B82671}"/>
              </a:ext>
            </a:extLst>
          </p:cNvPr>
          <p:cNvSpPr txBox="1"/>
          <p:nvPr/>
        </p:nvSpPr>
        <p:spPr>
          <a:xfrm>
            <a:off x="2345647" y="180459"/>
            <a:ext cx="817687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need </a:t>
            </a:r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?</a:t>
            </a:r>
            <a:endParaRPr lang="en-US" sz="44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28" name="Picture 2" descr="Database Icons - Free SVG &amp; PNG Database Images - Noun Project">
            <a:extLst>
              <a:ext uri="{FF2B5EF4-FFF2-40B4-BE49-F238E27FC236}">
                <a16:creationId xmlns:a16="http://schemas.microsoft.com/office/drawing/2014/main" id="{8390CAB1-47BB-CC26-0BAE-38C4EE6AC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337" y="2647950"/>
            <a:ext cx="2403475" cy="240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0DAE07-B54E-FA58-488D-0024DA4F57BA}"/>
              </a:ext>
            </a:extLst>
          </p:cNvPr>
          <p:cNvCxnSpPr>
            <a:cxnSpLocks/>
          </p:cNvCxnSpPr>
          <p:nvPr/>
        </p:nvCxnSpPr>
        <p:spPr>
          <a:xfrm>
            <a:off x="3934597" y="2074769"/>
            <a:ext cx="1066786" cy="86193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400257F-77AA-F43C-88C2-181B0912C8AE}"/>
              </a:ext>
            </a:extLst>
          </p:cNvPr>
          <p:cNvSpPr txBox="1"/>
          <p:nvPr/>
        </p:nvSpPr>
        <p:spPr>
          <a:xfrm>
            <a:off x="1038655" y="1385499"/>
            <a:ext cx="3070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Databases enforce </a:t>
            </a:r>
            <a:r>
              <a:rPr lang="en-US" b="1" dirty="0">
                <a:solidFill>
                  <a:schemeClr val="accent6"/>
                </a:solidFill>
              </a:rPr>
              <a:t>schemas</a:t>
            </a:r>
            <a:endParaRPr lang="en-US" dirty="0">
              <a:solidFill>
                <a:schemeClr val="accent6"/>
              </a:solidFill>
            </a:endParaRPr>
          </a:p>
          <a:p>
            <a:pPr algn="r"/>
            <a:r>
              <a:rPr lang="en-US" i="1" dirty="0"/>
              <a:t>(especially SQL),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FD635D-9F06-880F-E3C2-E9B213115EAE}"/>
              </a:ext>
            </a:extLst>
          </p:cNvPr>
          <p:cNvSpPr txBox="1"/>
          <p:nvPr/>
        </p:nvSpPr>
        <p:spPr>
          <a:xfrm>
            <a:off x="7603757" y="1581730"/>
            <a:ext cx="3722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Databases allow powerful </a:t>
            </a:r>
            <a:r>
              <a:rPr lang="en-US" b="1" dirty="0">
                <a:solidFill>
                  <a:schemeClr val="accent2"/>
                </a:solidFill>
              </a:rPr>
              <a:t>querying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09BF1C6-935A-AB5A-B579-8F794E29D172}"/>
              </a:ext>
            </a:extLst>
          </p:cNvPr>
          <p:cNvCxnSpPr>
            <a:cxnSpLocks/>
          </p:cNvCxnSpPr>
          <p:nvPr/>
        </p:nvCxnSpPr>
        <p:spPr>
          <a:xfrm flipH="1">
            <a:off x="6667866" y="2031830"/>
            <a:ext cx="935891" cy="86193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B73C5E2-7235-407B-E56D-ED306A3E0A12}"/>
              </a:ext>
            </a:extLst>
          </p:cNvPr>
          <p:cNvSpPr txBox="1"/>
          <p:nvPr/>
        </p:nvSpPr>
        <p:spPr>
          <a:xfrm>
            <a:off x="8058627" y="3187296"/>
            <a:ext cx="342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Databases handle </a:t>
            </a:r>
            <a:r>
              <a:rPr lang="en-US" b="1" dirty="0">
                <a:solidFill>
                  <a:schemeClr val="accent5"/>
                </a:solidFill>
              </a:rPr>
              <a:t>relationships</a:t>
            </a:r>
          </a:p>
          <a:p>
            <a:r>
              <a:rPr lang="en-US" dirty="0"/>
              <a:t> (</a:t>
            </a:r>
            <a:r>
              <a:rPr lang="en-US" i="1" dirty="0"/>
              <a:t>e.g., foreign keys, joins</a:t>
            </a:r>
            <a:r>
              <a:rPr lang="en-US" dirty="0"/>
              <a:t>).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92702D-6A51-9C99-80A0-2F129F5431B6}"/>
              </a:ext>
            </a:extLst>
          </p:cNvPr>
          <p:cNvCxnSpPr>
            <a:cxnSpLocks/>
          </p:cNvCxnSpPr>
          <p:nvPr/>
        </p:nvCxnSpPr>
        <p:spPr>
          <a:xfrm flipH="1">
            <a:off x="7008772" y="3630982"/>
            <a:ext cx="1049855" cy="362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6807277-08EE-2D5C-DA3A-BFA5BC9CEDD5}"/>
              </a:ext>
            </a:extLst>
          </p:cNvPr>
          <p:cNvSpPr txBox="1"/>
          <p:nvPr/>
        </p:nvSpPr>
        <p:spPr>
          <a:xfrm>
            <a:off x="7717591" y="5084656"/>
            <a:ext cx="2804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Databases support </a:t>
            </a:r>
          </a:p>
          <a:p>
            <a:r>
              <a:rPr lang="en-US" b="1" dirty="0">
                <a:solidFill>
                  <a:srgbClr val="0070C0"/>
                </a:solidFill>
              </a:rPr>
              <a:t>multiple users accessing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B4367A2-0458-49A9-5F58-BB551BF4C649}"/>
              </a:ext>
            </a:extLst>
          </p:cNvPr>
          <p:cNvCxnSpPr>
            <a:cxnSpLocks/>
          </p:cNvCxnSpPr>
          <p:nvPr/>
        </p:nvCxnSpPr>
        <p:spPr>
          <a:xfrm flipH="1" flipV="1">
            <a:off x="6719003" y="4821239"/>
            <a:ext cx="835858" cy="57563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B24D1AA-1E0B-49C9-EF78-1BF437703275}"/>
              </a:ext>
            </a:extLst>
          </p:cNvPr>
          <p:cNvCxnSpPr>
            <a:cxnSpLocks/>
          </p:cNvCxnSpPr>
          <p:nvPr/>
        </p:nvCxnSpPr>
        <p:spPr>
          <a:xfrm flipV="1">
            <a:off x="4135830" y="4868380"/>
            <a:ext cx="922815" cy="6735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0F58FBB-D1EE-899E-B9F6-83F1D8A39B84}"/>
              </a:ext>
            </a:extLst>
          </p:cNvPr>
          <p:cNvSpPr txBox="1"/>
          <p:nvPr/>
        </p:nvSpPr>
        <p:spPr>
          <a:xfrm>
            <a:off x="1355414" y="5218764"/>
            <a:ext cx="2357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Databases support </a:t>
            </a:r>
          </a:p>
          <a:p>
            <a:pPr algn="r"/>
            <a:r>
              <a:rPr lang="en-US" b="1" dirty="0">
                <a:solidFill>
                  <a:srgbClr val="FF66CC"/>
                </a:solidFill>
              </a:rPr>
              <a:t>Rollback, transitions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BF702C-D8F3-037B-AD04-6BE9C9373BD5}"/>
              </a:ext>
            </a:extLst>
          </p:cNvPr>
          <p:cNvSpPr txBox="1"/>
          <p:nvPr/>
        </p:nvSpPr>
        <p:spPr>
          <a:xfrm>
            <a:off x="570935" y="3323601"/>
            <a:ext cx="3449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Databases </a:t>
            </a:r>
            <a:r>
              <a:rPr lang="en-US" b="1" dirty="0">
                <a:solidFill>
                  <a:srgbClr val="002060"/>
                </a:solidFill>
              </a:rPr>
              <a:t>scale better </a:t>
            </a:r>
          </a:p>
          <a:p>
            <a:pPr algn="r"/>
            <a:r>
              <a:rPr lang="en-US" i="1" dirty="0"/>
              <a:t>with large and complex datasets</a:t>
            </a:r>
            <a:r>
              <a:rPr lang="en-US" dirty="0"/>
              <a:t>.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CD85570-F056-CC1D-DEDE-6A1FA8AE7659}"/>
              </a:ext>
            </a:extLst>
          </p:cNvPr>
          <p:cNvCxnSpPr>
            <a:cxnSpLocks/>
          </p:cNvCxnSpPr>
          <p:nvPr/>
        </p:nvCxnSpPr>
        <p:spPr>
          <a:xfrm flipV="1">
            <a:off x="3934597" y="3742291"/>
            <a:ext cx="883934" cy="367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93A73857-BB42-D515-FF23-1E6C3051A1B1}"/>
              </a:ext>
            </a:extLst>
          </p:cNvPr>
          <p:cNvSpPr txBox="1"/>
          <p:nvPr/>
        </p:nvSpPr>
        <p:spPr>
          <a:xfrm rot="20091581">
            <a:off x="184819" y="524382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4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5" grpId="0"/>
      <p:bldP spid="48" grpId="0"/>
      <p:bldP spid="55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60B28E-BC60-55D7-99C9-9C39095B3D6E}"/>
              </a:ext>
            </a:extLst>
          </p:cNvPr>
          <p:cNvSpPr txBox="1"/>
          <p:nvPr/>
        </p:nvSpPr>
        <p:spPr>
          <a:xfrm>
            <a:off x="4007086" y="6304527"/>
            <a:ext cx="39947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2"/>
              </a:rPr>
              <a:t>https://www.youtube.com/watch?v=eVApl3kzTB0</a:t>
            </a:r>
            <a:endParaRPr lang="en-US" sz="1400" dirty="0"/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4E4CC12B-A0B1-61D0-0A71-B18C095A0CE1}"/>
              </a:ext>
            </a:extLst>
          </p:cNvPr>
          <p:cNvSpPr txBox="1"/>
          <p:nvPr/>
        </p:nvSpPr>
        <p:spPr>
          <a:xfrm>
            <a:off x="2442108" y="85609"/>
            <a:ext cx="69155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</a:t>
            </a:r>
            <a:r>
              <a:rPr lang="en-US" sz="4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NoSQL Databases</a:t>
            </a:r>
            <a:endParaRPr lang="en-US" sz="48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2F494390-FC70-8CBE-95B1-8E5BB3D71763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66CC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B763E8C7-7CFC-24E8-1074-7D7B604DE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564" y="2627638"/>
            <a:ext cx="7283791" cy="34819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C43BA4-4FF7-2842-4124-7E5B60292E43}"/>
              </a:ext>
            </a:extLst>
          </p:cNvPr>
          <p:cNvSpPr txBox="1"/>
          <p:nvPr/>
        </p:nvSpPr>
        <p:spPr>
          <a:xfrm>
            <a:off x="1676400" y="1468346"/>
            <a:ext cx="9386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–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</a:t>
            </a:r>
            <a:r>
              <a:rPr lang="en-US" sz="2000" b="1" dirty="0">
                <a:solidFill>
                  <a:srgbClr val="016AB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database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</a:t>
            </a:r>
            <a:r>
              <a:rPr lang="en-US" sz="2000" b="1" dirty="0">
                <a:solidFill>
                  <a:srgbClr val="92D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NoSQL database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 –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reasons to choose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1" dirty="0">
                <a:solidFill>
                  <a:srgbClr val="016AB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database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a </a:t>
            </a:r>
            <a:r>
              <a:rPr lang="en-US" sz="2000" b="1" dirty="0">
                <a:solidFill>
                  <a:srgbClr val="92D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NoSQL database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 given project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6462C-F6AE-6EF8-122B-8F876CEC7908}"/>
              </a:ext>
            </a:extLst>
          </p:cNvPr>
          <p:cNvSpPr txBox="1"/>
          <p:nvPr/>
        </p:nvSpPr>
        <p:spPr>
          <a:xfrm>
            <a:off x="3416948" y="772915"/>
            <a:ext cx="5694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Watch video and answer questions</a:t>
            </a:r>
          </a:p>
        </p:txBody>
      </p:sp>
    </p:spTree>
    <p:extLst>
      <p:ext uri="{BB962C8B-B14F-4D97-AF65-F5344CB8AC3E}">
        <p14:creationId xmlns:p14="http://schemas.microsoft.com/office/powerpoint/2010/main" val="861721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D30CE2A8-D0AF-852F-4CB7-5A703090B02E}"/>
              </a:ext>
            </a:extLst>
          </p:cNvPr>
          <p:cNvSpPr txBox="1"/>
          <p:nvPr/>
        </p:nvSpPr>
        <p:spPr>
          <a:xfrm rot="19730347">
            <a:off x="10849144" y="539771"/>
            <a:ext cx="116249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SEE  MORE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F6DDC-76DA-ED93-D7DC-31FDCEABE18D}"/>
              </a:ext>
            </a:extLst>
          </p:cNvPr>
          <p:cNvSpPr txBox="1"/>
          <p:nvPr/>
        </p:nvSpPr>
        <p:spPr>
          <a:xfrm>
            <a:off x="2537173" y="969999"/>
            <a:ext cx="7117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SQL and NoSQL represent two of the most common types of database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961E23-CFEA-8DEE-146C-6C8B727C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014" y="2606228"/>
            <a:ext cx="1593728" cy="1881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E87DC2-6B1C-ACD7-76FF-272F03473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871" y="2800412"/>
            <a:ext cx="3384997" cy="140039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EB1390-4F4E-8AE9-A018-86B6A993D8FF}"/>
              </a:ext>
            </a:extLst>
          </p:cNvPr>
          <p:cNvCxnSpPr>
            <a:cxnSpLocks/>
          </p:cNvCxnSpPr>
          <p:nvPr/>
        </p:nvCxnSpPr>
        <p:spPr>
          <a:xfrm>
            <a:off x="6191250" y="2124075"/>
            <a:ext cx="0" cy="343852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B01C5A-9FEA-4FBD-C292-CFBF8328EA01}"/>
              </a:ext>
            </a:extLst>
          </p:cNvPr>
          <p:cNvSpPr txBox="1"/>
          <p:nvPr/>
        </p:nvSpPr>
        <p:spPr>
          <a:xfrm>
            <a:off x="1611872" y="4383394"/>
            <a:ext cx="4015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databases use </a:t>
            </a:r>
          </a:p>
          <a:p>
            <a:pPr algn="ctr"/>
            <a:r>
              <a:rPr lang="en-US" b="1" dirty="0"/>
              <a:t>structured tables </a:t>
            </a:r>
            <a:r>
              <a:rPr lang="en-US" dirty="0"/>
              <a:t>with </a:t>
            </a:r>
            <a:r>
              <a:rPr lang="en-US" b="1" dirty="0"/>
              <a:t>fixed schemas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6BC69-A48B-B13B-9C1A-2DF6F026D755}"/>
              </a:ext>
            </a:extLst>
          </p:cNvPr>
          <p:cNvSpPr txBox="1"/>
          <p:nvPr/>
        </p:nvSpPr>
        <p:spPr>
          <a:xfrm>
            <a:off x="2784857" y="1908980"/>
            <a:ext cx="182158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DATABASES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0AFB87-0130-A292-C514-A2946FD462E1}"/>
              </a:ext>
            </a:extLst>
          </p:cNvPr>
          <p:cNvSpPr txBox="1"/>
          <p:nvPr/>
        </p:nvSpPr>
        <p:spPr>
          <a:xfrm>
            <a:off x="7490221" y="1908980"/>
            <a:ext cx="219989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 SQL DATABASES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CCC44B-C744-D420-305A-22EBA02C238E}"/>
              </a:ext>
            </a:extLst>
          </p:cNvPr>
          <p:cNvSpPr txBox="1"/>
          <p:nvPr/>
        </p:nvSpPr>
        <p:spPr>
          <a:xfrm>
            <a:off x="6730339" y="4383393"/>
            <a:ext cx="4632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NoSQL databases store data in </a:t>
            </a:r>
            <a:r>
              <a:rPr lang="en-US" b="1" dirty="0"/>
              <a:t>flexible formats </a:t>
            </a:r>
            <a:r>
              <a:rPr lang="en-US" dirty="0"/>
              <a:t>like documents or key-value pair</a:t>
            </a:r>
            <a:endParaRPr lang="en-US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06BEB3-3DE6-F5AD-CB8B-4CB1FA919B77}"/>
              </a:ext>
            </a:extLst>
          </p:cNvPr>
          <p:cNvCxnSpPr>
            <a:cxnSpLocks/>
          </p:cNvCxnSpPr>
          <p:nvPr/>
        </p:nvCxnSpPr>
        <p:spPr>
          <a:xfrm flipV="1">
            <a:off x="2432521" y="5212315"/>
            <a:ext cx="326676" cy="3352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C1F5C3-0106-7CE3-9BD5-3F2177946B2A}"/>
              </a:ext>
            </a:extLst>
          </p:cNvPr>
          <p:cNvSpPr txBox="1"/>
          <p:nvPr/>
        </p:nvSpPr>
        <p:spPr>
          <a:xfrm rot="431850">
            <a:off x="591595" y="5607222"/>
            <a:ext cx="2862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rPr>
              <a:t>Ensures   data stays correct and safe </a:t>
            </a: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rPr>
              <a:t>Make sure all changes happen fully, don’t get mixed up with others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E718C9-6F6B-E56F-9CBF-2B3BF59BF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155" y="5933702"/>
            <a:ext cx="412860" cy="41286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6EEA85A-65FC-9F6B-3DE7-9DD9548065F7}"/>
              </a:ext>
            </a:extLst>
          </p:cNvPr>
          <p:cNvSpPr txBox="1"/>
          <p:nvPr/>
        </p:nvSpPr>
        <p:spPr>
          <a:xfrm rot="20579638">
            <a:off x="8865268" y="5662258"/>
            <a:ext cx="2553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rPr>
              <a:t>Highly flexible and scalable for handling large volumes of data.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90F124A-8E8A-9944-21B3-8A707C3B3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740" y="6074375"/>
            <a:ext cx="412860" cy="41286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92AAB2-2877-59F7-9A81-353949EDDC17}"/>
              </a:ext>
            </a:extLst>
          </p:cNvPr>
          <p:cNvCxnSpPr>
            <a:cxnSpLocks/>
          </p:cNvCxnSpPr>
          <p:nvPr/>
        </p:nvCxnSpPr>
        <p:spPr>
          <a:xfrm flipH="1" flipV="1">
            <a:off x="9239427" y="5245483"/>
            <a:ext cx="578738" cy="44622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A7F94B69-FA81-4E3F-69C5-9971F4DFBE8B}"/>
              </a:ext>
            </a:extLst>
          </p:cNvPr>
          <p:cNvSpPr txBox="1"/>
          <p:nvPr/>
        </p:nvSpPr>
        <p:spPr>
          <a:xfrm rot="20091581">
            <a:off x="184819" y="524382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B0DF97B9-7A95-0625-073E-16ED925CE998}"/>
              </a:ext>
            </a:extLst>
          </p:cNvPr>
          <p:cNvSpPr txBox="1"/>
          <p:nvPr/>
        </p:nvSpPr>
        <p:spPr>
          <a:xfrm>
            <a:off x="2442108" y="85609"/>
            <a:ext cx="69155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</a:t>
            </a:r>
            <a:r>
              <a:rPr lang="en-US" sz="4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NoSQL Databases</a:t>
            </a:r>
            <a:endParaRPr lang="en-US" sz="48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350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SQL Interview Questions - Glider AI">
            <a:extLst>
              <a:ext uri="{FF2B5EF4-FFF2-40B4-BE49-F238E27FC236}">
                <a16:creationId xmlns:a16="http://schemas.microsoft.com/office/drawing/2014/main" id="{6D526C56-001B-6285-20C3-D314203B9F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116EB-43D7-6D0D-910C-FD49D14E8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74" y="1954231"/>
            <a:ext cx="6375651" cy="4903769"/>
          </a:xfrm>
          <a:prstGeom prst="rect">
            <a:avLst/>
          </a:prstGeom>
        </p:spPr>
      </p:pic>
      <p:sp>
        <p:nvSpPr>
          <p:cNvPr id="7" name="Google Shape;111;p2">
            <a:extLst>
              <a:ext uri="{FF2B5EF4-FFF2-40B4-BE49-F238E27FC236}">
                <a16:creationId xmlns:a16="http://schemas.microsoft.com/office/drawing/2014/main" id="{6E2867EE-7578-AE95-C738-2E0D96920B59}"/>
              </a:ext>
            </a:extLst>
          </p:cNvPr>
          <p:cNvSpPr txBox="1"/>
          <p:nvPr/>
        </p:nvSpPr>
        <p:spPr>
          <a:xfrm>
            <a:off x="1160511" y="559187"/>
            <a:ext cx="95661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review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</a:t>
            </a:r>
            <a:endParaRPr lang="en-US" sz="48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65306D-9E9D-36F7-63D5-09C41589BF22}"/>
              </a:ext>
            </a:extLst>
          </p:cNvPr>
          <p:cNvGrpSpPr/>
          <p:nvPr/>
        </p:nvGrpSpPr>
        <p:grpSpPr>
          <a:xfrm rot="20848231">
            <a:off x="8803733" y="2003385"/>
            <a:ext cx="2710631" cy="1660788"/>
            <a:chOff x="8905333" y="4195042"/>
            <a:chExt cx="2710631" cy="1660788"/>
          </a:xfrm>
        </p:grpSpPr>
        <p:sp>
          <p:nvSpPr>
            <p:cNvPr id="8" name="Google Shape;107;p2">
              <a:extLst>
                <a:ext uri="{FF2B5EF4-FFF2-40B4-BE49-F238E27FC236}">
                  <a16:creationId xmlns:a16="http://schemas.microsoft.com/office/drawing/2014/main" id="{84D22767-6606-D6CC-8747-E5E7A1BE8904}"/>
                </a:ext>
              </a:extLst>
            </p:cNvPr>
            <p:cNvSpPr txBox="1"/>
            <p:nvPr/>
          </p:nvSpPr>
          <p:spPr>
            <a:xfrm>
              <a:off x="8948964" y="4195042"/>
              <a:ext cx="2667000" cy="369332"/>
            </a:xfrm>
            <a:prstGeom prst="rect">
              <a:avLst/>
            </a:prstGeom>
            <a:solidFill>
              <a:srgbClr val="FF0000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QUIZ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F00B64-FF63-A5C1-DD49-BF1527AE8B18}"/>
                </a:ext>
              </a:extLst>
            </p:cNvPr>
            <p:cNvSpPr txBox="1"/>
            <p:nvPr/>
          </p:nvSpPr>
          <p:spPr>
            <a:xfrm>
              <a:off x="8905333" y="4658730"/>
              <a:ext cx="2667000" cy="971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000" b="1" dirty="0"/>
                <a:t>4 questions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000" dirty="0"/>
                <a:t>Count your points !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F523A5-244F-CC9C-60B5-C2FE8C2A7296}"/>
                </a:ext>
              </a:extLst>
            </p:cNvPr>
            <p:cNvSpPr/>
            <p:nvPr/>
          </p:nvSpPr>
          <p:spPr>
            <a:xfrm>
              <a:off x="8948963" y="4195042"/>
              <a:ext cx="2667000" cy="1660788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2263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AE5A1B-2420-C81A-52D1-1E9913C00A98}"/>
              </a:ext>
            </a:extLst>
          </p:cNvPr>
          <p:cNvSpPr/>
          <p:nvPr/>
        </p:nvSpPr>
        <p:spPr>
          <a:xfrm>
            <a:off x="3000537" y="2005641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5D936E-13DF-8B64-FA70-84E8D5D1F1CB}"/>
              </a:ext>
            </a:extLst>
          </p:cNvPr>
          <p:cNvCxnSpPr>
            <a:cxnSpLocks/>
          </p:cNvCxnSpPr>
          <p:nvPr/>
        </p:nvCxnSpPr>
        <p:spPr>
          <a:xfrm>
            <a:off x="3000537" y="2531853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8591B3E-2A2D-45E2-19CC-2765DC42A0FF}"/>
              </a:ext>
            </a:extLst>
          </p:cNvPr>
          <p:cNvSpPr/>
          <p:nvPr/>
        </p:nvSpPr>
        <p:spPr>
          <a:xfrm>
            <a:off x="6663888" y="1991834"/>
            <a:ext cx="203583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0BC764-0CB5-0A8E-55A9-C7EF6D7FE70C}"/>
              </a:ext>
            </a:extLst>
          </p:cNvPr>
          <p:cNvCxnSpPr>
            <a:cxnSpLocks/>
          </p:cNvCxnSpPr>
          <p:nvPr/>
        </p:nvCxnSpPr>
        <p:spPr>
          <a:xfrm>
            <a:off x="6663888" y="2518046"/>
            <a:ext cx="203583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0C0E4-7FDD-9A36-42B2-B5635D9E320D}"/>
              </a:ext>
            </a:extLst>
          </p:cNvPr>
          <p:cNvCxnSpPr>
            <a:cxnSpLocks/>
          </p:cNvCxnSpPr>
          <p:nvPr/>
        </p:nvCxnSpPr>
        <p:spPr>
          <a:xfrm>
            <a:off x="5417551" y="3142442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80762A-428D-2DC3-E26D-3A356091821D}"/>
              </a:ext>
            </a:extLst>
          </p:cNvPr>
          <p:cNvSpPr txBox="1"/>
          <p:nvPr/>
        </p:nvSpPr>
        <p:spPr>
          <a:xfrm>
            <a:off x="7120729" y="2066374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Teacher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CC0582-7736-ECFF-962C-DE22D77436BB}"/>
              </a:ext>
            </a:extLst>
          </p:cNvPr>
          <p:cNvSpPr txBox="1"/>
          <p:nvPr/>
        </p:nvSpPr>
        <p:spPr>
          <a:xfrm>
            <a:off x="3913320" y="2080181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BBC960-3FD4-BFDA-0E5D-5AB2AFD0C707}"/>
              </a:ext>
            </a:extLst>
          </p:cNvPr>
          <p:cNvSpPr txBox="1"/>
          <p:nvPr/>
        </p:nvSpPr>
        <p:spPr>
          <a:xfrm>
            <a:off x="6663888" y="2561113"/>
            <a:ext cx="21267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PK	</a:t>
            </a:r>
          </a:p>
          <a:p>
            <a:r>
              <a:rPr lang="en-US" sz="1600" dirty="0"/>
              <a:t>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8AAFA-DF80-6EF0-B4B6-963647AAA3D7}"/>
              </a:ext>
            </a:extLst>
          </p:cNvPr>
          <p:cNvSpPr txBox="1"/>
          <p:nvPr/>
        </p:nvSpPr>
        <p:spPr>
          <a:xfrm>
            <a:off x="3020127" y="2553419"/>
            <a:ext cx="230648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  <a:p>
            <a:r>
              <a:rPr lang="en-US" sz="1600" dirty="0"/>
              <a:t>teacher_id	FK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A3D9D9-086C-2276-50E8-059E34846D2E}"/>
              </a:ext>
            </a:extLst>
          </p:cNvPr>
          <p:cNvSpPr txBox="1"/>
          <p:nvPr/>
        </p:nvSpPr>
        <p:spPr>
          <a:xfrm>
            <a:off x="6410292" y="28746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65C76-5B27-B6F6-E653-E2F8C8DFB828}"/>
              </a:ext>
            </a:extLst>
          </p:cNvPr>
          <p:cNvSpPr txBox="1"/>
          <p:nvPr/>
        </p:nvSpPr>
        <p:spPr>
          <a:xfrm>
            <a:off x="5417551" y="289855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5" name="Google Shape;107;p2">
            <a:extLst>
              <a:ext uri="{FF2B5EF4-FFF2-40B4-BE49-F238E27FC236}">
                <a16:creationId xmlns:a16="http://schemas.microsoft.com/office/drawing/2014/main" id="{2A038A4D-05BF-C146-CF1E-87C984AAB0B4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BC86CA7B-42A4-318D-1088-2929CEA511DA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3F02E63F-460B-5072-B1BF-51479BD397F1}"/>
              </a:ext>
            </a:extLst>
          </p:cNvPr>
          <p:cNvSpPr txBox="1"/>
          <p:nvPr/>
        </p:nvSpPr>
        <p:spPr>
          <a:xfrm>
            <a:off x="1233595" y="1063524"/>
            <a:ext cx="9953409" cy="5231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dirty="0"/>
              <a:t>Get the names of teachers who taught </a:t>
            </a:r>
            <a:r>
              <a:rPr lang="en-US" sz="2800" b="1" dirty="0"/>
              <a:t>JavaScript</a:t>
            </a:r>
            <a:r>
              <a:rPr lang="en-US" sz="2800" dirty="0"/>
              <a:t>.</a:t>
            </a:r>
            <a:endParaRPr lang="en-US" sz="28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2302E6-6D81-228A-C67D-C227A8281CC9}"/>
              </a:ext>
            </a:extLst>
          </p:cNvPr>
          <p:cNvSpPr txBox="1"/>
          <p:nvPr/>
        </p:nvSpPr>
        <p:spPr>
          <a:xfrm>
            <a:off x="940536" y="4551993"/>
            <a:ext cx="51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Teacher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69C1C1-9F18-D603-3CAA-7E8E9399F416}"/>
              </a:ext>
            </a:extLst>
          </p:cNvPr>
          <p:cNvSpPr txBox="1"/>
          <p:nvPr/>
        </p:nvSpPr>
        <p:spPr>
          <a:xfrm>
            <a:off x="985155" y="5573660"/>
            <a:ext cx="5155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Teacher.name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Teacher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Teacher.id = </a:t>
            </a:r>
            <a:r>
              <a:rPr lang="en-US" sz="1400" dirty="0" err="1">
                <a:latin typeface="Consolas" panose="020B0609020204030204" pitchFamily="49" charset="0"/>
              </a:rPr>
              <a:t>Course.teacher_id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9F6748-5456-2E41-59FD-C98CC826E51D}"/>
              </a:ext>
            </a:extLst>
          </p:cNvPr>
          <p:cNvSpPr txBox="1"/>
          <p:nvPr/>
        </p:nvSpPr>
        <p:spPr>
          <a:xfrm>
            <a:off x="7100996" y="4447278"/>
            <a:ext cx="41504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94415C-64CB-4FBC-0ED6-DCC24B48437B}"/>
              </a:ext>
            </a:extLst>
          </p:cNvPr>
          <p:cNvSpPr txBox="1"/>
          <p:nvPr/>
        </p:nvSpPr>
        <p:spPr>
          <a:xfrm>
            <a:off x="7121507" y="5613808"/>
            <a:ext cx="487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Teacher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41FF2C-D0BE-2977-2A50-4B7C4199342B}"/>
              </a:ext>
            </a:extLst>
          </p:cNvPr>
          <p:cNvSpPr txBox="1"/>
          <p:nvPr/>
        </p:nvSpPr>
        <p:spPr>
          <a:xfrm>
            <a:off x="309807" y="473665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642F76-9953-ED63-A3A8-2D162BC2C22B}"/>
              </a:ext>
            </a:extLst>
          </p:cNvPr>
          <p:cNvSpPr txBox="1"/>
          <p:nvPr/>
        </p:nvSpPr>
        <p:spPr>
          <a:xfrm>
            <a:off x="309807" y="586604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7BC62B-FC02-BB66-C2BA-1B429FB9C874}"/>
              </a:ext>
            </a:extLst>
          </p:cNvPr>
          <p:cNvSpPr txBox="1"/>
          <p:nvPr/>
        </p:nvSpPr>
        <p:spPr>
          <a:xfrm>
            <a:off x="6524592" y="475585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6A54E3-9AD8-45E4-B104-DA4FD5B22DFD}"/>
              </a:ext>
            </a:extLst>
          </p:cNvPr>
          <p:cNvSpPr txBox="1"/>
          <p:nvPr/>
        </p:nvSpPr>
        <p:spPr>
          <a:xfrm>
            <a:off x="6524592" y="58852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ACED68-1CA4-660C-E571-68C6EC89F8C7}"/>
              </a:ext>
            </a:extLst>
          </p:cNvPr>
          <p:cNvSpPr txBox="1"/>
          <p:nvPr/>
        </p:nvSpPr>
        <p:spPr>
          <a:xfrm>
            <a:off x="0" y="306395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278885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5CE37-8163-2AFC-7CE6-069FA852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51CE76-BE3D-A0C4-E715-2411FA8DB29B}"/>
              </a:ext>
            </a:extLst>
          </p:cNvPr>
          <p:cNvSpPr/>
          <p:nvPr/>
        </p:nvSpPr>
        <p:spPr>
          <a:xfrm>
            <a:off x="3000537" y="2005641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2BE76D-CADA-6E3F-3C8D-05721EE9473D}"/>
              </a:ext>
            </a:extLst>
          </p:cNvPr>
          <p:cNvCxnSpPr>
            <a:cxnSpLocks/>
          </p:cNvCxnSpPr>
          <p:nvPr/>
        </p:nvCxnSpPr>
        <p:spPr>
          <a:xfrm>
            <a:off x="3000537" y="2531853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BDAB5FB-AF77-EF1C-BB97-24D359325C5A}"/>
              </a:ext>
            </a:extLst>
          </p:cNvPr>
          <p:cNvSpPr/>
          <p:nvPr/>
        </p:nvSpPr>
        <p:spPr>
          <a:xfrm>
            <a:off x="6663888" y="1991834"/>
            <a:ext cx="203583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7AA48F-3766-51B8-250B-874AB93A110E}"/>
              </a:ext>
            </a:extLst>
          </p:cNvPr>
          <p:cNvCxnSpPr>
            <a:cxnSpLocks/>
          </p:cNvCxnSpPr>
          <p:nvPr/>
        </p:nvCxnSpPr>
        <p:spPr>
          <a:xfrm>
            <a:off x="6663888" y="2518046"/>
            <a:ext cx="203583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53E747-0528-3951-363C-29F8307FC806}"/>
              </a:ext>
            </a:extLst>
          </p:cNvPr>
          <p:cNvCxnSpPr>
            <a:cxnSpLocks/>
          </p:cNvCxnSpPr>
          <p:nvPr/>
        </p:nvCxnSpPr>
        <p:spPr>
          <a:xfrm>
            <a:off x="5417551" y="3142442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D86BCD-ECD1-8AD4-1E8A-51066F76FB41}"/>
              </a:ext>
            </a:extLst>
          </p:cNvPr>
          <p:cNvSpPr txBox="1"/>
          <p:nvPr/>
        </p:nvSpPr>
        <p:spPr>
          <a:xfrm>
            <a:off x="7120729" y="2066374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Teacher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0F462-1649-C87C-4073-8C19D5A3927A}"/>
              </a:ext>
            </a:extLst>
          </p:cNvPr>
          <p:cNvSpPr txBox="1"/>
          <p:nvPr/>
        </p:nvSpPr>
        <p:spPr>
          <a:xfrm>
            <a:off x="3913320" y="2080181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AC3874-B7EB-0298-5246-E7327BD99A63}"/>
              </a:ext>
            </a:extLst>
          </p:cNvPr>
          <p:cNvSpPr txBox="1"/>
          <p:nvPr/>
        </p:nvSpPr>
        <p:spPr>
          <a:xfrm>
            <a:off x="6663888" y="2561113"/>
            <a:ext cx="21267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PK	</a:t>
            </a:r>
          </a:p>
          <a:p>
            <a:r>
              <a:rPr lang="en-US" sz="1600" dirty="0"/>
              <a:t>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131568-982F-265F-995B-38C685ACCBDB}"/>
              </a:ext>
            </a:extLst>
          </p:cNvPr>
          <p:cNvSpPr txBox="1"/>
          <p:nvPr/>
        </p:nvSpPr>
        <p:spPr>
          <a:xfrm>
            <a:off x="3020127" y="2553419"/>
            <a:ext cx="230648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  <a:p>
            <a:r>
              <a:rPr lang="en-US" sz="1600" dirty="0"/>
              <a:t>teacher_id	FK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AC8F0B-ECDF-35BA-29E2-6A53636CB1C0}"/>
              </a:ext>
            </a:extLst>
          </p:cNvPr>
          <p:cNvSpPr txBox="1"/>
          <p:nvPr/>
        </p:nvSpPr>
        <p:spPr>
          <a:xfrm>
            <a:off x="6410292" y="28746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F8FBB0-EC1B-CD7D-E5A2-C5EA74AA7BD8}"/>
              </a:ext>
            </a:extLst>
          </p:cNvPr>
          <p:cNvSpPr txBox="1"/>
          <p:nvPr/>
        </p:nvSpPr>
        <p:spPr>
          <a:xfrm>
            <a:off x="5417551" y="289855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0B011E0B-21EF-032F-E126-208670569DC6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5C18DA37-D673-4896-E08E-D2971147A72A}"/>
              </a:ext>
            </a:extLst>
          </p:cNvPr>
          <p:cNvSpPr txBox="1"/>
          <p:nvPr/>
        </p:nvSpPr>
        <p:spPr>
          <a:xfrm>
            <a:off x="1233595" y="1063524"/>
            <a:ext cx="9953409" cy="5231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dirty="0"/>
              <a:t>Get the names of teachers who taught </a:t>
            </a:r>
            <a:r>
              <a:rPr lang="en-US" sz="2800" b="1" dirty="0"/>
              <a:t>JavaScript</a:t>
            </a:r>
            <a:r>
              <a:rPr lang="en-US" sz="2800" dirty="0"/>
              <a:t>.</a:t>
            </a:r>
            <a:endParaRPr lang="en-US" sz="28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08B5F9-6127-B64D-277E-D68DB44E0A05}"/>
              </a:ext>
            </a:extLst>
          </p:cNvPr>
          <p:cNvSpPr txBox="1"/>
          <p:nvPr/>
        </p:nvSpPr>
        <p:spPr>
          <a:xfrm>
            <a:off x="940536" y="4551993"/>
            <a:ext cx="51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Teacher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4FFECE-527E-259D-41F4-6908D755FE18}"/>
              </a:ext>
            </a:extLst>
          </p:cNvPr>
          <p:cNvSpPr txBox="1"/>
          <p:nvPr/>
        </p:nvSpPr>
        <p:spPr>
          <a:xfrm>
            <a:off x="985155" y="5573660"/>
            <a:ext cx="5155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Teacher.name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Teacher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Teacher.id = </a:t>
            </a:r>
            <a:r>
              <a:rPr lang="en-US" sz="1400" dirty="0" err="1">
                <a:latin typeface="Consolas" panose="020B0609020204030204" pitchFamily="49" charset="0"/>
              </a:rPr>
              <a:t>Course.teacher_id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05A5A1-A850-4012-053E-51E2F1D22185}"/>
              </a:ext>
            </a:extLst>
          </p:cNvPr>
          <p:cNvSpPr txBox="1"/>
          <p:nvPr/>
        </p:nvSpPr>
        <p:spPr>
          <a:xfrm>
            <a:off x="7100996" y="4447278"/>
            <a:ext cx="41504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67AA79-672C-3F30-9E00-4046C33D8CF3}"/>
              </a:ext>
            </a:extLst>
          </p:cNvPr>
          <p:cNvSpPr txBox="1"/>
          <p:nvPr/>
        </p:nvSpPr>
        <p:spPr>
          <a:xfrm>
            <a:off x="7121507" y="5613808"/>
            <a:ext cx="487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Teacher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 = '</a:t>
            </a:r>
            <a:r>
              <a:rPr lang="en-US" sz="1400" dirty="0" err="1"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';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C21CBA-5B1C-28A5-89DD-D1914BC4AC5E}"/>
              </a:ext>
            </a:extLst>
          </p:cNvPr>
          <p:cNvSpPr txBox="1"/>
          <p:nvPr/>
        </p:nvSpPr>
        <p:spPr>
          <a:xfrm>
            <a:off x="309807" y="473665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86BD94-3CB7-4B15-A1EF-DEBF197FFBD8}"/>
              </a:ext>
            </a:extLst>
          </p:cNvPr>
          <p:cNvSpPr txBox="1"/>
          <p:nvPr/>
        </p:nvSpPr>
        <p:spPr>
          <a:xfrm>
            <a:off x="309807" y="586604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8C05BF-2EA4-B178-72FA-F471224C02C2}"/>
              </a:ext>
            </a:extLst>
          </p:cNvPr>
          <p:cNvSpPr txBox="1"/>
          <p:nvPr/>
        </p:nvSpPr>
        <p:spPr>
          <a:xfrm>
            <a:off x="6524592" y="475585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1E259F-F04A-9DBD-0790-BBDB373B7B40}"/>
              </a:ext>
            </a:extLst>
          </p:cNvPr>
          <p:cNvSpPr txBox="1"/>
          <p:nvPr/>
        </p:nvSpPr>
        <p:spPr>
          <a:xfrm>
            <a:off x="6524592" y="58852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2D73A8DC-D140-0EDA-1A89-6B6FBE070469}"/>
              </a:ext>
            </a:extLst>
          </p:cNvPr>
          <p:cNvSpPr txBox="1"/>
          <p:nvPr/>
        </p:nvSpPr>
        <p:spPr>
          <a:xfrm rot="20091581">
            <a:off x="137890" y="350885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34ECD3-D4CA-F91D-F635-F9F357463AA6}"/>
              </a:ext>
            </a:extLst>
          </p:cNvPr>
          <p:cNvSpPr/>
          <p:nvPr/>
        </p:nvSpPr>
        <p:spPr>
          <a:xfrm>
            <a:off x="234361" y="5733877"/>
            <a:ext cx="520700" cy="520700"/>
          </a:xfrm>
          <a:prstGeom prst="ellipse">
            <a:avLst/>
          </a:prstGeom>
          <a:noFill/>
          <a:ln>
            <a:solidFill>
              <a:srgbClr val="37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07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4BF9-C7EC-6C89-D1A0-3BD96833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7B856A-3F36-2CEF-5C95-9E1B64ADACAB}"/>
              </a:ext>
            </a:extLst>
          </p:cNvPr>
          <p:cNvSpPr/>
          <p:nvPr/>
        </p:nvSpPr>
        <p:spPr>
          <a:xfrm>
            <a:off x="1478207" y="1863878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07E039-7C25-8F06-EAB8-89BADCE94745}"/>
              </a:ext>
            </a:extLst>
          </p:cNvPr>
          <p:cNvCxnSpPr>
            <a:cxnSpLocks/>
          </p:cNvCxnSpPr>
          <p:nvPr/>
        </p:nvCxnSpPr>
        <p:spPr>
          <a:xfrm>
            <a:off x="1478207" y="2390090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A7A1A7C-C5A8-8532-3830-D582F8CC4636}"/>
              </a:ext>
            </a:extLst>
          </p:cNvPr>
          <p:cNvSpPr/>
          <p:nvPr/>
        </p:nvSpPr>
        <p:spPr>
          <a:xfrm>
            <a:off x="5183431" y="1774236"/>
            <a:ext cx="2530912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9DD917-29AB-1A08-EE48-BAC099F732BE}"/>
              </a:ext>
            </a:extLst>
          </p:cNvPr>
          <p:cNvCxnSpPr>
            <a:cxnSpLocks/>
          </p:cNvCxnSpPr>
          <p:nvPr/>
        </p:nvCxnSpPr>
        <p:spPr>
          <a:xfrm>
            <a:off x="5183431" y="2300448"/>
            <a:ext cx="2530912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72138C-997C-F96A-1657-9CAB527F3A4F}"/>
              </a:ext>
            </a:extLst>
          </p:cNvPr>
          <p:cNvCxnSpPr>
            <a:cxnSpLocks/>
          </p:cNvCxnSpPr>
          <p:nvPr/>
        </p:nvCxnSpPr>
        <p:spPr>
          <a:xfrm>
            <a:off x="3937094" y="2615876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51ED27-AFB7-A8CB-ABB6-91D133195C1E}"/>
              </a:ext>
            </a:extLst>
          </p:cNvPr>
          <p:cNvSpPr txBox="1"/>
          <p:nvPr/>
        </p:nvSpPr>
        <p:spPr>
          <a:xfrm>
            <a:off x="5891731" y="1853260"/>
            <a:ext cx="1388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Enrollment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EF7931-9090-38AE-8792-0B1DDEDB07F0}"/>
              </a:ext>
            </a:extLst>
          </p:cNvPr>
          <p:cNvSpPr txBox="1"/>
          <p:nvPr/>
        </p:nvSpPr>
        <p:spPr>
          <a:xfrm>
            <a:off x="2390990" y="1938418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Student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41575E-7BE2-FD10-B736-D7E31DC01D84}"/>
              </a:ext>
            </a:extLst>
          </p:cNvPr>
          <p:cNvSpPr txBox="1"/>
          <p:nvPr/>
        </p:nvSpPr>
        <p:spPr>
          <a:xfrm>
            <a:off x="5251601" y="2385493"/>
            <a:ext cx="2417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student_id</a:t>
            </a:r>
            <a:r>
              <a:rPr lang="en-US" sz="1600" dirty="0"/>
              <a:t>	FK</a:t>
            </a:r>
          </a:p>
          <a:p>
            <a:r>
              <a:rPr lang="en-US" sz="1600" dirty="0" err="1"/>
              <a:t>course_id</a:t>
            </a:r>
            <a:r>
              <a:rPr lang="en-US" sz="1600" dirty="0"/>
              <a:t>		FK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1E7BD-6FBC-C987-43EA-3B2FA26F0315}"/>
              </a:ext>
            </a:extLst>
          </p:cNvPr>
          <p:cNvSpPr txBox="1"/>
          <p:nvPr/>
        </p:nvSpPr>
        <p:spPr>
          <a:xfrm>
            <a:off x="1497797" y="2411656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name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6BD90A-0324-4D8B-7F87-FA446EDE6E00}"/>
              </a:ext>
            </a:extLst>
          </p:cNvPr>
          <p:cNvSpPr txBox="1"/>
          <p:nvPr/>
        </p:nvSpPr>
        <p:spPr>
          <a:xfrm>
            <a:off x="8707084" y="22935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BAA30-B9BE-5635-9571-24939C27BAE6}"/>
              </a:ext>
            </a:extLst>
          </p:cNvPr>
          <p:cNvSpPr txBox="1"/>
          <p:nvPr/>
        </p:nvSpPr>
        <p:spPr>
          <a:xfrm>
            <a:off x="7714343" y="23174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5" name="Google Shape;107;p2">
            <a:extLst>
              <a:ext uri="{FF2B5EF4-FFF2-40B4-BE49-F238E27FC236}">
                <a16:creationId xmlns:a16="http://schemas.microsoft.com/office/drawing/2014/main" id="{7393FFEF-37A7-B0B1-00B7-D7A5086E6558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C83DBC92-FF54-8F79-3D28-55A01EC0DA65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D39E2596-FA34-48FE-DB06-B360DABDE372}"/>
              </a:ext>
            </a:extLst>
          </p:cNvPr>
          <p:cNvSpPr txBox="1"/>
          <p:nvPr/>
        </p:nvSpPr>
        <p:spPr>
          <a:xfrm>
            <a:off x="1047919" y="974388"/>
            <a:ext cx="10556275" cy="4616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400" dirty="0"/>
              <a:t>Get the names of students enrolled in the </a:t>
            </a:r>
            <a:r>
              <a:rPr lang="en-US" sz="2400" b="1" dirty="0"/>
              <a:t>Data Structures</a:t>
            </a:r>
            <a:r>
              <a:rPr lang="en-US" sz="2400" dirty="0"/>
              <a:t> course.</a:t>
            </a:r>
            <a:endParaRPr lang="en-US" sz="24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839845-2039-504E-711F-A2D6BADD39CF}"/>
              </a:ext>
            </a:extLst>
          </p:cNvPr>
          <p:cNvSpPr txBox="1"/>
          <p:nvPr/>
        </p:nvSpPr>
        <p:spPr>
          <a:xfrm>
            <a:off x="402169" y="4159551"/>
            <a:ext cx="51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FROM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Student.id = Course.id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'Data Structures';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6E7F39-DEFA-5D28-7A91-5C51DCE162C1}"/>
              </a:ext>
            </a:extLst>
          </p:cNvPr>
          <p:cNvSpPr txBox="1"/>
          <p:nvPr/>
        </p:nvSpPr>
        <p:spPr>
          <a:xfrm>
            <a:off x="446787" y="5227674"/>
            <a:ext cx="56442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FROM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Enrollment ON Student.id = </a:t>
            </a:r>
            <a:r>
              <a:rPr lang="en-US" sz="1400" dirty="0" err="1">
                <a:latin typeface="Consolas" panose="020B0609020204030204" pitchFamily="49" charset="0"/>
              </a:rPr>
              <a:t>Enrollment.student_id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course_id</a:t>
            </a:r>
            <a:r>
              <a:rPr lang="en-US" sz="1400" dirty="0">
                <a:latin typeface="Consolas" panose="020B0609020204030204" pitchFamily="49" charset="0"/>
              </a:rPr>
              <a:t> = 'Data Structures';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1F4B4A-E1EE-FB40-49A3-B2A04723E806}"/>
              </a:ext>
            </a:extLst>
          </p:cNvPr>
          <p:cNvSpPr txBox="1"/>
          <p:nvPr/>
        </p:nvSpPr>
        <p:spPr>
          <a:xfrm>
            <a:off x="6700517" y="3888387"/>
            <a:ext cx="55780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Student.name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Enrollment ON Student.id = </a:t>
            </a:r>
            <a:r>
              <a:rPr lang="en-US" sz="1400" dirty="0" err="1">
                <a:latin typeface="Consolas" panose="020B0609020204030204" pitchFamily="49" charset="0"/>
              </a:rPr>
              <a:t>Enrollment.student_id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Course.id = </a:t>
            </a:r>
            <a:r>
              <a:rPr lang="en-US" sz="1400" dirty="0" err="1">
                <a:latin typeface="Consolas" panose="020B0609020204030204" pitchFamily="49" charset="0"/>
              </a:rPr>
              <a:t>Enrollment.course_id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 = 'Data Structure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93F164-13F5-CB0C-A4B8-AAFC72F7011F}"/>
              </a:ext>
            </a:extLst>
          </p:cNvPr>
          <p:cNvSpPr txBox="1"/>
          <p:nvPr/>
        </p:nvSpPr>
        <p:spPr>
          <a:xfrm>
            <a:off x="6702119" y="5472000"/>
            <a:ext cx="4876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Enrollment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'Data </a:t>
            </a:r>
            <a:r>
              <a:rPr lang="en-US" sz="1400" dirty="0" err="1">
                <a:latin typeface="Consolas" panose="020B0609020204030204" pitchFamily="49" charset="0"/>
              </a:rPr>
              <a:t>Structur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50805C-79AC-D4AE-99CB-BB662697869B}"/>
              </a:ext>
            </a:extLst>
          </p:cNvPr>
          <p:cNvSpPr txBox="1"/>
          <p:nvPr/>
        </p:nvSpPr>
        <p:spPr>
          <a:xfrm>
            <a:off x="105538" y="433479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74E183-B9E4-9E64-61AB-7E1CAA5F6858}"/>
              </a:ext>
            </a:extLst>
          </p:cNvPr>
          <p:cNvSpPr txBox="1"/>
          <p:nvPr/>
        </p:nvSpPr>
        <p:spPr>
          <a:xfrm>
            <a:off x="105538" y="546418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654339-D3E9-7F33-0FFA-C36932A63A20}"/>
              </a:ext>
            </a:extLst>
          </p:cNvPr>
          <p:cNvSpPr txBox="1"/>
          <p:nvPr/>
        </p:nvSpPr>
        <p:spPr>
          <a:xfrm>
            <a:off x="6357153" y="4319923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A351B-3798-E68D-7B32-0DC2DC23A7AB}"/>
              </a:ext>
            </a:extLst>
          </p:cNvPr>
          <p:cNvSpPr txBox="1"/>
          <p:nvPr/>
        </p:nvSpPr>
        <p:spPr>
          <a:xfrm>
            <a:off x="6357153" y="544931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B53E7B-86B4-AC3B-D77B-04EB23BEC18F}"/>
              </a:ext>
            </a:extLst>
          </p:cNvPr>
          <p:cNvSpPr/>
          <p:nvPr/>
        </p:nvSpPr>
        <p:spPr>
          <a:xfrm>
            <a:off x="9017538" y="1763350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CD3E24-C076-F2EC-9E0C-8C612117E2A7}"/>
              </a:ext>
            </a:extLst>
          </p:cNvPr>
          <p:cNvCxnSpPr>
            <a:cxnSpLocks/>
          </p:cNvCxnSpPr>
          <p:nvPr/>
        </p:nvCxnSpPr>
        <p:spPr>
          <a:xfrm>
            <a:off x="9017538" y="2289562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5027ED-E1BD-7302-68BD-5E6B896D526E}"/>
              </a:ext>
            </a:extLst>
          </p:cNvPr>
          <p:cNvSpPr txBox="1"/>
          <p:nvPr/>
        </p:nvSpPr>
        <p:spPr>
          <a:xfrm>
            <a:off x="9930321" y="1837890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24EF0-0CFF-226C-6E48-DE57EBCF746B}"/>
              </a:ext>
            </a:extLst>
          </p:cNvPr>
          <p:cNvSpPr txBox="1"/>
          <p:nvPr/>
        </p:nvSpPr>
        <p:spPr>
          <a:xfrm>
            <a:off x="9037128" y="2311128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519FCD-968F-1EC1-6696-C3EFD8CD0F92}"/>
              </a:ext>
            </a:extLst>
          </p:cNvPr>
          <p:cNvCxnSpPr>
            <a:cxnSpLocks/>
          </p:cNvCxnSpPr>
          <p:nvPr/>
        </p:nvCxnSpPr>
        <p:spPr>
          <a:xfrm>
            <a:off x="7714343" y="2601362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52873D8-A0D6-7262-0C9B-1A7B765A179C}"/>
              </a:ext>
            </a:extLst>
          </p:cNvPr>
          <p:cNvSpPr txBox="1"/>
          <p:nvPr/>
        </p:nvSpPr>
        <p:spPr>
          <a:xfrm>
            <a:off x="3886597" y="230832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F6A69-E4E9-4F2A-DB11-931886AF3E20}"/>
              </a:ext>
            </a:extLst>
          </p:cNvPr>
          <p:cNvSpPr txBox="1"/>
          <p:nvPr/>
        </p:nvSpPr>
        <p:spPr>
          <a:xfrm>
            <a:off x="4863269" y="23320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A94550-4B19-683B-7C69-0F0E97BDEF61}"/>
              </a:ext>
            </a:extLst>
          </p:cNvPr>
          <p:cNvSpPr txBox="1"/>
          <p:nvPr/>
        </p:nvSpPr>
        <p:spPr>
          <a:xfrm>
            <a:off x="0" y="306395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1320157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654D5-3AE1-8D16-F860-6E2BA0C4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23CFC4-CE28-6AED-431F-750BF88F1756}"/>
              </a:ext>
            </a:extLst>
          </p:cNvPr>
          <p:cNvSpPr/>
          <p:nvPr/>
        </p:nvSpPr>
        <p:spPr>
          <a:xfrm>
            <a:off x="1478207" y="1863878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7CFC17-6207-BAD4-9BF5-44EE54CFC6DF}"/>
              </a:ext>
            </a:extLst>
          </p:cNvPr>
          <p:cNvCxnSpPr>
            <a:cxnSpLocks/>
          </p:cNvCxnSpPr>
          <p:nvPr/>
        </p:nvCxnSpPr>
        <p:spPr>
          <a:xfrm>
            <a:off x="1478207" y="2390090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96513BB-E505-152B-B891-C395561C565D}"/>
              </a:ext>
            </a:extLst>
          </p:cNvPr>
          <p:cNvSpPr/>
          <p:nvPr/>
        </p:nvSpPr>
        <p:spPr>
          <a:xfrm>
            <a:off x="5183431" y="1774236"/>
            <a:ext cx="2530912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01950B-FC41-F574-1F04-AC0A6132D27A}"/>
              </a:ext>
            </a:extLst>
          </p:cNvPr>
          <p:cNvCxnSpPr>
            <a:cxnSpLocks/>
          </p:cNvCxnSpPr>
          <p:nvPr/>
        </p:nvCxnSpPr>
        <p:spPr>
          <a:xfrm>
            <a:off x="5183431" y="2300448"/>
            <a:ext cx="2530912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018110-43F5-0A98-F10A-A484FBDDEB7B}"/>
              </a:ext>
            </a:extLst>
          </p:cNvPr>
          <p:cNvCxnSpPr>
            <a:cxnSpLocks/>
          </p:cNvCxnSpPr>
          <p:nvPr/>
        </p:nvCxnSpPr>
        <p:spPr>
          <a:xfrm>
            <a:off x="3937094" y="2615876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D78A1F-9C21-9826-0BDD-879F5B409088}"/>
              </a:ext>
            </a:extLst>
          </p:cNvPr>
          <p:cNvSpPr txBox="1"/>
          <p:nvPr/>
        </p:nvSpPr>
        <p:spPr>
          <a:xfrm>
            <a:off x="5891731" y="1853260"/>
            <a:ext cx="1388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Enrollment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06CB6-4488-5E30-4417-1BA808D80415}"/>
              </a:ext>
            </a:extLst>
          </p:cNvPr>
          <p:cNvSpPr txBox="1"/>
          <p:nvPr/>
        </p:nvSpPr>
        <p:spPr>
          <a:xfrm>
            <a:off x="2390990" y="1938418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Student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C57E79-A7A2-4FCE-3E55-C9E1393AE7F6}"/>
              </a:ext>
            </a:extLst>
          </p:cNvPr>
          <p:cNvSpPr txBox="1"/>
          <p:nvPr/>
        </p:nvSpPr>
        <p:spPr>
          <a:xfrm>
            <a:off x="5251601" y="2385493"/>
            <a:ext cx="2417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student_id</a:t>
            </a:r>
            <a:r>
              <a:rPr lang="en-US" sz="1600" dirty="0"/>
              <a:t>	FK</a:t>
            </a:r>
          </a:p>
          <a:p>
            <a:r>
              <a:rPr lang="en-US" sz="1600" dirty="0" err="1"/>
              <a:t>course_id</a:t>
            </a:r>
            <a:r>
              <a:rPr lang="en-US" sz="1600" dirty="0"/>
              <a:t>		FK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432C3B-0C0E-A384-ABD1-F0B8271E42FF}"/>
              </a:ext>
            </a:extLst>
          </p:cNvPr>
          <p:cNvSpPr txBox="1"/>
          <p:nvPr/>
        </p:nvSpPr>
        <p:spPr>
          <a:xfrm>
            <a:off x="1497797" y="2411656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name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381AA9-31A0-AF25-BC56-1A1EF25F6612}"/>
              </a:ext>
            </a:extLst>
          </p:cNvPr>
          <p:cNvSpPr txBox="1"/>
          <p:nvPr/>
        </p:nvSpPr>
        <p:spPr>
          <a:xfrm>
            <a:off x="8707084" y="22935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463046-E4E2-6BEE-7588-04995D6B5D19}"/>
              </a:ext>
            </a:extLst>
          </p:cNvPr>
          <p:cNvSpPr txBox="1"/>
          <p:nvPr/>
        </p:nvSpPr>
        <p:spPr>
          <a:xfrm>
            <a:off x="7714343" y="23174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7B065F38-9491-1800-98E0-5EE1FAC5E373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FB222713-A8B3-5674-7AC7-CC8F78F97D37}"/>
              </a:ext>
            </a:extLst>
          </p:cNvPr>
          <p:cNvSpPr txBox="1"/>
          <p:nvPr/>
        </p:nvSpPr>
        <p:spPr>
          <a:xfrm>
            <a:off x="1047919" y="974388"/>
            <a:ext cx="10556275" cy="4616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400" dirty="0"/>
              <a:t>Get the names of students enrolled in the </a:t>
            </a:r>
            <a:r>
              <a:rPr lang="en-US" sz="2400" b="1" dirty="0"/>
              <a:t>Data Structures</a:t>
            </a:r>
            <a:r>
              <a:rPr lang="en-US" sz="2400" dirty="0"/>
              <a:t> course.</a:t>
            </a:r>
            <a:endParaRPr lang="en-US" sz="24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3D3222-AA16-3C5C-37EC-9AE190CB2A11}"/>
              </a:ext>
            </a:extLst>
          </p:cNvPr>
          <p:cNvSpPr txBox="1"/>
          <p:nvPr/>
        </p:nvSpPr>
        <p:spPr>
          <a:xfrm>
            <a:off x="402169" y="4159551"/>
            <a:ext cx="51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FROM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Student.id = Course.id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'Data Structures';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5C548A-462E-AB50-A496-E312772571FC}"/>
              </a:ext>
            </a:extLst>
          </p:cNvPr>
          <p:cNvSpPr txBox="1"/>
          <p:nvPr/>
        </p:nvSpPr>
        <p:spPr>
          <a:xfrm>
            <a:off x="446787" y="5227674"/>
            <a:ext cx="56442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FROM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Enrollment ON Student.id = </a:t>
            </a:r>
            <a:r>
              <a:rPr lang="en-US" sz="1400" dirty="0" err="1">
                <a:latin typeface="Consolas" panose="020B0609020204030204" pitchFamily="49" charset="0"/>
              </a:rPr>
              <a:t>Enrollment.student_id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course_id</a:t>
            </a:r>
            <a:r>
              <a:rPr lang="en-US" sz="1400" dirty="0">
                <a:latin typeface="Consolas" panose="020B0609020204030204" pitchFamily="49" charset="0"/>
              </a:rPr>
              <a:t> = 'Data Structures';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4B7B9C-B980-9D33-D895-D694942FFF33}"/>
              </a:ext>
            </a:extLst>
          </p:cNvPr>
          <p:cNvSpPr txBox="1"/>
          <p:nvPr/>
        </p:nvSpPr>
        <p:spPr>
          <a:xfrm>
            <a:off x="6700517" y="3888387"/>
            <a:ext cx="55780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Student.name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Enrollment ON Student.id = </a:t>
            </a:r>
            <a:r>
              <a:rPr lang="en-US" sz="1400" dirty="0" err="1">
                <a:latin typeface="Consolas" panose="020B0609020204030204" pitchFamily="49" charset="0"/>
              </a:rPr>
              <a:t>Enrollment.student_id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Course.id = </a:t>
            </a:r>
            <a:r>
              <a:rPr lang="en-US" sz="1400" dirty="0" err="1">
                <a:latin typeface="Consolas" panose="020B0609020204030204" pitchFamily="49" charset="0"/>
              </a:rPr>
              <a:t>Enrollment.course_id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 = 'Data Structure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17B4AA-6586-E71E-3916-00060953E094}"/>
              </a:ext>
            </a:extLst>
          </p:cNvPr>
          <p:cNvSpPr txBox="1"/>
          <p:nvPr/>
        </p:nvSpPr>
        <p:spPr>
          <a:xfrm>
            <a:off x="6702119" y="5472000"/>
            <a:ext cx="4876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Enrollment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title = 'Data </a:t>
            </a:r>
            <a:r>
              <a:rPr lang="en-US" sz="1400" dirty="0" err="1">
                <a:latin typeface="Consolas" panose="020B0609020204030204" pitchFamily="49" charset="0"/>
              </a:rPr>
              <a:t>Structur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335861-E5C6-4EA5-AAD2-BD8B28F5C841}"/>
              </a:ext>
            </a:extLst>
          </p:cNvPr>
          <p:cNvSpPr txBox="1"/>
          <p:nvPr/>
        </p:nvSpPr>
        <p:spPr>
          <a:xfrm>
            <a:off x="105538" y="433479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3D7343-7443-0BC9-6EBA-FF78F808043A}"/>
              </a:ext>
            </a:extLst>
          </p:cNvPr>
          <p:cNvSpPr txBox="1"/>
          <p:nvPr/>
        </p:nvSpPr>
        <p:spPr>
          <a:xfrm>
            <a:off x="105538" y="546418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4A6850-E4D3-99EC-9812-622FD6E3182C}"/>
              </a:ext>
            </a:extLst>
          </p:cNvPr>
          <p:cNvSpPr txBox="1"/>
          <p:nvPr/>
        </p:nvSpPr>
        <p:spPr>
          <a:xfrm>
            <a:off x="6357153" y="4319923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3CF1CD-9EB5-D484-FA22-423896538574}"/>
              </a:ext>
            </a:extLst>
          </p:cNvPr>
          <p:cNvSpPr txBox="1"/>
          <p:nvPr/>
        </p:nvSpPr>
        <p:spPr>
          <a:xfrm>
            <a:off x="6357153" y="544931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CB6954-115E-1679-0F44-D00C0651873A}"/>
              </a:ext>
            </a:extLst>
          </p:cNvPr>
          <p:cNvSpPr/>
          <p:nvPr/>
        </p:nvSpPr>
        <p:spPr>
          <a:xfrm>
            <a:off x="9017538" y="1763350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CD1250-4EE2-F1E6-19C2-DAA0344CB034}"/>
              </a:ext>
            </a:extLst>
          </p:cNvPr>
          <p:cNvCxnSpPr>
            <a:cxnSpLocks/>
          </p:cNvCxnSpPr>
          <p:nvPr/>
        </p:nvCxnSpPr>
        <p:spPr>
          <a:xfrm>
            <a:off x="9017538" y="2289562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FC3DB8-BA81-0CC0-2B99-B18A673C91D6}"/>
              </a:ext>
            </a:extLst>
          </p:cNvPr>
          <p:cNvSpPr txBox="1"/>
          <p:nvPr/>
        </p:nvSpPr>
        <p:spPr>
          <a:xfrm>
            <a:off x="9930321" y="1837890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AB03E-2D82-32B3-529B-520652896870}"/>
              </a:ext>
            </a:extLst>
          </p:cNvPr>
          <p:cNvSpPr txBox="1"/>
          <p:nvPr/>
        </p:nvSpPr>
        <p:spPr>
          <a:xfrm>
            <a:off x="9037128" y="2311128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FC7FD5-8066-DE5C-D585-8A8F84477236}"/>
              </a:ext>
            </a:extLst>
          </p:cNvPr>
          <p:cNvCxnSpPr>
            <a:cxnSpLocks/>
          </p:cNvCxnSpPr>
          <p:nvPr/>
        </p:nvCxnSpPr>
        <p:spPr>
          <a:xfrm>
            <a:off x="7714343" y="2601362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A2E197-EAC3-BBE4-FB37-3CC5838DC275}"/>
              </a:ext>
            </a:extLst>
          </p:cNvPr>
          <p:cNvSpPr txBox="1"/>
          <p:nvPr/>
        </p:nvSpPr>
        <p:spPr>
          <a:xfrm>
            <a:off x="3886597" y="230832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142CB-B692-03BE-AD1A-87DE9BEEC06A}"/>
              </a:ext>
            </a:extLst>
          </p:cNvPr>
          <p:cNvSpPr txBox="1"/>
          <p:nvPr/>
        </p:nvSpPr>
        <p:spPr>
          <a:xfrm>
            <a:off x="4863269" y="23320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D31C72-0F76-ACFA-6711-03E889BAA3EF}"/>
              </a:ext>
            </a:extLst>
          </p:cNvPr>
          <p:cNvSpPr/>
          <p:nvPr/>
        </p:nvSpPr>
        <p:spPr>
          <a:xfrm>
            <a:off x="6268485" y="4244239"/>
            <a:ext cx="520700" cy="520700"/>
          </a:xfrm>
          <a:prstGeom prst="ellipse">
            <a:avLst/>
          </a:prstGeom>
          <a:noFill/>
          <a:ln>
            <a:solidFill>
              <a:srgbClr val="37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107;p2">
            <a:extLst>
              <a:ext uri="{FF2B5EF4-FFF2-40B4-BE49-F238E27FC236}">
                <a16:creationId xmlns:a16="http://schemas.microsoft.com/office/drawing/2014/main" id="{C2F87344-4831-EB9A-3D4E-B31F3E668518}"/>
              </a:ext>
            </a:extLst>
          </p:cNvPr>
          <p:cNvSpPr txBox="1"/>
          <p:nvPr/>
        </p:nvSpPr>
        <p:spPr>
          <a:xfrm rot="20091581">
            <a:off x="137890" y="350885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4485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E22F-6F4A-ACB2-8FD5-64A4CC34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B0DEC8-B35F-FFCD-BC23-19BC448B935E}"/>
              </a:ext>
            </a:extLst>
          </p:cNvPr>
          <p:cNvSpPr/>
          <p:nvPr/>
        </p:nvSpPr>
        <p:spPr>
          <a:xfrm>
            <a:off x="6859831" y="1826397"/>
            <a:ext cx="2530912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EE66D2-966F-46E0-4C69-F6E7857F493C}"/>
              </a:ext>
            </a:extLst>
          </p:cNvPr>
          <p:cNvCxnSpPr>
            <a:cxnSpLocks/>
          </p:cNvCxnSpPr>
          <p:nvPr/>
        </p:nvCxnSpPr>
        <p:spPr>
          <a:xfrm>
            <a:off x="6859831" y="2352609"/>
            <a:ext cx="2530912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CE0E37-1EC2-C2BD-0FBE-26B2CB98E56A}"/>
              </a:ext>
            </a:extLst>
          </p:cNvPr>
          <p:cNvSpPr txBox="1"/>
          <p:nvPr/>
        </p:nvSpPr>
        <p:spPr>
          <a:xfrm>
            <a:off x="7568131" y="1905421"/>
            <a:ext cx="1388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Ratting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1CBBE-F588-6175-2849-BCD33EAA0B7F}"/>
              </a:ext>
            </a:extLst>
          </p:cNvPr>
          <p:cNvSpPr txBox="1"/>
          <p:nvPr/>
        </p:nvSpPr>
        <p:spPr>
          <a:xfrm>
            <a:off x="6928001" y="2437654"/>
            <a:ext cx="2417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 err="1"/>
              <a:t>course_id</a:t>
            </a:r>
            <a:r>
              <a:rPr lang="en-US" sz="1600" dirty="0"/>
              <a:t>		FK</a:t>
            </a:r>
          </a:p>
          <a:p>
            <a:r>
              <a:rPr lang="en-US" sz="1600" dirty="0"/>
              <a:t>start	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108A43-1DB6-B3CE-948F-6B0AA7B217F0}"/>
              </a:ext>
            </a:extLst>
          </p:cNvPr>
          <p:cNvSpPr txBox="1"/>
          <p:nvPr/>
        </p:nvSpPr>
        <p:spPr>
          <a:xfrm>
            <a:off x="6585397" y="260004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5" name="Google Shape;107;p2">
            <a:extLst>
              <a:ext uri="{FF2B5EF4-FFF2-40B4-BE49-F238E27FC236}">
                <a16:creationId xmlns:a16="http://schemas.microsoft.com/office/drawing/2014/main" id="{624E5431-8FB2-C153-6B32-52B1727D1F1B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2D592742-A5C5-F5D9-17FA-CD0DB43C7A8A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2ED33EF7-547E-77C8-8ABB-F37C60039DD1}"/>
              </a:ext>
            </a:extLst>
          </p:cNvPr>
          <p:cNvSpPr txBox="1"/>
          <p:nvPr/>
        </p:nvSpPr>
        <p:spPr>
          <a:xfrm>
            <a:off x="1047919" y="974388"/>
            <a:ext cx="10556275" cy="4616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400" dirty="0"/>
              <a:t>Get the </a:t>
            </a:r>
            <a:r>
              <a:rPr lang="en-US" sz="2400" b="1" dirty="0"/>
              <a:t>average rating </a:t>
            </a:r>
            <a:r>
              <a:rPr lang="en-US" sz="2400" dirty="0"/>
              <a:t>for each course </a:t>
            </a:r>
            <a:r>
              <a:rPr lang="en-US" sz="2400" b="1" dirty="0"/>
              <a:t>title</a:t>
            </a:r>
            <a:r>
              <a:rPr lang="en-US" sz="2400" dirty="0"/>
              <a:t>.</a:t>
            </a:r>
            <a:endParaRPr lang="en-US" sz="24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F74297-B3DB-01E6-36C2-F1077406512F}"/>
              </a:ext>
            </a:extLst>
          </p:cNvPr>
          <p:cNvSpPr txBox="1"/>
          <p:nvPr/>
        </p:nvSpPr>
        <p:spPr>
          <a:xfrm>
            <a:off x="402169" y="4159551"/>
            <a:ext cx="51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title, AVG(stars)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GROUP</a:t>
            </a:r>
            <a:r>
              <a:rPr lang="en-US" sz="1400" dirty="0">
                <a:latin typeface="Consolas" panose="020B0609020204030204" pitchFamily="49" charset="0"/>
              </a:rPr>
              <a:t> BY title;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E3C42E-5618-870F-F96F-1C7F6E3D25DC}"/>
              </a:ext>
            </a:extLst>
          </p:cNvPr>
          <p:cNvSpPr txBox="1"/>
          <p:nvPr/>
        </p:nvSpPr>
        <p:spPr>
          <a:xfrm>
            <a:off x="446787" y="5227674"/>
            <a:ext cx="56442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, AVG(</a:t>
            </a:r>
            <a:r>
              <a:rPr lang="en-US" sz="1400" dirty="0" err="1">
                <a:latin typeface="Consolas" panose="020B0609020204030204" pitchFamily="49" charset="0"/>
              </a:rPr>
              <a:t>Rating.stars</a:t>
            </a:r>
            <a:r>
              <a:rPr lang="en-US" sz="1400" dirty="0">
                <a:latin typeface="Consolas" panose="020B0609020204030204" pitchFamily="49" charset="0"/>
              </a:rPr>
              <a:t>)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Rating ON Course.id = </a:t>
            </a:r>
            <a:r>
              <a:rPr lang="en-US" sz="1400" dirty="0" err="1">
                <a:latin typeface="Consolas" panose="020B0609020204030204" pitchFamily="49" charset="0"/>
              </a:rPr>
              <a:t>Rating.course_id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GROUP</a:t>
            </a:r>
            <a:r>
              <a:rPr lang="en-US" sz="1400" dirty="0">
                <a:latin typeface="Consolas" panose="020B0609020204030204" pitchFamily="49" charset="0"/>
              </a:rPr>
              <a:t> BY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A003F3-AAEA-C9F9-6FF2-A602FC15D537}"/>
              </a:ext>
            </a:extLst>
          </p:cNvPr>
          <p:cNvSpPr txBox="1"/>
          <p:nvPr/>
        </p:nvSpPr>
        <p:spPr>
          <a:xfrm>
            <a:off x="6700517" y="3888387"/>
            <a:ext cx="55780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title, AVG(stars)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Rating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GROUP</a:t>
            </a:r>
            <a:r>
              <a:rPr lang="en-US" sz="1400" dirty="0">
                <a:latin typeface="Consolas" panose="020B0609020204030204" pitchFamily="49" charset="0"/>
              </a:rPr>
              <a:t> BY title;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CC8DDB-08A7-82EC-249A-C444A3CC9345}"/>
              </a:ext>
            </a:extLst>
          </p:cNvPr>
          <p:cNvSpPr txBox="1"/>
          <p:nvPr/>
        </p:nvSpPr>
        <p:spPr>
          <a:xfrm>
            <a:off x="6702118" y="5472000"/>
            <a:ext cx="49020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Rating.stars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Rating ON Course.id = </a:t>
            </a:r>
            <a:r>
              <a:rPr lang="en-US" sz="1400" dirty="0" err="1">
                <a:latin typeface="Consolas" panose="020B0609020204030204" pitchFamily="49" charset="0"/>
              </a:rPr>
              <a:t>Rating.course_id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8A7A46-DE7F-98D8-B030-2847747E0DDB}"/>
              </a:ext>
            </a:extLst>
          </p:cNvPr>
          <p:cNvSpPr txBox="1"/>
          <p:nvPr/>
        </p:nvSpPr>
        <p:spPr>
          <a:xfrm>
            <a:off x="105538" y="433479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B4340F-1E14-A883-07FC-75CB19B5F8D9}"/>
              </a:ext>
            </a:extLst>
          </p:cNvPr>
          <p:cNvSpPr txBox="1"/>
          <p:nvPr/>
        </p:nvSpPr>
        <p:spPr>
          <a:xfrm>
            <a:off x="105538" y="546418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304431-CEEA-F748-0429-289A76A7CC98}"/>
              </a:ext>
            </a:extLst>
          </p:cNvPr>
          <p:cNvSpPr txBox="1"/>
          <p:nvPr/>
        </p:nvSpPr>
        <p:spPr>
          <a:xfrm>
            <a:off x="6357153" y="4319923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400AB2-135E-C732-FE3B-819317EE3DEC}"/>
              </a:ext>
            </a:extLst>
          </p:cNvPr>
          <p:cNvSpPr txBox="1"/>
          <p:nvPr/>
        </p:nvSpPr>
        <p:spPr>
          <a:xfrm>
            <a:off x="6357153" y="544931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6783E0-AC7F-12FA-FA34-BBBA4B5FA1DE}"/>
              </a:ext>
            </a:extLst>
          </p:cNvPr>
          <p:cNvCxnSpPr>
            <a:cxnSpLocks/>
          </p:cNvCxnSpPr>
          <p:nvPr/>
        </p:nvCxnSpPr>
        <p:spPr>
          <a:xfrm>
            <a:off x="5594375" y="2907826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8660A49-8488-0802-2724-FD603B3B48AC}"/>
              </a:ext>
            </a:extLst>
          </p:cNvPr>
          <p:cNvSpPr/>
          <p:nvPr/>
        </p:nvSpPr>
        <p:spPr>
          <a:xfrm>
            <a:off x="3177361" y="1826397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637579-1C04-AD87-9E0A-C6761F3B786D}"/>
              </a:ext>
            </a:extLst>
          </p:cNvPr>
          <p:cNvCxnSpPr>
            <a:cxnSpLocks/>
          </p:cNvCxnSpPr>
          <p:nvPr/>
        </p:nvCxnSpPr>
        <p:spPr>
          <a:xfrm>
            <a:off x="3177361" y="2352609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5408EA6-2330-38DF-DA46-C2E63E59DC6E}"/>
              </a:ext>
            </a:extLst>
          </p:cNvPr>
          <p:cNvSpPr txBox="1"/>
          <p:nvPr/>
        </p:nvSpPr>
        <p:spPr>
          <a:xfrm>
            <a:off x="4090144" y="1900937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13FCDA-7035-BD54-7B98-A9B4D62010BE}"/>
              </a:ext>
            </a:extLst>
          </p:cNvPr>
          <p:cNvSpPr txBox="1"/>
          <p:nvPr/>
        </p:nvSpPr>
        <p:spPr>
          <a:xfrm>
            <a:off x="3196951" y="2374175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204295-E14C-D5E8-3373-381EC44AA0D9}"/>
              </a:ext>
            </a:extLst>
          </p:cNvPr>
          <p:cNvSpPr txBox="1"/>
          <p:nvPr/>
        </p:nvSpPr>
        <p:spPr>
          <a:xfrm>
            <a:off x="5640103" y="260004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E3F7F-0B69-6155-0ABA-EA8368B5142E}"/>
              </a:ext>
            </a:extLst>
          </p:cNvPr>
          <p:cNvSpPr txBox="1"/>
          <p:nvPr/>
        </p:nvSpPr>
        <p:spPr>
          <a:xfrm>
            <a:off x="0" y="306395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494570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7565-24C1-0F44-591E-641ECF56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791A0D-790C-6D4E-7470-E2ECADD47F96}"/>
              </a:ext>
            </a:extLst>
          </p:cNvPr>
          <p:cNvSpPr/>
          <p:nvPr/>
        </p:nvSpPr>
        <p:spPr>
          <a:xfrm>
            <a:off x="6859831" y="1826397"/>
            <a:ext cx="2530912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758C69-8326-B986-E6C7-3E01F2DAEE9B}"/>
              </a:ext>
            </a:extLst>
          </p:cNvPr>
          <p:cNvCxnSpPr>
            <a:cxnSpLocks/>
          </p:cNvCxnSpPr>
          <p:nvPr/>
        </p:nvCxnSpPr>
        <p:spPr>
          <a:xfrm>
            <a:off x="6859831" y="2352609"/>
            <a:ext cx="2530912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227780-A8E8-19FE-81C6-09E40F79599F}"/>
              </a:ext>
            </a:extLst>
          </p:cNvPr>
          <p:cNvSpPr txBox="1"/>
          <p:nvPr/>
        </p:nvSpPr>
        <p:spPr>
          <a:xfrm>
            <a:off x="7568131" y="1905421"/>
            <a:ext cx="1388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Ratting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31B76-CAD3-6993-D7D8-C1987BB05083}"/>
              </a:ext>
            </a:extLst>
          </p:cNvPr>
          <p:cNvSpPr txBox="1"/>
          <p:nvPr/>
        </p:nvSpPr>
        <p:spPr>
          <a:xfrm>
            <a:off x="6928001" y="2437654"/>
            <a:ext cx="2417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 err="1"/>
              <a:t>course_id</a:t>
            </a:r>
            <a:r>
              <a:rPr lang="en-US" sz="1600" dirty="0"/>
              <a:t>		FK</a:t>
            </a:r>
          </a:p>
          <a:p>
            <a:r>
              <a:rPr lang="en-US" sz="1600" dirty="0"/>
              <a:t>start	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86D54-D33E-CF8D-C558-B23BD1A53A42}"/>
              </a:ext>
            </a:extLst>
          </p:cNvPr>
          <p:cNvSpPr txBox="1"/>
          <p:nvPr/>
        </p:nvSpPr>
        <p:spPr>
          <a:xfrm>
            <a:off x="6585397" y="260004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34191627-BAF1-1ED2-AAFE-ADC5C8242A25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7ECB77A8-F939-8A58-CB96-F8739B09EBB2}"/>
              </a:ext>
            </a:extLst>
          </p:cNvPr>
          <p:cNvSpPr txBox="1"/>
          <p:nvPr/>
        </p:nvSpPr>
        <p:spPr>
          <a:xfrm>
            <a:off x="1047919" y="974388"/>
            <a:ext cx="10556275" cy="4616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400" dirty="0"/>
              <a:t>Get the </a:t>
            </a:r>
            <a:r>
              <a:rPr lang="en-US" sz="2400" b="1" dirty="0"/>
              <a:t>average rating </a:t>
            </a:r>
            <a:r>
              <a:rPr lang="en-US" sz="2400" dirty="0"/>
              <a:t>for each course </a:t>
            </a:r>
            <a:r>
              <a:rPr lang="en-US" sz="2400" b="1" dirty="0"/>
              <a:t>title</a:t>
            </a:r>
            <a:r>
              <a:rPr lang="en-US" sz="2400" dirty="0"/>
              <a:t>.</a:t>
            </a:r>
            <a:endParaRPr lang="en-US" sz="24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57214-34FB-0ECE-F045-F2307D5A96C7}"/>
              </a:ext>
            </a:extLst>
          </p:cNvPr>
          <p:cNvSpPr txBox="1"/>
          <p:nvPr/>
        </p:nvSpPr>
        <p:spPr>
          <a:xfrm>
            <a:off x="402169" y="4159551"/>
            <a:ext cx="51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title, AVG(stars)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GROUP</a:t>
            </a:r>
            <a:r>
              <a:rPr lang="en-US" sz="1400" dirty="0">
                <a:latin typeface="Consolas" panose="020B0609020204030204" pitchFamily="49" charset="0"/>
              </a:rPr>
              <a:t> BY title;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5E1688-1C62-C394-F746-152A6C2C45DE}"/>
              </a:ext>
            </a:extLst>
          </p:cNvPr>
          <p:cNvSpPr txBox="1"/>
          <p:nvPr/>
        </p:nvSpPr>
        <p:spPr>
          <a:xfrm>
            <a:off x="446787" y="5227674"/>
            <a:ext cx="56442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, AVG(</a:t>
            </a:r>
            <a:r>
              <a:rPr lang="en-US" sz="1400" dirty="0" err="1">
                <a:latin typeface="Consolas" panose="020B0609020204030204" pitchFamily="49" charset="0"/>
              </a:rPr>
              <a:t>Rating.stars</a:t>
            </a:r>
            <a:r>
              <a:rPr lang="en-US" sz="1400" dirty="0">
                <a:latin typeface="Consolas" panose="020B0609020204030204" pitchFamily="49" charset="0"/>
              </a:rPr>
              <a:t>)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Rating ON Course.id = </a:t>
            </a:r>
            <a:r>
              <a:rPr lang="en-US" sz="1400" dirty="0" err="1">
                <a:latin typeface="Consolas" panose="020B0609020204030204" pitchFamily="49" charset="0"/>
              </a:rPr>
              <a:t>Rating.course_id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GROUP</a:t>
            </a:r>
            <a:r>
              <a:rPr lang="en-US" sz="1400" dirty="0">
                <a:latin typeface="Consolas" panose="020B0609020204030204" pitchFamily="49" charset="0"/>
              </a:rPr>
              <a:t> BY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265375-275F-2BAF-CC4D-3A9E51F90C6F}"/>
              </a:ext>
            </a:extLst>
          </p:cNvPr>
          <p:cNvSpPr txBox="1"/>
          <p:nvPr/>
        </p:nvSpPr>
        <p:spPr>
          <a:xfrm>
            <a:off x="6700517" y="3888387"/>
            <a:ext cx="55780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title, AVG(stars)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Rating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GROUP</a:t>
            </a:r>
            <a:r>
              <a:rPr lang="en-US" sz="1400" dirty="0">
                <a:latin typeface="Consolas" panose="020B0609020204030204" pitchFamily="49" charset="0"/>
              </a:rPr>
              <a:t> BY title;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FD8A23-4352-6A14-16C9-5F12B79627BA}"/>
              </a:ext>
            </a:extLst>
          </p:cNvPr>
          <p:cNvSpPr txBox="1"/>
          <p:nvPr/>
        </p:nvSpPr>
        <p:spPr>
          <a:xfrm>
            <a:off x="6702118" y="5472000"/>
            <a:ext cx="49020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Course.title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Rating.stars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Course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Rating ON Course.id = </a:t>
            </a:r>
            <a:r>
              <a:rPr lang="en-US" sz="1400" dirty="0" err="1">
                <a:latin typeface="Consolas" panose="020B0609020204030204" pitchFamily="49" charset="0"/>
              </a:rPr>
              <a:t>Rating.course_id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A066B8-83B4-9E7C-530D-446AEB1D53B6}"/>
              </a:ext>
            </a:extLst>
          </p:cNvPr>
          <p:cNvSpPr txBox="1"/>
          <p:nvPr/>
        </p:nvSpPr>
        <p:spPr>
          <a:xfrm>
            <a:off x="105538" y="433479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FCACF8-4573-C1D5-757F-B487FD728C35}"/>
              </a:ext>
            </a:extLst>
          </p:cNvPr>
          <p:cNvSpPr txBox="1"/>
          <p:nvPr/>
        </p:nvSpPr>
        <p:spPr>
          <a:xfrm>
            <a:off x="105538" y="546418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195045-B04B-EBA6-A7D1-EB145BA160EA}"/>
              </a:ext>
            </a:extLst>
          </p:cNvPr>
          <p:cNvSpPr txBox="1"/>
          <p:nvPr/>
        </p:nvSpPr>
        <p:spPr>
          <a:xfrm>
            <a:off x="6357153" y="4319923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482744-7E4B-DA00-CEF1-78660ABC0ADC}"/>
              </a:ext>
            </a:extLst>
          </p:cNvPr>
          <p:cNvSpPr txBox="1"/>
          <p:nvPr/>
        </p:nvSpPr>
        <p:spPr>
          <a:xfrm>
            <a:off x="6357153" y="544931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153212-9FD2-036C-FC08-63E544307678}"/>
              </a:ext>
            </a:extLst>
          </p:cNvPr>
          <p:cNvCxnSpPr>
            <a:cxnSpLocks/>
          </p:cNvCxnSpPr>
          <p:nvPr/>
        </p:nvCxnSpPr>
        <p:spPr>
          <a:xfrm>
            <a:off x="5594375" y="2907826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4AB3853-D439-AFDC-3F93-E5232791BCC9}"/>
              </a:ext>
            </a:extLst>
          </p:cNvPr>
          <p:cNvSpPr/>
          <p:nvPr/>
        </p:nvSpPr>
        <p:spPr>
          <a:xfrm>
            <a:off x="3177361" y="1826397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E7FCCB-0071-EDAB-FA8A-3B250E75EA0B}"/>
              </a:ext>
            </a:extLst>
          </p:cNvPr>
          <p:cNvCxnSpPr>
            <a:cxnSpLocks/>
          </p:cNvCxnSpPr>
          <p:nvPr/>
        </p:nvCxnSpPr>
        <p:spPr>
          <a:xfrm>
            <a:off x="3177361" y="2352609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815A39-A8B2-4FBC-16F7-EC94FC0DA2DE}"/>
              </a:ext>
            </a:extLst>
          </p:cNvPr>
          <p:cNvSpPr txBox="1"/>
          <p:nvPr/>
        </p:nvSpPr>
        <p:spPr>
          <a:xfrm>
            <a:off x="4090144" y="1900937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E5E9C6-A886-994F-AC44-6D2D1CAB9FEC}"/>
              </a:ext>
            </a:extLst>
          </p:cNvPr>
          <p:cNvSpPr txBox="1"/>
          <p:nvPr/>
        </p:nvSpPr>
        <p:spPr>
          <a:xfrm>
            <a:off x="3196951" y="2374175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057E7F-5761-EC15-C9B3-AD23D374AB91}"/>
              </a:ext>
            </a:extLst>
          </p:cNvPr>
          <p:cNvSpPr txBox="1"/>
          <p:nvPr/>
        </p:nvSpPr>
        <p:spPr>
          <a:xfrm>
            <a:off x="5640103" y="260004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EE6EB0-4F47-8762-8F15-A48455ADA647}"/>
              </a:ext>
            </a:extLst>
          </p:cNvPr>
          <p:cNvSpPr/>
          <p:nvPr/>
        </p:nvSpPr>
        <p:spPr>
          <a:xfrm>
            <a:off x="67107" y="5373627"/>
            <a:ext cx="520700" cy="520700"/>
          </a:xfrm>
          <a:prstGeom prst="ellipse">
            <a:avLst/>
          </a:prstGeom>
          <a:noFill/>
          <a:ln>
            <a:solidFill>
              <a:srgbClr val="37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D1F5CD35-BF35-9AA8-E092-098C970E45C9}"/>
              </a:ext>
            </a:extLst>
          </p:cNvPr>
          <p:cNvSpPr txBox="1"/>
          <p:nvPr/>
        </p:nvSpPr>
        <p:spPr>
          <a:xfrm rot="20091581">
            <a:off x="137890" y="350885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4799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ED78-69FE-8566-292A-FE32F89A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07;p2">
            <a:extLst>
              <a:ext uri="{FF2B5EF4-FFF2-40B4-BE49-F238E27FC236}">
                <a16:creationId xmlns:a16="http://schemas.microsoft.com/office/drawing/2014/main" id="{F5E1FAAB-907E-91D9-B417-5F067D9F6B1B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FE90910C-4E7F-DF54-0127-A0404D827450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DF015558-E727-B57D-1E67-7491DFB0196E}"/>
              </a:ext>
            </a:extLst>
          </p:cNvPr>
          <p:cNvSpPr txBox="1"/>
          <p:nvPr/>
        </p:nvSpPr>
        <p:spPr>
          <a:xfrm>
            <a:off x="1047919" y="974388"/>
            <a:ext cx="10556275" cy="4616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400" dirty="0"/>
              <a:t>List the names of students who scored above 90 in </a:t>
            </a:r>
            <a:r>
              <a:rPr lang="en-US" sz="2400" b="1" dirty="0"/>
              <a:t>any</a:t>
            </a:r>
            <a:r>
              <a:rPr lang="en-US" sz="2400" dirty="0"/>
              <a:t> course</a:t>
            </a:r>
            <a:endParaRPr lang="en-US" sz="24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5022DC-6177-1CC5-7B69-7C679467F3AC}"/>
              </a:ext>
            </a:extLst>
          </p:cNvPr>
          <p:cNvSpPr txBox="1"/>
          <p:nvPr/>
        </p:nvSpPr>
        <p:spPr>
          <a:xfrm>
            <a:off x="1752660" y="3928492"/>
            <a:ext cx="5155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Student.id = Course.id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score &gt; 90;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A73405-ADF9-FCE3-D6C3-964CE1315FFB}"/>
              </a:ext>
            </a:extLst>
          </p:cNvPr>
          <p:cNvSpPr txBox="1"/>
          <p:nvPr/>
        </p:nvSpPr>
        <p:spPr>
          <a:xfrm>
            <a:off x="1758905" y="5337084"/>
            <a:ext cx="56442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Student.name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Grade ON Student.id = </a:t>
            </a:r>
            <a:r>
              <a:rPr lang="en-US" sz="1400" dirty="0" err="1">
                <a:latin typeface="Consolas" panose="020B0609020204030204" pitchFamily="49" charset="0"/>
              </a:rPr>
              <a:t>Grade.student_id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Grade.score</a:t>
            </a:r>
            <a:r>
              <a:rPr lang="en-US" sz="1400" dirty="0">
                <a:latin typeface="Consolas" panose="020B0609020204030204" pitchFamily="49" charset="0"/>
              </a:rPr>
              <a:t> &gt; 90;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4E67B4-0C83-C63D-208B-4951318107FE}"/>
              </a:ext>
            </a:extLst>
          </p:cNvPr>
          <p:cNvSpPr txBox="1"/>
          <p:nvPr/>
        </p:nvSpPr>
        <p:spPr>
          <a:xfrm>
            <a:off x="7988777" y="3993613"/>
            <a:ext cx="22601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Grade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score &gt; 90;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536E22-7B17-A7A0-6AEE-BD627AF1F336}"/>
              </a:ext>
            </a:extLst>
          </p:cNvPr>
          <p:cNvSpPr txBox="1"/>
          <p:nvPr/>
        </p:nvSpPr>
        <p:spPr>
          <a:xfrm>
            <a:off x="7990379" y="5410445"/>
            <a:ext cx="30133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score &gt; 90;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7F6292-AB8A-6113-331C-01F8E071382A}"/>
              </a:ext>
            </a:extLst>
          </p:cNvPr>
          <p:cNvSpPr txBox="1"/>
          <p:nvPr/>
        </p:nvSpPr>
        <p:spPr>
          <a:xfrm>
            <a:off x="1393798" y="427324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9A9FDB-3BE5-39E6-ED8F-DCBFCD5A6F53}"/>
              </a:ext>
            </a:extLst>
          </p:cNvPr>
          <p:cNvSpPr txBox="1"/>
          <p:nvPr/>
        </p:nvSpPr>
        <p:spPr>
          <a:xfrm>
            <a:off x="1393798" y="540263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A90131-A52F-DDCA-702D-341A96B53204}"/>
              </a:ext>
            </a:extLst>
          </p:cNvPr>
          <p:cNvSpPr txBox="1"/>
          <p:nvPr/>
        </p:nvSpPr>
        <p:spPr>
          <a:xfrm>
            <a:off x="7645413" y="42583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4A9E1D-A712-F2F3-1853-FCDED243CA94}"/>
              </a:ext>
            </a:extLst>
          </p:cNvPr>
          <p:cNvSpPr txBox="1"/>
          <p:nvPr/>
        </p:nvSpPr>
        <p:spPr>
          <a:xfrm>
            <a:off x="7645413" y="538775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D6791C-72CF-2A92-76A2-C52DC9EA4D32}"/>
              </a:ext>
            </a:extLst>
          </p:cNvPr>
          <p:cNvSpPr txBox="1"/>
          <p:nvPr/>
        </p:nvSpPr>
        <p:spPr>
          <a:xfrm>
            <a:off x="0" y="306395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Q3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9FC07-7CFA-FAAA-79B0-D4C541DC7AE5}"/>
              </a:ext>
            </a:extLst>
          </p:cNvPr>
          <p:cNvSpPr/>
          <p:nvPr/>
        </p:nvSpPr>
        <p:spPr>
          <a:xfrm>
            <a:off x="1478207" y="1863878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EAFD0F-3748-FF8A-7650-A098FD2E0E1A}"/>
              </a:ext>
            </a:extLst>
          </p:cNvPr>
          <p:cNvCxnSpPr>
            <a:cxnSpLocks/>
          </p:cNvCxnSpPr>
          <p:nvPr/>
        </p:nvCxnSpPr>
        <p:spPr>
          <a:xfrm>
            <a:off x="1478207" y="2390090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F01CE08-E698-50EA-265A-64CA5ABC5030}"/>
              </a:ext>
            </a:extLst>
          </p:cNvPr>
          <p:cNvSpPr/>
          <p:nvPr/>
        </p:nvSpPr>
        <p:spPr>
          <a:xfrm>
            <a:off x="5183431" y="1774236"/>
            <a:ext cx="2530912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C0363B-FF32-3B0F-143A-262FEE880CF4}"/>
              </a:ext>
            </a:extLst>
          </p:cNvPr>
          <p:cNvCxnSpPr>
            <a:cxnSpLocks/>
          </p:cNvCxnSpPr>
          <p:nvPr/>
        </p:nvCxnSpPr>
        <p:spPr>
          <a:xfrm>
            <a:off x="5183431" y="2300448"/>
            <a:ext cx="2530912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E9570D-01DC-87C4-AD38-D693F38B8CE4}"/>
              </a:ext>
            </a:extLst>
          </p:cNvPr>
          <p:cNvCxnSpPr>
            <a:cxnSpLocks/>
          </p:cNvCxnSpPr>
          <p:nvPr/>
        </p:nvCxnSpPr>
        <p:spPr>
          <a:xfrm>
            <a:off x="3937094" y="2615876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101F3B-DAD9-A21A-03D9-4C09C8870CF2}"/>
              </a:ext>
            </a:extLst>
          </p:cNvPr>
          <p:cNvSpPr txBox="1"/>
          <p:nvPr/>
        </p:nvSpPr>
        <p:spPr>
          <a:xfrm>
            <a:off x="5891731" y="1853260"/>
            <a:ext cx="1388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Grade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8451A-D8B7-D313-EE58-141A75D58B81}"/>
              </a:ext>
            </a:extLst>
          </p:cNvPr>
          <p:cNvSpPr txBox="1"/>
          <p:nvPr/>
        </p:nvSpPr>
        <p:spPr>
          <a:xfrm>
            <a:off x="2390990" y="1938418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Student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B18BFF-F3CC-F1A1-B481-75E276DE7977}"/>
              </a:ext>
            </a:extLst>
          </p:cNvPr>
          <p:cNvSpPr txBox="1"/>
          <p:nvPr/>
        </p:nvSpPr>
        <p:spPr>
          <a:xfrm>
            <a:off x="5251601" y="2385493"/>
            <a:ext cx="2417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student_id</a:t>
            </a:r>
            <a:r>
              <a:rPr lang="en-US" sz="1600" dirty="0"/>
              <a:t>	FK</a:t>
            </a:r>
          </a:p>
          <a:p>
            <a:r>
              <a:rPr lang="en-US" sz="1600" dirty="0" err="1"/>
              <a:t>course_id</a:t>
            </a:r>
            <a:r>
              <a:rPr lang="en-US" sz="1600" dirty="0"/>
              <a:t>		FK</a:t>
            </a:r>
          </a:p>
          <a:p>
            <a:r>
              <a:rPr lang="en-US" sz="1600" dirty="0"/>
              <a:t>score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BEE58-4658-7CB3-C4E1-2702C0F555E7}"/>
              </a:ext>
            </a:extLst>
          </p:cNvPr>
          <p:cNvSpPr txBox="1"/>
          <p:nvPr/>
        </p:nvSpPr>
        <p:spPr>
          <a:xfrm>
            <a:off x="1497797" y="2411656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2D7965-2A05-9193-D9D9-E396B4EC56D7}"/>
              </a:ext>
            </a:extLst>
          </p:cNvPr>
          <p:cNvSpPr txBox="1"/>
          <p:nvPr/>
        </p:nvSpPr>
        <p:spPr>
          <a:xfrm>
            <a:off x="8707084" y="22935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97F65-D3CB-A962-5A71-0B58F5DBB9A2}"/>
              </a:ext>
            </a:extLst>
          </p:cNvPr>
          <p:cNvSpPr txBox="1"/>
          <p:nvPr/>
        </p:nvSpPr>
        <p:spPr>
          <a:xfrm>
            <a:off x="7714343" y="23174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2B19DE-0E26-7F8E-ECB9-445A07BFC617}"/>
              </a:ext>
            </a:extLst>
          </p:cNvPr>
          <p:cNvSpPr/>
          <p:nvPr/>
        </p:nvSpPr>
        <p:spPr>
          <a:xfrm>
            <a:off x="9017538" y="1763350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2E546B-D864-1177-03FA-E816E7E3E354}"/>
              </a:ext>
            </a:extLst>
          </p:cNvPr>
          <p:cNvCxnSpPr>
            <a:cxnSpLocks/>
          </p:cNvCxnSpPr>
          <p:nvPr/>
        </p:nvCxnSpPr>
        <p:spPr>
          <a:xfrm>
            <a:off x="9017538" y="2289562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9F4004-B25D-4AD6-298A-F7AD0EA6CD9F}"/>
              </a:ext>
            </a:extLst>
          </p:cNvPr>
          <p:cNvSpPr txBox="1"/>
          <p:nvPr/>
        </p:nvSpPr>
        <p:spPr>
          <a:xfrm>
            <a:off x="9930321" y="1837890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1C9FA9-7E5B-FBD9-25D9-98B1E65DC4D8}"/>
              </a:ext>
            </a:extLst>
          </p:cNvPr>
          <p:cNvSpPr txBox="1"/>
          <p:nvPr/>
        </p:nvSpPr>
        <p:spPr>
          <a:xfrm>
            <a:off x="9037128" y="2311128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87812B-3CBA-69DC-953E-F5EEEEC37DD3}"/>
              </a:ext>
            </a:extLst>
          </p:cNvPr>
          <p:cNvCxnSpPr>
            <a:cxnSpLocks/>
          </p:cNvCxnSpPr>
          <p:nvPr/>
        </p:nvCxnSpPr>
        <p:spPr>
          <a:xfrm>
            <a:off x="7714343" y="2601362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7901012-20BF-861D-EF7A-52E47EF032AE}"/>
              </a:ext>
            </a:extLst>
          </p:cNvPr>
          <p:cNvSpPr txBox="1"/>
          <p:nvPr/>
        </p:nvSpPr>
        <p:spPr>
          <a:xfrm>
            <a:off x="3886597" y="230832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3E07CF-14FF-9180-9712-9ADC8DA33CA3}"/>
              </a:ext>
            </a:extLst>
          </p:cNvPr>
          <p:cNvSpPr txBox="1"/>
          <p:nvPr/>
        </p:nvSpPr>
        <p:spPr>
          <a:xfrm>
            <a:off x="4863269" y="23320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02654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ECFB-34A3-EA01-6A17-D0A545523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1;p2">
            <a:extLst>
              <a:ext uri="{FF2B5EF4-FFF2-40B4-BE49-F238E27FC236}">
                <a16:creationId xmlns:a16="http://schemas.microsoft.com/office/drawing/2014/main" id="{78962BF8-B1C1-04DA-A327-2DB8BFDE3DBD}"/>
              </a:ext>
            </a:extLst>
          </p:cNvPr>
          <p:cNvSpPr txBox="1"/>
          <p:nvPr/>
        </p:nvSpPr>
        <p:spPr>
          <a:xfrm>
            <a:off x="1843377" y="309261"/>
            <a:ext cx="865461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query for this request? </a:t>
            </a:r>
            <a:endParaRPr lang="en-US" sz="32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Google Shape;111;p2">
            <a:extLst>
              <a:ext uri="{FF2B5EF4-FFF2-40B4-BE49-F238E27FC236}">
                <a16:creationId xmlns:a16="http://schemas.microsoft.com/office/drawing/2014/main" id="{CF7AA47B-B34E-94E5-203D-DF426228D48C}"/>
              </a:ext>
            </a:extLst>
          </p:cNvPr>
          <p:cNvSpPr txBox="1"/>
          <p:nvPr/>
        </p:nvSpPr>
        <p:spPr>
          <a:xfrm>
            <a:off x="1047919" y="974388"/>
            <a:ext cx="10556275" cy="4616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400" dirty="0"/>
              <a:t>List the names of students who scored above 90 in </a:t>
            </a:r>
            <a:r>
              <a:rPr lang="en-US" sz="2400" b="1" dirty="0"/>
              <a:t>any</a:t>
            </a:r>
            <a:r>
              <a:rPr lang="en-US" sz="2400" dirty="0"/>
              <a:t> course</a:t>
            </a:r>
            <a:endParaRPr lang="en-US" sz="24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6100E5-6FF1-E952-22CB-01EC58751798}"/>
              </a:ext>
            </a:extLst>
          </p:cNvPr>
          <p:cNvSpPr txBox="1"/>
          <p:nvPr/>
        </p:nvSpPr>
        <p:spPr>
          <a:xfrm>
            <a:off x="1752660" y="3928492"/>
            <a:ext cx="5155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Course ON Student.id = Course.id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score &gt; 90;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867F57-7AE3-0FA7-A958-434B6E163ECA}"/>
              </a:ext>
            </a:extLst>
          </p:cNvPr>
          <p:cNvSpPr txBox="1"/>
          <p:nvPr/>
        </p:nvSpPr>
        <p:spPr>
          <a:xfrm>
            <a:off x="1758905" y="5337084"/>
            <a:ext cx="56442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Student.name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JOIN</a:t>
            </a:r>
            <a:r>
              <a:rPr lang="en-US" sz="1400" dirty="0">
                <a:latin typeface="Consolas" panose="020B0609020204030204" pitchFamily="49" charset="0"/>
              </a:rPr>
              <a:t> Grade ON Student.id = </a:t>
            </a:r>
            <a:r>
              <a:rPr lang="en-US" sz="1400" dirty="0" err="1">
                <a:latin typeface="Consolas" panose="020B0609020204030204" pitchFamily="49" charset="0"/>
              </a:rPr>
              <a:t>Grade.student_id</a:t>
            </a:r>
            <a:r>
              <a:rPr lang="en-US" sz="1400" dirty="0">
                <a:latin typeface="Consolas" panose="020B0609020204030204" pitchFamily="49" charset="0"/>
              </a:rPr>
              <a:t>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Grade.score</a:t>
            </a:r>
            <a:r>
              <a:rPr lang="en-US" sz="1400" dirty="0">
                <a:latin typeface="Consolas" panose="020B0609020204030204" pitchFamily="49" charset="0"/>
              </a:rPr>
              <a:t> &gt; 90;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D79D25-1FA3-3CF2-2A43-F16724B196E2}"/>
              </a:ext>
            </a:extLst>
          </p:cNvPr>
          <p:cNvSpPr txBox="1"/>
          <p:nvPr/>
        </p:nvSpPr>
        <p:spPr>
          <a:xfrm>
            <a:off x="7988777" y="3993613"/>
            <a:ext cx="22601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Grade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score &gt; 90;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9B1782-E00B-E0B5-E632-0C4460063F87}"/>
              </a:ext>
            </a:extLst>
          </p:cNvPr>
          <p:cNvSpPr txBox="1"/>
          <p:nvPr/>
        </p:nvSpPr>
        <p:spPr>
          <a:xfrm>
            <a:off x="7990379" y="5410445"/>
            <a:ext cx="30133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SELECT</a:t>
            </a:r>
            <a:r>
              <a:rPr lang="en-US" sz="1400" dirty="0">
                <a:latin typeface="Consolas" panose="020B0609020204030204" pitchFamily="49" charset="0"/>
              </a:rPr>
              <a:t> name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FROM</a:t>
            </a:r>
            <a:r>
              <a:rPr lang="en-US" sz="1400" dirty="0">
                <a:latin typeface="Consolas" panose="020B0609020204030204" pitchFamily="49" charset="0"/>
              </a:rPr>
              <a:t> Student 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WHERE</a:t>
            </a:r>
            <a:r>
              <a:rPr lang="en-US" sz="1400" dirty="0">
                <a:latin typeface="Consolas" panose="020B0609020204030204" pitchFamily="49" charset="0"/>
              </a:rPr>
              <a:t> score &gt; 90;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044101-70C4-12C4-4555-53D30A0C0F29}"/>
              </a:ext>
            </a:extLst>
          </p:cNvPr>
          <p:cNvSpPr txBox="1"/>
          <p:nvPr/>
        </p:nvSpPr>
        <p:spPr>
          <a:xfrm>
            <a:off x="1393798" y="427324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6CB401-8525-FF74-6289-4388136BF97C}"/>
              </a:ext>
            </a:extLst>
          </p:cNvPr>
          <p:cNvSpPr txBox="1"/>
          <p:nvPr/>
        </p:nvSpPr>
        <p:spPr>
          <a:xfrm>
            <a:off x="1393798" y="540263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324DCC-5127-3750-5221-D8DEEC6B7859}"/>
              </a:ext>
            </a:extLst>
          </p:cNvPr>
          <p:cNvSpPr txBox="1"/>
          <p:nvPr/>
        </p:nvSpPr>
        <p:spPr>
          <a:xfrm>
            <a:off x="7645413" y="42583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971029-8E22-5204-17B0-AA28B69F07EB}"/>
              </a:ext>
            </a:extLst>
          </p:cNvPr>
          <p:cNvSpPr txBox="1"/>
          <p:nvPr/>
        </p:nvSpPr>
        <p:spPr>
          <a:xfrm>
            <a:off x="7645413" y="538775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6D15AD-A900-8953-2B68-914F24842E18}"/>
              </a:ext>
            </a:extLst>
          </p:cNvPr>
          <p:cNvSpPr/>
          <p:nvPr/>
        </p:nvSpPr>
        <p:spPr>
          <a:xfrm>
            <a:off x="1478207" y="1863878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C13FC4-316B-B98A-E129-0F8C3FF29AF0}"/>
              </a:ext>
            </a:extLst>
          </p:cNvPr>
          <p:cNvCxnSpPr>
            <a:cxnSpLocks/>
          </p:cNvCxnSpPr>
          <p:nvPr/>
        </p:nvCxnSpPr>
        <p:spPr>
          <a:xfrm>
            <a:off x="1478207" y="2390090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C3589A2-5953-3773-E812-B501375FC946}"/>
              </a:ext>
            </a:extLst>
          </p:cNvPr>
          <p:cNvSpPr/>
          <p:nvPr/>
        </p:nvSpPr>
        <p:spPr>
          <a:xfrm>
            <a:off x="5183431" y="1774236"/>
            <a:ext cx="2530912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BC81BC-A2B1-A812-8F85-C2B4B2D2BE37}"/>
              </a:ext>
            </a:extLst>
          </p:cNvPr>
          <p:cNvCxnSpPr>
            <a:cxnSpLocks/>
          </p:cNvCxnSpPr>
          <p:nvPr/>
        </p:nvCxnSpPr>
        <p:spPr>
          <a:xfrm>
            <a:off x="5183431" y="2300448"/>
            <a:ext cx="2530912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E6EE47-B20D-7428-2533-9753B2FF92EC}"/>
              </a:ext>
            </a:extLst>
          </p:cNvPr>
          <p:cNvCxnSpPr>
            <a:cxnSpLocks/>
          </p:cNvCxnSpPr>
          <p:nvPr/>
        </p:nvCxnSpPr>
        <p:spPr>
          <a:xfrm>
            <a:off x="3937094" y="2615876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E1DD64-916B-A5D1-8C77-D9568C0E694E}"/>
              </a:ext>
            </a:extLst>
          </p:cNvPr>
          <p:cNvSpPr txBox="1"/>
          <p:nvPr/>
        </p:nvSpPr>
        <p:spPr>
          <a:xfrm>
            <a:off x="5891731" y="1853260"/>
            <a:ext cx="1388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Grade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676F7-A63A-103C-3210-631775DEBD7D}"/>
              </a:ext>
            </a:extLst>
          </p:cNvPr>
          <p:cNvSpPr txBox="1"/>
          <p:nvPr/>
        </p:nvSpPr>
        <p:spPr>
          <a:xfrm>
            <a:off x="2390990" y="1938418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Student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882FF3-1BDE-F303-3C34-84EBEE9D67B2}"/>
              </a:ext>
            </a:extLst>
          </p:cNvPr>
          <p:cNvSpPr txBox="1"/>
          <p:nvPr/>
        </p:nvSpPr>
        <p:spPr>
          <a:xfrm>
            <a:off x="5251601" y="2385493"/>
            <a:ext cx="2417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student_id</a:t>
            </a:r>
            <a:r>
              <a:rPr lang="en-US" sz="1600" dirty="0"/>
              <a:t>	FK</a:t>
            </a:r>
          </a:p>
          <a:p>
            <a:r>
              <a:rPr lang="en-US" sz="1600" dirty="0" err="1"/>
              <a:t>course_id</a:t>
            </a:r>
            <a:r>
              <a:rPr lang="en-US" sz="1600" dirty="0"/>
              <a:t>		FK</a:t>
            </a:r>
          </a:p>
          <a:p>
            <a:r>
              <a:rPr lang="en-US" sz="1600" dirty="0"/>
              <a:t>score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F5325F-2406-314C-024B-71F57C4BC41C}"/>
              </a:ext>
            </a:extLst>
          </p:cNvPr>
          <p:cNvSpPr txBox="1"/>
          <p:nvPr/>
        </p:nvSpPr>
        <p:spPr>
          <a:xfrm>
            <a:off x="1497797" y="2411656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35715-1B4A-D20A-30C1-D7A8F6E8D9E3}"/>
              </a:ext>
            </a:extLst>
          </p:cNvPr>
          <p:cNvSpPr txBox="1"/>
          <p:nvPr/>
        </p:nvSpPr>
        <p:spPr>
          <a:xfrm>
            <a:off x="8707084" y="22935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308B45-3BE3-3B5E-127E-FEED8FACBA57}"/>
              </a:ext>
            </a:extLst>
          </p:cNvPr>
          <p:cNvSpPr txBox="1"/>
          <p:nvPr/>
        </p:nvSpPr>
        <p:spPr>
          <a:xfrm>
            <a:off x="7714343" y="23174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C9F32D-C8FE-54DB-BFDF-7349D47138DA}"/>
              </a:ext>
            </a:extLst>
          </p:cNvPr>
          <p:cNvSpPr/>
          <p:nvPr/>
        </p:nvSpPr>
        <p:spPr>
          <a:xfrm>
            <a:off x="9017538" y="1763350"/>
            <a:ext cx="2417014" cy="142335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54B1B5-CF13-90BB-E561-A9575C5B380B}"/>
              </a:ext>
            </a:extLst>
          </p:cNvPr>
          <p:cNvCxnSpPr>
            <a:cxnSpLocks/>
          </p:cNvCxnSpPr>
          <p:nvPr/>
        </p:nvCxnSpPr>
        <p:spPr>
          <a:xfrm>
            <a:off x="9017538" y="2289562"/>
            <a:ext cx="2417014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D6C5BC9-F464-676B-A513-DF1C02A93116}"/>
              </a:ext>
            </a:extLst>
          </p:cNvPr>
          <p:cNvSpPr txBox="1"/>
          <p:nvPr/>
        </p:nvSpPr>
        <p:spPr>
          <a:xfrm>
            <a:off x="9930321" y="1837890"/>
            <a:ext cx="972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Course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11ABA2-8A9E-6CE6-8E3F-76B740093BE9}"/>
              </a:ext>
            </a:extLst>
          </p:cNvPr>
          <p:cNvSpPr txBox="1"/>
          <p:nvPr/>
        </p:nvSpPr>
        <p:spPr>
          <a:xfrm>
            <a:off x="9037128" y="2311128"/>
            <a:ext cx="2306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id		PK</a:t>
            </a:r>
          </a:p>
          <a:p>
            <a:r>
              <a:rPr lang="en-US" sz="1600" dirty="0"/>
              <a:t>title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B777804-2503-20ED-EA57-C8DCC37F9322}"/>
              </a:ext>
            </a:extLst>
          </p:cNvPr>
          <p:cNvCxnSpPr>
            <a:cxnSpLocks/>
          </p:cNvCxnSpPr>
          <p:nvPr/>
        </p:nvCxnSpPr>
        <p:spPr>
          <a:xfrm>
            <a:off x="7714343" y="2601362"/>
            <a:ext cx="1246337" cy="0"/>
          </a:xfrm>
          <a:prstGeom prst="lin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0E41BA9-57C2-68C2-5CC9-6460561E5C07}"/>
              </a:ext>
            </a:extLst>
          </p:cNvPr>
          <p:cNvSpPr txBox="1"/>
          <p:nvPr/>
        </p:nvSpPr>
        <p:spPr>
          <a:xfrm>
            <a:off x="3886597" y="230832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DA6E71-5CC6-84E8-DE6F-52C4593C1F3A}"/>
              </a:ext>
            </a:extLst>
          </p:cNvPr>
          <p:cNvSpPr txBox="1"/>
          <p:nvPr/>
        </p:nvSpPr>
        <p:spPr>
          <a:xfrm>
            <a:off x="4863269" y="23320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913085-DF0A-9FAA-3FA9-EDC181AC8A1C}"/>
              </a:ext>
            </a:extLst>
          </p:cNvPr>
          <p:cNvSpPr/>
          <p:nvPr/>
        </p:nvSpPr>
        <p:spPr>
          <a:xfrm>
            <a:off x="1256292" y="5347905"/>
            <a:ext cx="520700" cy="520700"/>
          </a:xfrm>
          <a:prstGeom prst="ellipse">
            <a:avLst/>
          </a:prstGeom>
          <a:noFill/>
          <a:ln>
            <a:solidFill>
              <a:srgbClr val="37B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107;p2">
            <a:extLst>
              <a:ext uri="{FF2B5EF4-FFF2-40B4-BE49-F238E27FC236}">
                <a16:creationId xmlns:a16="http://schemas.microsoft.com/office/drawing/2014/main" id="{32C431C1-8546-26E6-B5CB-D931DE118D13}"/>
              </a:ext>
            </a:extLst>
          </p:cNvPr>
          <p:cNvSpPr txBox="1"/>
          <p:nvPr/>
        </p:nvSpPr>
        <p:spPr>
          <a:xfrm rot="20091581">
            <a:off x="137890" y="350885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0561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BF6645CB-F9D1-F2D2-EEFF-0FCB8DB4EE83}"/>
              </a:ext>
            </a:extLst>
          </p:cNvPr>
          <p:cNvSpPr txBox="1"/>
          <p:nvPr/>
        </p:nvSpPr>
        <p:spPr>
          <a:xfrm>
            <a:off x="2519425" y="159525"/>
            <a:ext cx="69155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</a:t>
            </a:r>
            <a:r>
              <a:rPr lang="en-US" sz="48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en-US" sz="48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223080-0F77-BF5A-546A-0F91A58D6857}"/>
              </a:ext>
            </a:extLst>
          </p:cNvPr>
          <p:cNvSpPr/>
          <p:nvPr/>
        </p:nvSpPr>
        <p:spPr>
          <a:xfrm>
            <a:off x="2933700" y="2183883"/>
            <a:ext cx="6324600" cy="4254500"/>
          </a:xfrm>
          <a:custGeom>
            <a:avLst/>
            <a:gdLst>
              <a:gd name="connsiteX0" fmla="*/ 0 w 6324600"/>
              <a:gd name="connsiteY0" fmla="*/ 709098 h 4254500"/>
              <a:gd name="connsiteX1" fmla="*/ 709098 w 6324600"/>
              <a:gd name="connsiteY1" fmla="*/ 0 h 4254500"/>
              <a:gd name="connsiteX2" fmla="*/ 1352382 w 6324600"/>
              <a:gd name="connsiteY2" fmla="*/ 0 h 4254500"/>
              <a:gd name="connsiteX3" fmla="*/ 1848474 w 6324600"/>
              <a:gd name="connsiteY3" fmla="*/ 0 h 4254500"/>
              <a:gd name="connsiteX4" fmla="*/ 2295502 w 6324600"/>
              <a:gd name="connsiteY4" fmla="*/ 0 h 4254500"/>
              <a:gd name="connsiteX5" fmla="*/ 2889722 w 6324600"/>
              <a:gd name="connsiteY5" fmla="*/ 0 h 4254500"/>
              <a:gd name="connsiteX6" fmla="*/ 3385814 w 6324600"/>
              <a:gd name="connsiteY6" fmla="*/ 0 h 4254500"/>
              <a:gd name="connsiteX7" fmla="*/ 4029098 w 6324600"/>
              <a:gd name="connsiteY7" fmla="*/ 0 h 4254500"/>
              <a:gd name="connsiteX8" fmla="*/ 4476126 w 6324600"/>
              <a:gd name="connsiteY8" fmla="*/ 0 h 4254500"/>
              <a:gd name="connsiteX9" fmla="*/ 5119410 w 6324600"/>
              <a:gd name="connsiteY9" fmla="*/ 0 h 4254500"/>
              <a:gd name="connsiteX10" fmla="*/ 5615502 w 6324600"/>
              <a:gd name="connsiteY10" fmla="*/ 0 h 4254500"/>
              <a:gd name="connsiteX11" fmla="*/ 6324600 w 6324600"/>
              <a:gd name="connsiteY11" fmla="*/ 709098 h 4254500"/>
              <a:gd name="connsiteX12" fmla="*/ 6324600 w 6324600"/>
              <a:gd name="connsiteY12" fmla="*/ 1304722 h 4254500"/>
              <a:gd name="connsiteX13" fmla="*/ 6324600 w 6324600"/>
              <a:gd name="connsiteY13" fmla="*/ 1928709 h 4254500"/>
              <a:gd name="connsiteX14" fmla="*/ 6324600 w 6324600"/>
              <a:gd name="connsiteY14" fmla="*/ 2552696 h 4254500"/>
              <a:gd name="connsiteX15" fmla="*/ 6324600 w 6324600"/>
              <a:gd name="connsiteY15" fmla="*/ 3545402 h 4254500"/>
              <a:gd name="connsiteX16" fmla="*/ 5615502 w 6324600"/>
              <a:gd name="connsiteY16" fmla="*/ 4254500 h 4254500"/>
              <a:gd name="connsiteX17" fmla="*/ 5021282 w 6324600"/>
              <a:gd name="connsiteY17" fmla="*/ 4254500 h 4254500"/>
              <a:gd name="connsiteX18" fmla="*/ 4623318 w 6324600"/>
              <a:gd name="connsiteY18" fmla="*/ 4254500 h 4254500"/>
              <a:gd name="connsiteX19" fmla="*/ 4176290 w 6324600"/>
              <a:gd name="connsiteY19" fmla="*/ 4254500 h 4254500"/>
              <a:gd name="connsiteX20" fmla="*/ 3533006 w 6324600"/>
              <a:gd name="connsiteY20" fmla="*/ 4254500 h 4254500"/>
              <a:gd name="connsiteX21" fmla="*/ 2987850 w 6324600"/>
              <a:gd name="connsiteY21" fmla="*/ 4254500 h 4254500"/>
              <a:gd name="connsiteX22" fmla="*/ 2540822 w 6324600"/>
              <a:gd name="connsiteY22" fmla="*/ 4254500 h 4254500"/>
              <a:gd name="connsiteX23" fmla="*/ 1995666 w 6324600"/>
              <a:gd name="connsiteY23" fmla="*/ 4254500 h 4254500"/>
              <a:gd name="connsiteX24" fmla="*/ 1597702 w 6324600"/>
              <a:gd name="connsiteY24" fmla="*/ 4254500 h 4254500"/>
              <a:gd name="connsiteX25" fmla="*/ 1199738 w 6324600"/>
              <a:gd name="connsiteY25" fmla="*/ 4254500 h 4254500"/>
              <a:gd name="connsiteX26" fmla="*/ 709098 w 6324600"/>
              <a:gd name="connsiteY26" fmla="*/ 4254500 h 4254500"/>
              <a:gd name="connsiteX27" fmla="*/ 0 w 6324600"/>
              <a:gd name="connsiteY27" fmla="*/ 3545402 h 4254500"/>
              <a:gd name="connsiteX28" fmla="*/ 0 w 6324600"/>
              <a:gd name="connsiteY28" fmla="*/ 3063230 h 4254500"/>
              <a:gd name="connsiteX29" fmla="*/ 0 w 6324600"/>
              <a:gd name="connsiteY29" fmla="*/ 2467606 h 4254500"/>
              <a:gd name="connsiteX30" fmla="*/ 0 w 6324600"/>
              <a:gd name="connsiteY30" fmla="*/ 1985435 h 4254500"/>
              <a:gd name="connsiteX31" fmla="*/ 0 w 6324600"/>
              <a:gd name="connsiteY31" fmla="*/ 1389811 h 4254500"/>
              <a:gd name="connsiteX32" fmla="*/ 0 w 6324600"/>
              <a:gd name="connsiteY32" fmla="*/ 709098 h 425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324600" h="4254500" extrusionOk="0">
                <a:moveTo>
                  <a:pt x="0" y="709098"/>
                </a:moveTo>
                <a:cubicBezTo>
                  <a:pt x="-77875" y="269439"/>
                  <a:pt x="225645" y="34465"/>
                  <a:pt x="709098" y="0"/>
                </a:cubicBezTo>
                <a:cubicBezTo>
                  <a:pt x="945281" y="-66178"/>
                  <a:pt x="1109589" y="48269"/>
                  <a:pt x="1352382" y="0"/>
                </a:cubicBezTo>
                <a:cubicBezTo>
                  <a:pt x="1595175" y="-48269"/>
                  <a:pt x="1631654" y="14442"/>
                  <a:pt x="1848474" y="0"/>
                </a:cubicBezTo>
                <a:cubicBezTo>
                  <a:pt x="2065294" y="-14442"/>
                  <a:pt x="2167158" y="47070"/>
                  <a:pt x="2295502" y="0"/>
                </a:cubicBezTo>
                <a:cubicBezTo>
                  <a:pt x="2423846" y="-47070"/>
                  <a:pt x="2692383" y="70648"/>
                  <a:pt x="2889722" y="0"/>
                </a:cubicBezTo>
                <a:cubicBezTo>
                  <a:pt x="3087061" y="-70648"/>
                  <a:pt x="3234397" y="33104"/>
                  <a:pt x="3385814" y="0"/>
                </a:cubicBezTo>
                <a:cubicBezTo>
                  <a:pt x="3537231" y="-33104"/>
                  <a:pt x="3856332" y="68402"/>
                  <a:pt x="4029098" y="0"/>
                </a:cubicBezTo>
                <a:cubicBezTo>
                  <a:pt x="4201864" y="-68402"/>
                  <a:pt x="4382539" y="39586"/>
                  <a:pt x="4476126" y="0"/>
                </a:cubicBezTo>
                <a:cubicBezTo>
                  <a:pt x="4569713" y="-39586"/>
                  <a:pt x="4836852" y="22621"/>
                  <a:pt x="5119410" y="0"/>
                </a:cubicBezTo>
                <a:cubicBezTo>
                  <a:pt x="5401968" y="-22621"/>
                  <a:pt x="5507459" y="39326"/>
                  <a:pt x="5615502" y="0"/>
                </a:cubicBezTo>
                <a:cubicBezTo>
                  <a:pt x="5991320" y="-904"/>
                  <a:pt x="6337519" y="282046"/>
                  <a:pt x="6324600" y="709098"/>
                </a:cubicBezTo>
                <a:cubicBezTo>
                  <a:pt x="6333754" y="842270"/>
                  <a:pt x="6291103" y="1032154"/>
                  <a:pt x="6324600" y="1304722"/>
                </a:cubicBezTo>
                <a:cubicBezTo>
                  <a:pt x="6358097" y="1577290"/>
                  <a:pt x="6298812" y="1651696"/>
                  <a:pt x="6324600" y="1928709"/>
                </a:cubicBezTo>
                <a:cubicBezTo>
                  <a:pt x="6350388" y="2205722"/>
                  <a:pt x="6324240" y="2303332"/>
                  <a:pt x="6324600" y="2552696"/>
                </a:cubicBezTo>
                <a:cubicBezTo>
                  <a:pt x="6324960" y="2802060"/>
                  <a:pt x="6283589" y="3227072"/>
                  <a:pt x="6324600" y="3545402"/>
                </a:cubicBezTo>
                <a:cubicBezTo>
                  <a:pt x="6247254" y="3864152"/>
                  <a:pt x="5996546" y="4238684"/>
                  <a:pt x="5615502" y="4254500"/>
                </a:cubicBezTo>
                <a:cubicBezTo>
                  <a:pt x="5351288" y="4311009"/>
                  <a:pt x="5208949" y="4239914"/>
                  <a:pt x="5021282" y="4254500"/>
                </a:cubicBezTo>
                <a:cubicBezTo>
                  <a:pt x="4833615" y="4269086"/>
                  <a:pt x="4770029" y="4234395"/>
                  <a:pt x="4623318" y="4254500"/>
                </a:cubicBezTo>
                <a:cubicBezTo>
                  <a:pt x="4476607" y="4274605"/>
                  <a:pt x="4346790" y="4240254"/>
                  <a:pt x="4176290" y="4254500"/>
                </a:cubicBezTo>
                <a:cubicBezTo>
                  <a:pt x="4005790" y="4268746"/>
                  <a:pt x="3767132" y="4217684"/>
                  <a:pt x="3533006" y="4254500"/>
                </a:cubicBezTo>
                <a:cubicBezTo>
                  <a:pt x="3298880" y="4291316"/>
                  <a:pt x="3190388" y="4234662"/>
                  <a:pt x="2987850" y="4254500"/>
                </a:cubicBezTo>
                <a:cubicBezTo>
                  <a:pt x="2785312" y="4274338"/>
                  <a:pt x="2721881" y="4224374"/>
                  <a:pt x="2540822" y="4254500"/>
                </a:cubicBezTo>
                <a:cubicBezTo>
                  <a:pt x="2359763" y="4284626"/>
                  <a:pt x="2222487" y="4223866"/>
                  <a:pt x="1995666" y="4254500"/>
                </a:cubicBezTo>
                <a:cubicBezTo>
                  <a:pt x="1768845" y="4285134"/>
                  <a:pt x="1768845" y="4240100"/>
                  <a:pt x="1597702" y="4254500"/>
                </a:cubicBezTo>
                <a:cubicBezTo>
                  <a:pt x="1426559" y="4268900"/>
                  <a:pt x="1331999" y="4223433"/>
                  <a:pt x="1199738" y="4254500"/>
                </a:cubicBezTo>
                <a:cubicBezTo>
                  <a:pt x="1067477" y="4285567"/>
                  <a:pt x="812884" y="4203028"/>
                  <a:pt x="709098" y="4254500"/>
                </a:cubicBezTo>
                <a:cubicBezTo>
                  <a:pt x="411566" y="4287431"/>
                  <a:pt x="31658" y="4043663"/>
                  <a:pt x="0" y="3545402"/>
                </a:cubicBezTo>
                <a:cubicBezTo>
                  <a:pt x="-35113" y="3345681"/>
                  <a:pt x="4007" y="3285362"/>
                  <a:pt x="0" y="3063230"/>
                </a:cubicBezTo>
                <a:cubicBezTo>
                  <a:pt x="-4007" y="2841098"/>
                  <a:pt x="67620" y="2683993"/>
                  <a:pt x="0" y="2467606"/>
                </a:cubicBezTo>
                <a:cubicBezTo>
                  <a:pt x="-67620" y="2251219"/>
                  <a:pt x="1711" y="2219793"/>
                  <a:pt x="0" y="1985435"/>
                </a:cubicBezTo>
                <a:cubicBezTo>
                  <a:pt x="-1711" y="1751077"/>
                  <a:pt x="12282" y="1552256"/>
                  <a:pt x="0" y="1389811"/>
                </a:cubicBezTo>
                <a:cubicBezTo>
                  <a:pt x="-12282" y="1227366"/>
                  <a:pt x="79002" y="959931"/>
                  <a:pt x="0" y="709098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E5B15-B032-0915-08CC-6D5D0C3B5A26}"/>
              </a:ext>
            </a:extLst>
          </p:cNvPr>
          <p:cNvSpPr txBox="1"/>
          <p:nvPr/>
        </p:nvSpPr>
        <p:spPr>
          <a:xfrm>
            <a:off x="4792526" y="2348983"/>
            <a:ext cx="2483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NODE BACK 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73EA7B-C549-47FF-56C8-391FE9FF3E54}"/>
              </a:ext>
            </a:extLst>
          </p:cNvPr>
          <p:cNvSpPr/>
          <p:nvPr/>
        </p:nvSpPr>
        <p:spPr>
          <a:xfrm>
            <a:off x="3232150" y="3399033"/>
            <a:ext cx="1758950" cy="2286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Router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877C3A-A040-74BD-BCB2-BD55CBA1B59A}"/>
              </a:ext>
            </a:extLst>
          </p:cNvPr>
          <p:cNvSpPr/>
          <p:nvPr/>
        </p:nvSpPr>
        <p:spPr>
          <a:xfrm>
            <a:off x="5200650" y="3399033"/>
            <a:ext cx="1758950" cy="2286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Controller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41CA9-696E-3C3A-BEFC-05DBC11C3714}"/>
              </a:ext>
            </a:extLst>
          </p:cNvPr>
          <p:cNvSpPr/>
          <p:nvPr/>
        </p:nvSpPr>
        <p:spPr>
          <a:xfrm>
            <a:off x="7158174" y="3399032"/>
            <a:ext cx="1758950" cy="2286563"/>
          </a:xfrm>
          <a:prstGeom prst="rect">
            <a:avLst/>
          </a:prstGeom>
          <a:solidFill>
            <a:schemeClr val="accent4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Repository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04413D83-BD0E-3815-C732-9B6179E71A2C}"/>
              </a:ext>
            </a:extLst>
          </p:cNvPr>
          <p:cNvSpPr/>
          <p:nvPr/>
        </p:nvSpPr>
        <p:spPr>
          <a:xfrm>
            <a:off x="9742172" y="3615236"/>
            <a:ext cx="1193800" cy="1587754"/>
          </a:xfrm>
          <a:prstGeom prst="ca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0D6D301-C67E-9EE0-667E-37098803600B}"/>
              </a:ext>
            </a:extLst>
          </p:cNvPr>
          <p:cNvSpPr/>
          <p:nvPr/>
        </p:nvSpPr>
        <p:spPr>
          <a:xfrm>
            <a:off x="1541017" y="3936483"/>
            <a:ext cx="978408" cy="48463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F317940-D7D5-14B0-52D2-9920AED94F24}"/>
              </a:ext>
            </a:extLst>
          </p:cNvPr>
          <p:cNvSpPr/>
          <p:nvPr/>
        </p:nvSpPr>
        <p:spPr>
          <a:xfrm rot="10800000">
            <a:off x="1471420" y="4518651"/>
            <a:ext cx="978408" cy="4846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82CDAE-086E-DFB7-2FDB-E5549F85D26D}"/>
              </a:ext>
            </a:extLst>
          </p:cNvPr>
          <p:cNvSpPr txBox="1"/>
          <p:nvPr/>
        </p:nvSpPr>
        <p:spPr>
          <a:xfrm>
            <a:off x="9747185" y="5229229"/>
            <a:ext cx="1188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MySQL</a:t>
            </a:r>
          </a:p>
          <a:p>
            <a:pPr algn="ctr"/>
            <a:r>
              <a:rPr lang="en-US" b="1" dirty="0"/>
              <a:t>Database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9165B1-9665-A005-A99C-D1C37864F736}"/>
              </a:ext>
            </a:extLst>
          </p:cNvPr>
          <p:cNvSpPr txBox="1"/>
          <p:nvPr/>
        </p:nvSpPr>
        <p:spPr>
          <a:xfrm>
            <a:off x="1290875" y="5336190"/>
            <a:ext cx="1118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Requests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A2CF78-9563-13EF-6E0E-062E18B617C3}"/>
              </a:ext>
            </a:extLst>
          </p:cNvPr>
          <p:cNvSpPr txBox="1"/>
          <p:nvPr/>
        </p:nvSpPr>
        <p:spPr>
          <a:xfrm>
            <a:off x="2284923" y="1088014"/>
            <a:ext cx="8256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Let s connect Node.js Express to MySQL Database in 7 steps</a:t>
            </a:r>
          </a:p>
        </p:txBody>
      </p:sp>
    </p:spTree>
    <p:extLst>
      <p:ext uri="{BB962C8B-B14F-4D97-AF65-F5344CB8AC3E}">
        <p14:creationId xmlns:p14="http://schemas.microsoft.com/office/powerpoint/2010/main" val="3762396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932C-6DED-E48F-27C2-AA076121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8B542-CCF6-7F5C-E03E-461F1C3E18BA}"/>
              </a:ext>
            </a:extLst>
          </p:cNvPr>
          <p:cNvSpPr txBox="1"/>
          <p:nvPr/>
        </p:nvSpPr>
        <p:spPr>
          <a:xfrm>
            <a:off x="215900" y="1516339"/>
            <a:ext cx="3987800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</a:rPr>
              <a:t>1.  REQUIRED PACKAGES</a:t>
            </a:r>
          </a:p>
          <a:p>
            <a:pPr>
              <a:lnSpc>
                <a:spcPct val="200000"/>
              </a:lnSpc>
            </a:pPr>
            <a:r>
              <a:rPr lang="en-US" dirty="0"/>
              <a:t>2.  FOLDER STRUCTURE</a:t>
            </a:r>
          </a:p>
          <a:p>
            <a:pPr>
              <a:lnSpc>
                <a:spcPct val="200000"/>
              </a:lnSpc>
            </a:pPr>
            <a:r>
              <a:rPr lang="en-US" dirty="0"/>
              <a:t>3.  ENVIRONMENT VARIABLES (.ENV)</a:t>
            </a:r>
          </a:p>
          <a:p>
            <a:pPr>
              <a:lnSpc>
                <a:spcPct val="200000"/>
              </a:lnSpc>
            </a:pPr>
            <a:r>
              <a:rPr lang="en-US" dirty="0"/>
              <a:t>4.  DATABASE CONNECTION MODULE</a:t>
            </a:r>
          </a:p>
          <a:p>
            <a:pPr>
              <a:lnSpc>
                <a:spcPct val="200000"/>
              </a:lnSpc>
            </a:pPr>
            <a:r>
              <a:rPr lang="en-US" dirty="0"/>
              <a:t>5.  REPOSITORY 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CONTROLLER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ROUTES LAYER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023E8F09-00EA-C05A-7578-A7F36825CDD0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137A95-EEBD-9DFC-9523-F84ECDB2BA53}"/>
              </a:ext>
            </a:extLst>
          </p:cNvPr>
          <p:cNvCxnSpPr/>
          <p:nvPr/>
        </p:nvCxnSpPr>
        <p:spPr>
          <a:xfrm flipV="1">
            <a:off x="4203700" y="978432"/>
            <a:ext cx="0" cy="48895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600113-4DA6-B5D4-5240-ED1F21BA27C7}"/>
              </a:ext>
            </a:extLst>
          </p:cNvPr>
          <p:cNvSpPr txBox="1"/>
          <p:nvPr/>
        </p:nvSpPr>
        <p:spPr>
          <a:xfrm>
            <a:off x="4572000" y="841662"/>
            <a:ext cx="4373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Required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Packages</a:t>
            </a:r>
          </a:p>
        </p:txBody>
      </p:sp>
      <p:sp>
        <p:nvSpPr>
          <p:cNvPr id="9" name="Google Shape;111;p2">
            <a:extLst>
              <a:ext uri="{FF2B5EF4-FFF2-40B4-BE49-F238E27FC236}">
                <a16:creationId xmlns:a16="http://schemas.microsoft.com/office/drawing/2014/main" id="{C48108B7-152D-A770-CA60-ED52C4C22F5F}"/>
              </a:ext>
            </a:extLst>
          </p:cNvPr>
          <p:cNvSpPr txBox="1"/>
          <p:nvPr/>
        </p:nvSpPr>
        <p:spPr>
          <a:xfrm>
            <a:off x="4572000" y="1992481"/>
            <a:ext cx="5803900" cy="70784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npm init -y</a:t>
            </a:r>
          </a:p>
          <a:p>
            <a:pPr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npm install express </a:t>
            </a:r>
            <a:r>
              <a:rPr lang="sv-SE" sz="2000" b="1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mysql2</a:t>
            </a: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sv-SE" sz="2000" b="1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dotenv</a:t>
            </a:r>
            <a:endParaRPr lang="en-US" sz="2000" b="1" strike="noStrike" cap="none" dirty="0">
              <a:solidFill>
                <a:srgbClr val="0070C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E76F1-8DA7-2C92-D0A9-DC158A602ED4}"/>
              </a:ext>
            </a:extLst>
          </p:cNvPr>
          <p:cNvSpPr txBox="1"/>
          <p:nvPr/>
        </p:nvSpPr>
        <p:spPr>
          <a:xfrm rot="21142143">
            <a:off x="4710342" y="3704225"/>
            <a:ext cx="3649132" cy="61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accent2"/>
                </a:solidFill>
                <a:latin typeface="Comic Sans MS" panose="030F0702030302020204" pitchFamily="66" charset="0"/>
              </a:rPr>
              <a:t>Let Node.js connect to and query </a:t>
            </a:r>
            <a:r>
              <a:rPr lang="en-US" sz="12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MySQL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accent2"/>
                </a:solidFill>
                <a:latin typeface="Comic Sans MS" panose="030F0702030302020204" pitchFamily="66" charset="0"/>
              </a:rPr>
              <a:t>Supports promises (async/await)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3D65D6-0D8A-1C32-366B-6C969DBD09FC}"/>
              </a:ext>
            </a:extLst>
          </p:cNvPr>
          <p:cNvCxnSpPr>
            <a:cxnSpLocks/>
          </p:cNvCxnSpPr>
          <p:nvPr/>
        </p:nvCxnSpPr>
        <p:spPr>
          <a:xfrm flipV="1">
            <a:off x="6990497" y="2864217"/>
            <a:ext cx="659336" cy="7023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30FEA8-CC4F-5470-CA0A-6E0D3367C4B7}"/>
              </a:ext>
            </a:extLst>
          </p:cNvPr>
          <p:cNvCxnSpPr>
            <a:cxnSpLocks/>
          </p:cNvCxnSpPr>
          <p:nvPr/>
        </p:nvCxnSpPr>
        <p:spPr>
          <a:xfrm flipV="1">
            <a:off x="8384200" y="2864217"/>
            <a:ext cx="561305" cy="20398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92E515-EA5B-E4A9-E085-C3EB4D69B5B0}"/>
              </a:ext>
            </a:extLst>
          </p:cNvPr>
          <p:cNvSpPr txBox="1"/>
          <p:nvPr/>
        </p:nvSpPr>
        <p:spPr>
          <a:xfrm rot="21142143">
            <a:off x="7011841" y="4799342"/>
            <a:ext cx="4412962" cy="61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Loads variables from .env into </a:t>
            </a:r>
            <a:r>
              <a:rPr lang="en-US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process.env</a:t>
            </a:r>
            <a:endParaRPr lang="en-US" sz="12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Keeps DB credentials and configs out of your code</a:t>
            </a:r>
          </a:p>
        </p:txBody>
      </p:sp>
    </p:spTree>
    <p:extLst>
      <p:ext uri="{BB962C8B-B14F-4D97-AF65-F5344CB8AC3E}">
        <p14:creationId xmlns:p14="http://schemas.microsoft.com/office/powerpoint/2010/main" val="2425655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2101-3D2A-38C5-2803-2D211C7B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8376AB-1289-5846-BA57-3F60D4964921}"/>
              </a:ext>
            </a:extLst>
          </p:cNvPr>
          <p:cNvSpPr txBox="1"/>
          <p:nvPr/>
        </p:nvSpPr>
        <p:spPr>
          <a:xfrm>
            <a:off x="215900" y="1516339"/>
            <a:ext cx="3987800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1.  REQUIRED PACKAGES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</a:rPr>
              <a:t>2.  FOLDER STRUCTURE</a:t>
            </a:r>
          </a:p>
          <a:p>
            <a:pPr>
              <a:lnSpc>
                <a:spcPct val="200000"/>
              </a:lnSpc>
            </a:pPr>
            <a:r>
              <a:rPr lang="en-US" dirty="0"/>
              <a:t>3.  ENVIRONMENT VARIABLES (.ENV)</a:t>
            </a:r>
          </a:p>
          <a:p>
            <a:pPr>
              <a:lnSpc>
                <a:spcPct val="200000"/>
              </a:lnSpc>
            </a:pPr>
            <a:r>
              <a:rPr lang="en-US" dirty="0"/>
              <a:t>4.  DATABASE CONNECTION MODULE</a:t>
            </a:r>
          </a:p>
          <a:p>
            <a:pPr>
              <a:lnSpc>
                <a:spcPct val="200000"/>
              </a:lnSpc>
            </a:pPr>
            <a:r>
              <a:rPr lang="en-US" dirty="0"/>
              <a:t>5.  REPOSITORY 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CONTROLLER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ROUTES LAYER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4B2BCCB8-EB9F-5A3B-7B14-AB31C7E1F92C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20A922-1138-6FBD-69A7-8FDB50612FEB}"/>
              </a:ext>
            </a:extLst>
          </p:cNvPr>
          <p:cNvSpPr txBox="1"/>
          <p:nvPr/>
        </p:nvSpPr>
        <p:spPr>
          <a:xfrm>
            <a:off x="4059513" y="489902"/>
            <a:ext cx="4072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Folder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</a:p>
        </p:txBody>
      </p:sp>
      <p:sp>
        <p:nvSpPr>
          <p:cNvPr id="9" name="Google Shape;111;p2">
            <a:extLst>
              <a:ext uri="{FF2B5EF4-FFF2-40B4-BE49-F238E27FC236}">
                <a16:creationId xmlns:a16="http://schemas.microsoft.com/office/drawing/2014/main" id="{B671E4D9-D84C-E498-475D-02595DE9625E}"/>
              </a:ext>
            </a:extLst>
          </p:cNvPr>
          <p:cNvSpPr txBox="1"/>
          <p:nvPr/>
        </p:nvSpPr>
        <p:spPr>
          <a:xfrm>
            <a:off x="4246286" y="1196409"/>
            <a:ext cx="4216400" cy="51706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</a:t>
            </a:r>
            <a:r>
              <a:rPr lang="sv-SE" sz="20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controllers</a:t>
            </a: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userController.js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</a:t>
            </a:r>
            <a:r>
              <a:rPr lang="sv-SE" sz="2000" b="1" dirty="0">
                <a:solidFill>
                  <a:schemeClr val="accent5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repositories</a:t>
            </a: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userRepository.js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routes/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userRoutes.js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db/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│   └── </a:t>
            </a:r>
            <a:r>
              <a:rPr lang="sv-SE" sz="2000" b="1" dirty="0">
                <a:solidFill>
                  <a:schemeClr val="accent4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database.js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.env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sv-SE" sz="2000" dirty="0">
                <a:solidFill>
                  <a:schemeClr val="dk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├── server.js</a:t>
            </a:r>
            <a:endParaRPr lang="en-US" sz="2000" b="1" strike="noStrike" cap="none" dirty="0">
              <a:solidFill>
                <a:srgbClr val="0070C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4FDEF-B4F4-8BEB-134E-B99788D11FE9}"/>
              </a:ext>
            </a:extLst>
          </p:cNvPr>
          <p:cNvSpPr txBox="1"/>
          <p:nvPr/>
        </p:nvSpPr>
        <p:spPr>
          <a:xfrm>
            <a:off x="8839305" y="1684474"/>
            <a:ext cx="2909641" cy="42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Handles business logic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226E3A-942A-F51A-4CDB-5BF469D1017E}"/>
              </a:ext>
            </a:extLst>
          </p:cNvPr>
          <p:cNvCxnSpPr>
            <a:cxnSpLocks/>
          </p:cNvCxnSpPr>
          <p:nvPr/>
        </p:nvCxnSpPr>
        <p:spPr>
          <a:xfrm flipH="1">
            <a:off x="6647543" y="2024648"/>
            <a:ext cx="219176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6B6A53-2864-DAFB-66F6-C186F1E0FFA4}"/>
              </a:ext>
            </a:extLst>
          </p:cNvPr>
          <p:cNvCxnSpPr>
            <a:cxnSpLocks/>
          </p:cNvCxnSpPr>
          <p:nvPr/>
        </p:nvCxnSpPr>
        <p:spPr>
          <a:xfrm flipH="1">
            <a:off x="6778171" y="2838062"/>
            <a:ext cx="206113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791FDF-CC05-B5FC-B3C4-EDF27B340154}"/>
              </a:ext>
            </a:extLst>
          </p:cNvPr>
          <p:cNvSpPr txBox="1"/>
          <p:nvPr/>
        </p:nvSpPr>
        <p:spPr>
          <a:xfrm>
            <a:off x="8839305" y="2606760"/>
            <a:ext cx="2909641" cy="42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5"/>
                </a:solidFill>
                <a:latin typeface="Comic Sans MS" panose="030F0702030302020204" pitchFamily="66" charset="0"/>
              </a:rPr>
              <a:t>Handles database queries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173BB3-067B-938E-3FBF-657CB03C2B62}"/>
              </a:ext>
            </a:extLst>
          </p:cNvPr>
          <p:cNvCxnSpPr>
            <a:cxnSpLocks/>
          </p:cNvCxnSpPr>
          <p:nvPr/>
        </p:nvCxnSpPr>
        <p:spPr>
          <a:xfrm flipH="1">
            <a:off x="7201084" y="5137525"/>
            <a:ext cx="147845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580CEA3-AA6C-8B43-2309-B1783282DBEC}"/>
              </a:ext>
            </a:extLst>
          </p:cNvPr>
          <p:cNvSpPr txBox="1"/>
          <p:nvPr/>
        </p:nvSpPr>
        <p:spPr>
          <a:xfrm>
            <a:off x="8839305" y="4451333"/>
            <a:ext cx="2909641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4"/>
                </a:solidFill>
                <a:latin typeface="Comic Sans MS" panose="030F0702030302020204" pitchFamily="66" charset="0"/>
              </a:rPr>
              <a:t>Create a reusable database connection pool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701242-C6CA-F166-E24B-98F8E2F93166}"/>
              </a:ext>
            </a:extLst>
          </p:cNvPr>
          <p:cNvCxnSpPr>
            <a:cxnSpLocks/>
          </p:cNvCxnSpPr>
          <p:nvPr/>
        </p:nvCxnSpPr>
        <p:spPr>
          <a:xfrm flipH="1">
            <a:off x="5647247" y="5661591"/>
            <a:ext cx="303229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0B7C73-5273-50E1-5E7B-A5B1C12E7E73}"/>
              </a:ext>
            </a:extLst>
          </p:cNvPr>
          <p:cNvSpPr txBox="1"/>
          <p:nvPr/>
        </p:nvSpPr>
        <p:spPr>
          <a:xfrm>
            <a:off x="8839305" y="5412085"/>
            <a:ext cx="3155322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Stores configuration values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DB credentials …</a:t>
            </a:r>
          </a:p>
        </p:txBody>
      </p:sp>
    </p:spTree>
    <p:extLst>
      <p:ext uri="{BB962C8B-B14F-4D97-AF65-F5344CB8AC3E}">
        <p14:creationId xmlns:p14="http://schemas.microsoft.com/office/powerpoint/2010/main" val="57296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C09AE-B88B-C69C-7FA0-84ED992C1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6C19E3-894E-AB12-4764-74D51CE7E8BA}"/>
              </a:ext>
            </a:extLst>
          </p:cNvPr>
          <p:cNvSpPr txBox="1"/>
          <p:nvPr/>
        </p:nvSpPr>
        <p:spPr>
          <a:xfrm>
            <a:off x="215900" y="1516339"/>
            <a:ext cx="3987800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1.  REQUIRED PACKAGES</a:t>
            </a:r>
          </a:p>
          <a:p>
            <a:pPr>
              <a:lnSpc>
                <a:spcPct val="200000"/>
              </a:lnSpc>
            </a:pPr>
            <a:r>
              <a:rPr lang="en-US" dirty="0"/>
              <a:t>2.  FOLDER STRUCTURE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</a:rPr>
              <a:t>3.  ENVIRONMENT VARIABLES (.ENV)</a:t>
            </a:r>
          </a:p>
          <a:p>
            <a:pPr>
              <a:lnSpc>
                <a:spcPct val="200000"/>
              </a:lnSpc>
            </a:pPr>
            <a:r>
              <a:rPr lang="en-US" dirty="0"/>
              <a:t>4.  DATABASE CONNECTION MODULE</a:t>
            </a:r>
          </a:p>
          <a:p>
            <a:pPr>
              <a:lnSpc>
                <a:spcPct val="200000"/>
              </a:lnSpc>
            </a:pPr>
            <a:r>
              <a:rPr lang="en-US" dirty="0"/>
              <a:t>5.  REPOSITORY 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CONTROLLER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ROUTES LAYER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FB8FA156-40E4-F452-475B-62B1D456CB92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03DD93-951F-D059-AD9A-48828C6E2907}"/>
              </a:ext>
            </a:extLst>
          </p:cNvPr>
          <p:cNvCxnSpPr>
            <a:cxnSpLocks/>
          </p:cNvCxnSpPr>
          <p:nvPr/>
        </p:nvCxnSpPr>
        <p:spPr>
          <a:xfrm flipV="1">
            <a:off x="4203700" y="978432"/>
            <a:ext cx="0" cy="5336104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9C9018-525C-1A7A-9D20-4CE7711AAF42}"/>
              </a:ext>
            </a:extLst>
          </p:cNvPr>
          <p:cNvSpPr txBox="1"/>
          <p:nvPr/>
        </p:nvSpPr>
        <p:spPr>
          <a:xfrm>
            <a:off x="4572000" y="841662"/>
            <a:ext cx="5578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Variable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4F0522-06B5-3B29-FF62-F61C28F0E777}"/>
              </a:ext>
            </a:extLst>
          </p:cNvPr>
          <p:cNvSpPr txBox="1"/>
          <p:nvPr/>
        </p:nvSpPr>
        <p:spPr>
          <a:xfrm>
            <a:off x="4572000" y="1869501"/>
            <a:ext cx="5321299" cy="2351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DB_HOST=localhost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DB_USER=root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DB_PASSWORD=</a:t>
            </a:r>
            <a:r>
              <a:rPr lang="en-US" sz="2000" dirty="0" err="1">
                <a:latin typeface="Consolas" panose="020B0609020204030204" pitchFamily="49" charset="0"/>
              </a:rPr>
              <a:t>yourpassword</a:t>
            </a:r>
            <a:endParaRPr lang="en-US" sz="2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DB_NAME=</a:t>
            </a:r>
            <a:r>
              <a:rPr lang="en-US" sz="2000" dirty="0" err="1">
                <a:latin typeface="Consolas" panose="020B0609020204030204" pitchFamily="49" charset="0"/>
              </a:rPr>
              <a:t>mydatabase</a:t>
            </a:r>
            <a:endParaRPr lang="en-US" sz="2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DB_PORT=3306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F3DBED-8DB8-2842-BCCC-BD0CBF4DE236}"/>
              </a:ext>
            </a:extLst>
          </p:cNvPr>
          <p:cNvCxnSpPr>
            <a:cxnSpLocks/>
          </p:cNvCxnSpPr>
          <p:nvPr/>
        </p:nvCxnSpPr>
        <p:spPr>
          <a:xfrm flipH="1" flipV="1">
            <a:off x="8672119" y="2927725"/>
            <a:ext cx="1343149" cy="42236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54FB0F-DF44-FE6B-2BD5-B56CC95DB08D}"/>
              </a:ext>
            </a:extLst>
          </p:cNvPr>
          <p:cNvSpPr txBox="1"/>
          <p:nvPr/>
        </p:nvSpPr>
        <p:spPr>
          <a:xfrm>
            <a:off x="9893299" y="2955010"/>
            <a:ext cx="2082801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Provide MySQL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Admin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infos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182682-2986-D494-A555-89609C699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536" y="5656789"/>
            <a:ext cx="529768" cy="4558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3DD087-D712-DAD4-F948-36CD6FE38D90}"/>
              </a:ext>
            </a:extLst>
          </p:cNvPr>
          <p:cNvSpPr txBox="1"/>
          <p:nvPr/>
        </p:nvSpPr>
        <p:spPr>
          <a:xfrm>
            <a:off x="4968304" y="5466305"/>
            <a:ext cx="5321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Don't share your password and admin info !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= Don’t commit .env to Git — add .env to .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gitignore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5271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929BD-3C69-875F-401D-409BFAB8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8C34D2-E27A-E95C-5737-B3DF1919B31D}"/>
              </a:ext>
            </a:extLst>
          </p:cNvPr>
          <p:cNvSpPr txBox="1"/>
          <p:nvPr/>
        </p:nvSpPr>
        <p:spPr>
          <a:xfrm>
            <a:off x="215899" y="1516339"/>
            <a:ext cx="4206405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1.  REQUIRED PACKAGES</a:t>
            </a:r>
          </a:p>
          <a:p>
            <a:pPr>
              <a:lnSpc>
                <a:spcPct val="200000"/>
              </a:lnSpc>
            </a:pPr>
            <a:r>
              <a:rPr lang="en-US" dirty="0"/>
              <a:t>2.  FOLDER STRUCTURE</a:t>
            </a:r>
          </a:p>
          <a:p>
            <a:pPr>
              <a:lnSpc>
                <a:spcPct val="200000"/>
              </a:lnSpc>
            </a:pPr>
            <a:r>
              <a:rPr lang="en-US" dirty="0"/>
              <a:t>3.  ENVIRONMENT VARIABLES (.ENV)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</a:rPr>
              <a:t>4.  DATABASE CONNECTION MODULE</a:t>
            </a:r>
          </a:p>
          <a:p>
            <a:pPr>
              <a:lnSpc>
                <a:spcPct val="200000"/>
              </a:lnSpc>
            </a:pPr>
            <a:r>
              <a:rPr lang="en-US" dirty="0"/>
              <a:t>5.  REPOSITORY 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CONTROLLER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ROUTES LAYER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868F4120-0119-2B4A-41DC-9CF6543CE4BB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F27B37-285B-558E-2C02-C453A5C25886}"/>
              </a:ext>
            </a:extLst>
          </p:cNvPr>
          <p:cNvCxnSpPr>
            <a:cxnSpLocks/>
          </p:cNvCxnSpPr>
          <p:nvPr/>
        </p:nvCxnSpPr>
        <p:spPr>
          <a:xfrm flipV="1">
            <a:off x="4334329" y="279446"/>
            <a:ext cx="0" cy="653418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0A7BA9-B914-A56F-77D1-D2969939C8F8}"/>
              </a:ext>
            </a:extLst>
          </p:cNvPr>
          <p:cNvSpPr txBox="1"/>
          <p:nvPr/>
        </p:nvSpPr>
        <p:spPr>
          <a:xfrm>
            <a:off x="4523905" y="279446"/>
            <a:ext cx="6504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 Module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6B0E0D-22BF-07D8-61C9-24DCACE9FFFA}"/>
              </a:ext>
            </a:extLst>
          </p:cNvPr>
          <p:cNvSpPr txBox="1"/>
          <p:nvPr/>
        </p:nvSpPr>
        <p:spPr>
          <a:xfrm>
            <a:off x="4523905" y="1119636"/>
            <a:ext cx="7668094" cy="55927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dirty="0" err="1">
                <a:latin typeface="Consolas" panose="020B0609020204030204" pitchFamily="49" charset="0"/>
              </a:rPr>
              <a:t>mysql</a:t>
            </a:r>
            <a:r>
              <a:rPr lang="en-US" sz="1600" dirty="0">
                <a:latin typeface="Consolas" panose="020B0609020204030204" pitchFamily="49" charset="0"/>
              </a:rPr>
              <a:t> = require('mysql2');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require('</a:t>
            </a:r>
            <a:r>
              <a:rPr lang="en-US" sz="1600" dirty="0" err="1">
                <a:latin typeface="Consolas" panose="020B0609020204030204" pitchFamily="49" charset="0"/>
              </a:rPr>
              <a:t>dotenv</a:t>
            </a:r>
            <a:r>
              <a:rPr lang="en-US" sz="1600" dirty="0">
                <a:latin typeface="Consolas" panose="020B0609020204030204" pitchFamily="49" charset="0"/>
              </a:rPr>
              <a:t>').config();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const pool = </a:t>
            </a:r>
            <a:r>
              <a:rPr lang="en-US" sz="1600" dirty="0" err="1">
                <a:latin typeface="Consolas" panose="020B0609020204030204" pitchFamily="49" charset="0"/>
              </a:rPr>
              <a:t>mysql.</a:t>
            </a:r>
            <a:r>
              <a:rPr lang="en-US" sz="16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createPool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host: </a:t>
            </a:r>
            <a:r>
              <a:rPr lang="en-US" sz="1600" dirty="0" err="1">
                <a:latin typeface="Consolas" panose="020B0609020204030204" pitchFamily="49" charset="0"/>
              </a:rPr>
              <a:t>process.env.DB_HOST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user: </a:t>
            </a:r>
            <a:r>
              <a:rPr lang="en-US" sz="1600" dirty="0" err="1">
                <a:latin typeface="Consolas" panose="020B0609020204030204" pitchFamily="49" charset="0"/>
              </a:rPr>
              <a:t>process.env.DB_USER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password: </a:t>
            </a:r>
            <a:r>
              <a:rPr lang="en-US" sz="1600" dirty="0" err="1">
                <a:latin typeface="Consolas" panose="020B0609020204030204" pitchFamily="49" charset="0"/>
              </a:rPr>
              <a:t>process.env.DB_PASSWORD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database: </a:t>
            </a:r>
            <a:r>
              <a:rPr lang="en-US" sz="1600" dirty="0" err="1">
                <a:latin typeface="Consolas" panose="020B0609020204030204" pitchFamily="49" charset="0"/>
              </a:rPr>
              <a:t>process.env.DB_NAME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port: </a:t>
            </a:r>
            <a:r>
              <a:rPr lang="en-US" sz="1600" dirty="0" err="1">
                <a:latin typeface="Consolas" panose="020B0609020204030204" pitchFamily="49" charset="0"/>
              </a:rPr>
              <a:t>process.env.DB_PORT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waitForConnections</a:t>
            </a:r>
            <a:r>
              <a:rPr lang="en-US" sz="1600" dirty="0">
                <a:latin typeface="Consolas" panose="020B0609020204030204" pitchFamily="49" charset="0"/>
              </a:rPr>
              <a:t>: true,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connectionLimit</a:t>
            </a:r>
            <a:r>
              <a:rPr lang="en-US" sz="1600" dirty="0">
                <a:latin typeface="Consolas" panose="020B0609020204030204" pitchFamily="49" charset="0"/>
              </a:rPr>
              <a:t>: 10,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queueLimit</a:t>
            </a:r>
            <a:r>
              <a:rPr lang="en-US" sz="1600" dirty="0">
                <a:latin typeface="Consolas" panose="020B0609020204030204" pitchFamily="49" charset="0"/>
              </a:rPr>
              <a:t>: 0,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});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Consolas" panose="020B0609020204030204" pitchFamily="49" charset="0"/>
              </a:rPr>
              <a:t>module.exports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pool.promise</a:t>
            </a:r>
            <a:r>
              <a:rPr lang="en-US" sz="1600" dirty="0">
                <a:latin typeface="Consolas" panose="020B0609020204030204" pitchFamily="49" charset="0"/>
              </a:rPr>
              <a:t>(); 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// Promise-based for `async/await</a:t>
            </a:r>
            <a:r>
              <a:rPr lang="en-US" sz="1600" dirty="0">
                <a:latin typeface="Consolas" panose="020B0609020204030204" pitchFamily="49" charset="0"/>
              </a:rPr>
              <a:t>`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5821FC-C551-8A68-EC49-302C4C224573}"/>
              </a:ext>
            </a:extLst>
          </p:cNvPr>
          <p:cNvCxnSpPr>
            <a:cxnSpLocks/>
          </p:cNvCxnSpPr>
          <p:nvPr/>
        </p:nvCxnSpPr>
        <p:spPr>
          <a:xfrm flipH="1">
            <a:off x="7978062" y="1742201"/>
            <a:ext cx="6715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96C32A-7D35-C259-4077-1A3A9785CD7E}"/>
              </a:ext>
            </a:extLst>
          </p:cNvPr>
          <p:cNvSpPr txBox="1"/>
          <p:nvPr/>
        </p:nvSpPr>
        <p:spPr>
          <a:xfrm>
            <a:off x="8985424" y="1447764"/>
            <a:ext cx="2082801" cy="42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Read the .env 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C8D490-A3B1-B9C0-F265-AA58F07D4F57}"/>
              </a:ext>
            </a:extLst>
          </p:cNvPr>
          <p:cNvCxnSpPr>
            <a:cxnSpLocks/>
          </p:cNvCxnSpPr>
          <p:nvPr/>
        </p:nvCxnSpPr>
        <p:spPr>
          <a:xfrm flipH="1" flipV="1">
            <a:off x="8313849" y="3976490"/>
            <a:ext cx="773176" cy="1789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5F0000-6FDF-6E92-749A-FC305DAFBE17}"/>
              </a:ext>
            </a:extLst>
          </p:cNvPr>
          <p:cNvSpPr txBox="1"/>
          <p:nvPr/>
        </p:nvSpPr>
        <p:spPr>
          <a:xfrm>
            <a:off x="9087025" y="3705599"/>
            <a:ext cx="2082801" cy="42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Access to .env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1297A5-ECA0-FDA7-F548-D68A1B7560A6}"/>
              </a:ext>
            </a:extLst>
          </p:cNvPr>
          <p:cNvCxnSpPr>
            <a:cxnSpLocks/>
          </p:cNvCxnSpPr>
          <p:nvPr/>
        </p:nvCxnSpPr>
        <p:spPr>
          <a:xfrm flipH="1">
            <a:off x="8289096" y="2491501"/>
            <a:ext cx="6715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6F8981-1077-B758-E2AB-CF14E2AE9792}"/>
              </a:ext>
            </a:extLst>
          </p:cNvPr>
          <p:cNvSpPr txBox="1"/>
          <p:nvPr/>
        </p:nvSpPr>
        <p:spPr>
          <a:xfrm>
            <a:off x="8876103" y="2145056"/>
            <a:ext cx="3214297" cy="115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creates a </a:t>
            </a:r>
            <a:r>
              <a:rPr lang="en-US" sz="16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connection pool </a:t>
            </a:r>
            <a:r>
              <a:rPr 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instead of a </a:t>
            </a:r>
            <a:r>
              <a:rPr lang="en-US" sz="16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single database connection.</a:t>
            </a:r>
          </a:p>
        </p:txBody>
      </p:sp>
    </p:spTree>
    <p:extLst>
      <p:ext uri="{BB962C8B-B14F-4D97-AF65-F5344CB8AC3E}">
        <p14:creationId xmlns:p14="http://schemas.microsoft.com/office/powerpoint/2010/main" val="1215600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62A66-AF9D-ECCD-AD10-0E788AA8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18475665-10C6-5337-B025-97FF86D845DC}"/>
              </a:ext>
            </a:extLst>
          </p:cNvPr>
          <p:cNvSpPr txBox="1"/>
          <p:nvPr/>
        </p:nvSpPr>
        <p:spPr>
          <a:xfrm>
            <a:off x="1489021" y="180459"/>
            <a:ext cx="968494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 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Promises</a:t>
            </a:r>
            <a:endParaRPr lang="en-US" sz="4800" i="1" strike="noStrike" cap="none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20;p3">
            <a:extLst>
              <a:ext uri="{FF2B5EF4-FFF2-40B4-BE49-F238E27FC236}">
                <a16:creationId xmlns:a16="http://schemas.microsoft.com/office/drawing/2014/main" id="{F2E4A1F1-EA79-C1FF-551A-80359F4C0712}"/>
              </a:ext>
            </a:extLst>
          </p:cNvPr>
          <p:cNvSpPr txBox="1"/>
          <p:nvPr/>
        </p:nvSpPr>
        <p:spPr>
          <a:xfrm>
            <a:off x="863206" y="932990"/>
            <a:ext cx="1105056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The pool of MySQL connections supports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 async/await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for efficient database queries.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685F3-D434-FAE3-CCC4-9DFDEBA31D23}"/>
              </a:ext>
            </a:extLst>
          </p:cNvPr>
          <p:cNvSpPr txBox="1"/>
          <p:nvPr/>
        </p:nvSpPr>
        <p:spPr>
          <a:xfrm>
            <a:off x="3402879" y="1943945"/>
            <a:ext cx="8063406" cy="37548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onsolas" panose="020B0609020204030204" pitchFamily="49" charset="0"/>
              </a:rPr>
              <a:t>const </a:t>
            </a:r>
            <a:r>
              <a:rPr lang="en-US" sz="1700" dirty="0" err="1">
                <a:latin typeface="Consolas" panose="020B0609020204030204" pitchFamily="49" charset="0"/>
              </a:rPr>
              <a:t>mysql</a:t>
            </a:r>
            <a:r>
              <a:rPr lang="en-US" sz="1700" dirty="0">
                <a:latin typeface="Consolas" panose="020B0609020204030204" pitchFamily="49" charset="0"/>
              </a:rPr>
              <a:t> = require('mysql2/promise');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const </a:t>
            </a:r>
            <a:r>
              <a:rPr lang="en-US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pool</a:t>
            </a:r>
            <a:r>
              <a:rPr lang="en-US" sz="1700" dirty="0">
                <a:latin typeface="Consolas" panose="020B0609020204030204" pitchFamily="49" charset="0"/>
              </a:rPr>
              <a:t> = </a:t>
            </a:r>
            <a:r>
              <a:rPr lang="en-US" sz="1700" dirty="0" err="1">
                <a:latin typeface="Consolas" panose="020B0609020204030204" pitchFamily="49" charset="0"/>
              </a:rPr>
              <a:t>mysql.createPool</a:t>
            </a:r>
            <a:r>
              <a:rPr lang="en-US" sz="1700" dirty="0">
                <a:latin typeface="Consolas" panose="020B0609020204030204" pitchFamily="49" charset="0"/>
              </a:rPr>
              <a:t>({</a:t>
            </a:r>
            <a:r>
              <a:rPr lang="en-US" sz="1700" b="1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... </a:t>
            </a:r>
            <a:r>
              <a:rPr lang="en-US" sz="1700" dirty="0">
                <a:latin typeface="Consolas" panose="020B0609020204030204" pitchFamily="49" charset="0"/>
              </a:rPr>
              <a:t>});</a:t>
            </a:r>
          </a:p>
          <a:p>
            <a:endParaRPr lang="en-US" sz="1700" dirty="0">
              <a:latin typeface="Consolas" panose="020B0609020204030204" pitchFamily="49" charset="0"/>
            </a:endParaRPr>
          </a:p>
          <a:p>
            <a:endParaRPr lang="en-US" sz="1700" dirty="0">
              <a:latin typeface="Consolas" panose="020B0609020204030204" pitchFamily="49" charset="0"/>
            </a:endParaRPr>
          </a:p>
          <a:p>
            <a:r>
              <a:rPr lang="en-US" sz="1700" b="1" dirty="0">
                <a:solidFill>
                  <a:schemeClr val="accent5"/>
                </a:solidFill>
                <a:latin typeface="Consolas" panose="020B0609020204030204" pitchFamily="49" charset="0"/>
              </a:rPr>
              <a:t>async</a:t>
            </a:r>
            <a:r>
              <a:rPr lang="en-US" sz="1700" dirty="0">
                <a:latin typeface="Consolas" panose="020B0609020204030204" pitchFamily="49" charset="0"/>
              </a:rPr>
              <a:t> function </a:t>
            </a:r>
            <a:r>
              <a:rPr lang="en-US" sz="1700" dirty="0" err="1">
                <a:latin typeface="Consolas" panose="020B0609020204030204" pitchFamily="49" charset="0"/>
              </a:rPr>
              <a:t>getUsers</a:t>
            </a:r>
            <a:r>
              <a:rPr lang="en-US" sz="1700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try {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   const [rows] = </a:t>
            </a:r>
            <a:r>
              <a:rPr lang="en-US" sz="1700" b="1" dirty="0">
                <a:solidFill>
                  <a:schemeClr val="accent5"/>
                </a:solidFill>
                <a:latin typeface="Consolas" panose="020B0609020204030204" pitchFamily="49" charset="0"/>
              </a:rPr>
              <a:t>await</a:t>
            </a:r>
            <a:r>
              <a:rPr lang="en-US" sz="1700" dirty="0">
                <a:latin typeface="Consolas" panose="020B0609020204030204" pitchFamily="49" charset="0"/>
              </a:rPr>
              <a:t> </a:t>
            </a:r>
            <a:r>
              <a:rPr lang="en-US" sz="17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pool</a:t>
            </a:r>
            <a:r>
              <a:rPr lang="en-US" sz="1700" dirty="0" err="1">
                <a:latin typeface="Consolas" panose="020B0609020204030204" pitchFamily="49" charset="0"/>
              </a:rPr>
              <a:t>.query</a:t>
            </a:r>
            <a:r>
              <a:rPr lang="en-US" sz="1700" dirty="0">
                <a:latin typeface="Consolas" panose="020B0609020204030204" pitchFamily="49" charset="0"/>
              </a:rPr>
              <a:t>('</a:t>
            </a:r>
            <a:r>
              <a:rPr lang="en-US" sz="1700" b="1" dirty="0">
                <a:solidFill>
                  <a:schemeClr val="accent6"/>
                </a:solidFill>
                <a:latin typeface="Consolas" panose="020B0609020204030204" pitchFamily="49" charset="0"/>
              </a:rPr>
              <a:t>SELECT * FROM users</a:t>
            </a:r>
            <a:r>
              <a:rPr lang="en-US" sz="1700" dirty="0">
                <a:latin typeface="Consolas" panose="020B0609020204030204" pitchFamily="49" charset="0"/>
              </a:rPr>
              <a:t>’);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...</a:t>
            </a:r>
            <a:endParaRPr lang="en-US" sz="1700" dirty="0">
              <a:latin typeface="Consolas" panose="020B0609020204030204" pitchFamily="49" charset="0"/>
            </a:endParaRPr>
          </a:p>
          <a:p>
            <a:endParaRPr lang="en-US" sz="1700" dirty="0">
              <a:latin typeface="Consolas" panose="020B0609020204030204" pitchFamily="49" charset="0"/>
            </a:endParaRPr>
          </a:p>
          <a:p>
            <a:r>
              <a:rPr lang="en-US" sz="1700" dirty="0">
                <a:latin typeface="Consolas" panose="020B0609020204030204" pitchFamily="49" charset="0"/>
              </a:rPr>
              <a:t>  } catch (err) {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...</a:t>
            </a:r>
            <a:endParaRPr lang="en-US" sz="1700" b="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n-US" sz="17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 }</a:t>
            </a:r>
          </a:p>
          <a:p>
            <a:r>
              <a:rPr lang="en-US" sz="17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2ABA742D-6BB7-BD70-437A-5B0B28195F8F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02DD72-2B63-BEA3-2373-D497E5E99895}"/>
              </a:ext>
            </a:extLst>
          </p:cNvPr>
          <p:cNvCxnSpPr>
            <a:cxnSpLocks/>
          </p:cNvCxnSpPr>
          <p:nvPr/>
        </p:nvCxnSpPr>
        <p:spPr>
          <a:xfrm flipV="1">
            <a:off x="8816701" y="3900569"/>
            <a:ext cx="739803" cy="17269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ED869D-A5C0-9A94-FFA6-FAB5F34D1DD8}"/>
              </a:ext>
            </a:extLst>
          </p:cNvPr>
          <p:cNvSpPr txBox="1"/>
          <p:nvPr/>
        </p:nvSpPr>
        <p:spPr>
          <a:xfrm>
            <a:off x="4555656" y="5627221"/>
            <a:ext cx="3111113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Query answer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7570EC-C356-DB66-BE27-82BAF623B811}"/>
              </a:ext>
            </a:extLst>
          </p:cNvPr>
          <p:cNvCxnSpPr>
            <a:cxnSpLocks/>
          </p:cNvCxnSpPr>
          <p:nvPr/>
        </p:nvCxnSpPr>
        <p:spPr>
          <a:xfrm flipH="1" flipV="1">
            <a:off x="5317307" y="3900569"/>
            <a:ext cx="793906" cy="17269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B3AA8E3-A373-69D1-199C-7A5B871A98BB}"/>
              </a:ext>
            </a:extLst>
          </p:cNvPr>
          <p:cNvSpPr txBox="1"/>
          <p:nvPr/>
        </p:nvSpPr>
        <p:spPr>
          <a:xfrm>
            <a:off x="7463957" y="5601247"/>
            <a:ext cx="3111113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Query expression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ADC85E-68E7-EC29-A923-F9007BC3F374}"/>
              </a:ext>
            </a:extLst>
          </p:cNvPr>
          <p:cNvCxnSpPr>
            <a:cxnSpLocks/>
          </p:cNvCxnSpPr>
          <p:nvPr/>
        </p:nvCxnSpPr>
        <p:spPr>
          <a:xfrm flipV="1">
            <a:off x="3144779" y="3429000"/>
            <a:ext cx="0" cy="89437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C0D8EF-EF54-2E18-981B-92EE547EAACD}"/>
              </a:ext>
            </a:extLst>
          </p:cNvPr>
          <p:cNvCxnSpPr>
            <a:cxnSpLocks/>
          </p:cNvCxnSpPr>
          <p:nvPr/>
        </p:nvCxnSpPr>
        <p:spPr>
          <a:xfrm flipV="1">
            <a:off x="3144779" y="4390289"/>
            <a:ext cx="0" cy="89437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4FD7406-F340-B252-6714-FD65BD0A07A8}"/>
              </a:ext>
            </a:extLst>
          </p:cNvPr>
          <p:cNvSpPr txBox="1"/>
          <p:nvPr/>
        </p:nvSpPr>
        <p:spPr>
          <a:xfrm>
            <a:off x="-95384" y="3624706"/>
            <a:ext cx="3111113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If success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C70213-4152-9326-8299-8C1D73892942}"/>
              </a:ext>
            </a:extLst>
          </p:cNvPr>
          <p:cNvSpPr txBox="1"/>
          <p:nvPr/>
        </p:nvSpPr>
        <p:spPr>
          <a:xfrm>
            <a:off x="863206" y="4585995"/>
            <a:ext cx="2023474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If failed</a:t>
            </a:r>
          </a:p>
        </p:txBody>
      </p:sp>
    </p:spTree>
    <p:extLst>
      <p:ext uri="{BB962C8B-B14F-4D97-AF65-F5344CB8AC3E}">
        <p14:creationId xmlns:p14="http://schemas.microsoft.com/office/powerpoint/2010/main" val="1690775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0300-CF87-A1D3-DD42-B3FF50A0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1EEC423-55CE-C349-0DE0-3FA1ADC90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67" y="2332613"/>
            <a:ext cx="6116659" cy="340055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BCECFF-6B0E-2E5C-2562-060270F07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296" y="2343608"/>
            <a:ext cx="3167408" cy="33785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D2F86BE-321B-3C9E-2EAB-7094E0B3F031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20;p4">
            <a:extLst>
              <a:ext uri="{FF2B5EF4-FFF2-40B4-BE49-F238E27FC236}">
                <a16:creationId xmlns:a16="http://schemas.microsoft.com/office/drawing/2014/main" id="{2302F624-2F26-5772-BE2F-C6594A7AC1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929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1;p4">
            <a:extLst>
              <a:ext uri="{FF2B5EF4-FFF2-40B4-BE49-F238E27FC236}">
                <a16:creationId xmlns:a16="http://schemas.microsoft.com/office/drawing/2014/main" id="{C70BBFA5-88B5-F8E7-C02F-11A192B60D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44" y="541027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5342E0-9AFE-1454-6498-7132B181ED5C}"/>
              </a:ext>
            </a:extLst>
          </p:cNvPr>
          <p:cNvSpPr txBox="1"/>
          <p:nvPr/>
        </p:nvSpPr>
        <p:spPr>
          <a:xfrm>
            <a:off x="3048000" y="3651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the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E72E0F-8B8B-547B-8978-8B2DDF07C0AA}"/>
              </a:ext>
            </a:extLst>
          </p:cNvPr>
          <p:cNvSpPr txBox="1"/>
          <p:nvPr/>
        </p:nvSpPr>
        <p:spPr>
          <a:xfrm>
            <a:off x="1449134" y="1239733"/>
            <a:ext cx="7773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provide a start code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 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database.js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testDbConnection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display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of tables of your database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F0CF37-8A86-2DDB-0173-3CF595832622}"/>
              </a:ext>
            </a:extLst>
          </p:cNvPr>
          <p:cNvCxnSpPr>
            <a:cxnSpLocks/>
          </p:cNvCxnSpPr>
          <p:nvPr/>
        </p:nvCxnSpPr>
        <p:spPr>
          <a:xfrm flipV="1">
            <a:off x="4215976" y="2768075"/>
            <a:ext cx="914121" cy="1068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E4913FA-4ACB-A062-C969-E7BF5CFAD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4051" y="6231678"/>
            <a:ext cx="529768" cy="4558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AB0923-5FFC-DA57-2569-31C82966C178}"/>
              </a:ext>
            </a:extLst>
          </p:cNvPr>
          <p:cNvSpPr txBox="1"/>
          <p:nvPr/>
        </p:nvSpPr>
        <p:spPr>
          <a:xfrm>
            <a:off x="5263819" y="6225860"/>
            <a:ext cx="5321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need to have a MySQL server running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server need to have a few tables created</a:t>
            </a:r>
          </a:p>
        </p:txBody>
      </p:sp>
    </p:spTree>
    <p:extLst>
      <p:ext uri="{BB962C8B-B14F-4D97-AF65-F5344CB8AC3E}">
        <p14:creationId xmlns:p14="http://schemas.microsoft.com/office/powerpoint/2010/main" val="3388518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13E0-A833-D8B1-B08A-166AF4DF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74B4BC-5EB6-0829-D779-E8503B7D12D0}"/>
              </a:ext>
            </a:extLst>
          </p:cNvPr>
          <p:cNvSpPr txBox="1"/>
          <p:nvPr/>
        </p:nvSpPr>
        <p:spPr>
          <a:xfrm>
            <a:off x="215899" y="1516339"/>
            <a:ext cx="4206405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1.  REQUIRED PACKAGES</a:t>
            </a:r>
          </a:p>
          <a:p>
            <a:pPr>
              <a:lnSpc>
                <a:spcPct val="200000"/>
              </a:lnSpc>
            </a:pPr>
            <a:r>
              <a:rPr lang="en-US" dirty="0"/>
              <a:t>2.  FOLDER STRUCTURE</a:t>
            </a:r>
          </a:p>
          <a:p>
            <a:pPr>
              <a:lnSpc>
                <a:spcPct val="200000"/>
              </a:lnSpc>
            </a:pPr>
            <a:r>
              <a:rPr lang="en-US" dirty="0"/>
              <a:t>3.  ENVIRONMENT VARIABLES (.ENV)</a:t>
            </a:r>
          </a:p>
          <a:p>
            <a:pPr>
              <a:lnSpc>
                <a:spcPct val="200000"/>
              </a:lnSpc>
            </a:pPr>
            <a:r>
              <a:rPr lang="en-US" dirty="0"/>
              <a:t>4.  DATABASE CONNECTION MODULE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</a:rPr>
              <a:t>5.  REPOSITORY 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CONTROLLER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ROUTES LAYER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1D927917-E680-10D2-CE96-704D25EE53C7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342D1D-6CC6-F9C1-792B-10A23B2C1A86}"/>
              </a:ext>
            </a:extLst>
          </p:cNvPr>
          <p:cNvCxnSpPr>
            <a:cxnSpLocks/>
          </p:cNvCxnSpPr>
          <p:nvPr/>
        </p:nvCxnSpPr>
        <p:spPr>
          <a:xfrm flipV="1">
            <a:off x="4151085" y="1583717"/>
            <a:ext cx="0" cy="422348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AF5D24-DDC9-BA41-5615-786961D990C5}"/>
              </a:ext>
            </a:extLst>
          </p:cNvPr>
          <p:cNvSpPr txBox="1"/>
          <p:nvPr/>
        </p:nvSpPr>
        <p:spPr>
          <a:xfrm>
            <a:off x="4523905" y="279446"/>
            <a:ext cx="4209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</a:t>
            </a:r>
            <a:r>
              <a:rPr lang="en-US" sz="32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Repository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05DE70-5B54-1F65-AD7F-1C7173958060}"/>
              </a:ext>
            </a:extLst>
          </p:cNvPr>
          <p:cNvSpPr txBox="1"/>
          <p:nvPr/>
        </p:nvSpPr>
        <p:spPr>
          <a:xfrm>
            <a:off x="4523905" y="1886933"/>
            <a:ext cx="7668094" cy="29661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async function </a:t>
            </a:r>
            <a:r>
              <a:rPr lang="en-US" sz="1400" dirty="0" err="1">
                <a:latin typeface="Consolas" panose="020B0609020204030204" pitchFamily="49" charset="0"/>
              </a:rPr>
              <a:t>getUserById</a:t>
            </a:r>
            <a:r>
              <a:rPr lang="en-US" sz="1400" dirty="0">
                <a:latin typeface="Consolas" panose="020B0609020204030204" pitchFamily="49" charset="0"/>
              </a:rPr>
              <a:t>(id)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const </a:t>
            </a:r>
            <a:r>
              <a:rPr lang="en-US" sz="1400" dirty="0" err="1">
                <a:latin typeface="Consolas" panose="020B0609020204030204" pitchFamily="49" charset="0"/>
              </a:rPr>
              <a:t>userId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latin typeface="Consolas" panose="020B0609020204030204" pitchFamily="49" charset="0"/>
              </a:rPr>
              <a:t>parseInt</a:t>
            </a:r>
            <a:r>
              <a:rPr lang="en-US" sz="1400" dirty="0">
                <a:latin typeface="Consolas" panose="020B0609020204030204" pitchFamily="49" charset="0"/>
              </a:rPr>
              <a:t>(id, 10);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if (</a:t>
            </a:r>
            <a:r>
              <a:rPr lang="en-US" sz="1400" dirty="0" err="1">
                <a:latin typeface="Consolas" panose="020B0609020204030204" pitchFamily="49" charset="0"/>
              </a:rPr>
              <a:t>isNaN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userId</a:t>
            </a:r>
            <a:r>
              <a:rPr lang="en-US" sz="1400" dirty="0"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  throw new Error('Invalid user ID: must be an integer');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const [rows] = await </a:t>
            </a:r>
            <a:r>
              <a:rPr lang="en-US" sz="1400" b="1" dirty="0" err="1">
                <a:latin typeface="Consolas" panose="020B0609020204030204" pitchFamily="49" charset="0"/>
              </a:rPr>
              <a:t>pool.query</a:t>
            </a:r>
            <a:r>
              <a:rPr lang="en-US" sz="1400" b="1" dirty="0">
                <a:latin typeface="Consolas" panose="020B0609020204030204" pitchFamily="49" charset="0"/>
              </a:rPr>
              <a:t>('SELECT * FROM users WHERE id = ?', [id</a:t>
            </a:r>
            <a:r>
              <a:rPr lang="en-US" sz="1400" dirty="0"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return rows[0];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5BC159-1995-EB63-53C8-380B3FD95FF0}"/>
              </a:ext>
            </a:extLst>
          </p:cNvPr>
          <p:cNvCxnSpPr>
            <a:cxnSpLocks/>
          </p:cNvCxnSpPr>
          <p:nvPr/>
        </p:nvCxnSpPr>
        <p:spPr>
          <a:xfrm flipV="1">
            <a:off x="5967905" y="2647950"/>
            <a:ext cx="999637" cy="28322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866A70-AE78-3D4A-D818-7B81B00D8C65}"/>
              </a:ext>
            </a:extLst>
          </p:cNvPr>
          <p:cNvSpPr txBox="1"/>
          <p:nvPr/>
        </p:nvSpPr>
        <p:spPr>
          <a:xfrm>
            <a:off x="4968277" y="5525638"/>
            <a:ext cx="1999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Comic Sans MS" panose="030F0702030302020204" pitchFamily="66" charset="0"/>
              </a:rPr>
              <a:t>Validation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  <a:latin typeface="Comic Sans MS" panose="030F0702030302020204" pitchFamily="66" charset="0"/>
              </a:rPr>
              <a:t>Of the parameters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82769D-2816-395B-14E9-74355A5B39CF}"/>
              </a:ext>
            </a:extLst>
          </p:cNvPr>
          <p:cNvCxnSpPr>
            <a:cxnSpLocks/>
          </p:cNvCxnSpPr>
          <p:nvPr/>
        </p:nvCxnSpPr>
        <p:spPr>
          <a:xfrm flipV="1">
            <a:off x="9264311" y="3910063"/>
            <a:ext cx="0" cy="150202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40B82A2-FE2E-2931-DFE9-4E8F722B0310}"/>
              </a:ext>
            </a:extLst>
          </p:cNvPr>
          <p:cNvSpPr txBox="1"/>
          <p:nvPr/>
        </p:nvSpPr>
        <p:spPr>
          <a:xfrm>
            <a:off x="8243029" y="5468643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Comic Sans MS" panose="030F0702030302020204" pitchFamily="66" charset="0"/>
              </a:rPr>
              <a:t>Database query</a:t>
            </a:r>
          </a:p>
        </p:txBody>
      </p:sp>
    </p:spTree>
    <p:extLst>
      <p:ext uri="{BB962C8B-B14F-4D97-AF65-F5344CB8AC3E}">
        <p14:creationId xmlns:p14="http://schemas.microsoft.com/office/powerpoint/2010/main" val="150284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3DA66-0647-D01A-C1CF-1D74C53C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D088F4-8A09-3881-232A-3C44CC6FF332}"/>
              </a:ext>
            </a:extLst>
          </p:cNvPr>
          <p:cNvSpPr txBox="1"/>
          <p:nvPr/>
        </p:nvSpPr>
        <p:spPr>
          <a:xfrm>
            <a:off x="215899" y="1516339"/>
            <a:ext cx="4206405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1.  REQUIRED PACKAGES</a:t>
            </a:r>
          </a:p>
          <a:p>
            <a:pPr>
              <a:lnSpc>
                <a:spcPct val="200000"/>
              </a:lnSpc>
            </a:pPr>
            <a:r>
              <a:rPr lang="en-US" dirty="0"/>
              <a:t>2.  FOLDER STRUCTURE</a:t>
            </a:r>
          </a:p>
          <a:p>
            <a:pPr>
              <a:lnSpc>
                <a:spcPct val="200000"/>
              </a:lnSpc>
            </a:pPr>
            <a:r>
              <a:rPr lang="en-US" dirty="0"/>
              <a:t>3.  ENVIRONMENT VARIABLES (.ENV)</a:t>
            </a:r>
          </a:p>
          <a:p>
            <a:pPr>
              <a:lnSpc>
                <a:spcPct val="200000"/>
              </a:lnSpc>
            </a:pPr>
            <a:r>
              <a:rPr lang="en-US" dirty="0"/>
              <a:t>4.  DATABASE CONNECTION MODULE</a:t>
            </a:r>
          </a:p>
          <a:p>
            <a:pPr>
              <a:lnSpc>
                <a:spcPct val="200000"/>
              </a:lnSpc>
            </a:pPr>
            <a:r>
              <a:rPr lang="en-US" dirty="0"/>
              <a:t>5.  REPOSITORY 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b="1" dirty="0">
                <a:solidFill>
                  <a:srgbClr val="0070C0"/>
                </a:solidFill>
              </a:rPr>
              <a:t>CONTROLLER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ROUTES LAYER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4E8CCBF8-DF54-DBC1-6ABF-292F4C0B9286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5772B-CFFF-1BFA-C2C8-7CB21ECEDFF3}"/>
              </a:ext>
            </a:extLst>
          </p:cNvPr>
          <p:cNvSpPr txBox="1"/>
          <p:nvPr/>
        </p:nvSpPr>
        <p:spPr>
          <a:xfrm>
            <a:off x="4523905" y="279446"/>
            <a:ext cx="406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</a:t>
            </a:r>
            <a:r>
              <a:rPr lang="en-US" sz="32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C1041-4A85-16F3-943B-0EFDEF96AC3F}"/>
              </a:ext>
            </a:extLst>
          </p:cNvPr>
          <p:cNvSpPr txBox="1"/>
          <p:nvPr/>
        </p:nvSpPr>
        <p:spPr>
          <a:xfrm>
            <a:off x="4618713" y="1858025"/>
            <a:ext cx="7668094" cy="32893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const </a:t>
            </a:r>
            <a:r>
              <a:rPr lang="en-US" sz="1400" dirty="0" err="1">
                <a:latin typeface="Consolas" panose="020B0609020204030204" pitchFamily="49" charset="0"/>
              </a:rPr>
              <a:t>userRepo</a:t>
            </a:r>
            <a:r>
              <a:rPr lang="en-US" sz="1400" dirty="0">
                <a:latin typeface="Consolas" panose="020B0609020204030204" pitchFamily="49" charset="0"/>
              </a:rPr>
              <a:t> = require('../repositories/</a:t>
            </a:r>
            <a:r>
              <a:rPr lang="en-US" sz="1400" dirty="0" err="1">
                <a:latin typeface="Consolas" panose="020B0609020204030204" pitchFamily="49" charset="0"/>
              </a:rPr>
              <a:t>userRepository</a:t>
            </a:r>
            <a:r>
              <a:rPr lang="en-US" sz="1400" dirty="0">
                <a:latin typeface="Consolas" panose="020B0609020204030204" pitchFamily="49" charset="0"/>
              </a:rPr>
              <a:t>');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async function </a:t>
            </a:r>
            <a:r>
              <a:rPr lang="en-US" sz="1400" dirty="0" err="1">
                <a:latin typeface="Consolas" panose="020B0609020204030204" pitchFamily="49" charset="0"/>
              </a:rPr>
              <a:t>getUsers</a:t>
            </a:r>
            <a:r>
              <a:rPr lang="en-US" sz="1400" dirty="0">
                <a:latin typeface="Consolas" panose="020B0609020204030204" pitchFamily="49" charset="0"/>
              </a:rPr>
              <a:t>(req, res)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try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  const users = await </a:t>
            </a:r>
            <a:r>
              <a:rPr lang="en-US" sz="1400" dirty="0" err="1">
                <a:latin typeface="Consolas" panose="020B0609020204030204" pitchFamily="49" charset="0"/>
              </a:rPr>
              <a:t>userRepo.getAllUsers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res.json</a:t>
            </a:r>
            <a:r>
              <a:rPr lang="en-US" sz="1400" dirty="0">
                <a:latin typeface="Consolas" panose="020B0609020204030204" pitchFamily="49" charset="0"/>
              </a:rPr>
              <a:t>(users);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} catch (err)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res.status</a:t>
            </a:r>
            <a:r>
              <a:rPr lang="en-US" sz="1400" dirty="0">
                <a:latin typeface="Consolas" panose="020B0609020204030204" pitchFamily="49" charset="0"/>
              </a:rPr>
              <a:t>(500).</a:t>
            </a:r>
            <a:r>
              <a:rPr lang="en-US" sz="1400" dirty="0" err="1">
                <a:latin typeface="Consolas" panose="020B0609020204030204" pitchFamily="49" charset="0"/>
              </a:rPr>
              <a:t>json</a:t>
            </a:r>
            <a:r>
              <a:rPr lang="en-US" sz="1400" dirty="0">
                <a:latin typeface="Consolas" panose="020B0609020204030204" pitchFamily="49" charset="0"/>
              </a:rPr>
              <a:t>({ error: 'Failed to fetch users' });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  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B8E2F63-A6D4-9B1D-7D73-9FB2EE175A44}"/>
              </a:ext>
            </a:extLst>
          </p:cNvPr>
          <p:cNvCxnSpPr>
            <a:cxnSpLocks/>
          </p:cNvCxnSpPr>
          <p:nvPr/>
        </p:nvCxnSpPr>
        <p:spPr>
          <a:xfrm flipH="1" flipV="1">
            <a:off x="6556801" y="3852766"/>
            <a:ext cx="377399" cy="12946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E370CB-80CE-7D17-7ABB-AE951E08719B}"/>
              </a:ext>
            </a:extLst>
          </p:cNvPr>
          <p:cNvSpPr txBox="1"/>
          <p:nvPr/>
        </p:nvSpPr>
        <p:spPr>
          <a:xfrm>
            <a:off x="5832611" y="5176568"/>
            <a:ext cx="5855375" cy="96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3"/>
                </a:solidFill>
                <a:latin typeface="Comic Sans MS" panose="030F0702030302020204" pitchFamily="66" charset="0"/>
              </a:rPr>
              <a:t>The controller handles the logic and prepare the JSON return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C12EDD-4422-A5BB-D44D-17C87279D7F1}"/>
              </a:ext>
            </a:extLst>
          </p:cNvPr>
          <p:cNvCxnSpPr>
            <a:cxnSpLocks/>
          </p:cNvCxnSpPr>
          <p:nvPr/>
        </p:nvCxnSpPr>
        <p:spPr>
          <a:xfrm flipV="1">
            <a:off x="4151085" y="1583717"/>
            <a:ext cx="0" cy="422348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05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EFD5D-0395-0F00-9146-BE723753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8D1EAF-7E8F-A9F6-7071-2BB3220873D6}"/>
              </a:ext>
            </a:extLst>
          </p:cNvPr>
          <p:cNvSpPr txBox="1"/>
          <p:nvPr/>
        </p:nvSpPr>
        <p:spPr>
          <a:xfrm>
            <a:off x="215899" y="1516339"/>
            <a:ext cx="4206405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1.  REQUIRED PACKAGES</a:t>
            </a:r>
          </a:p>
          <a:p>
            <a:pPr>
              <a:lnSpc>
                <a:spcPct val="200000"/>
              </a:lnSpc>
            </a:pPr>
            <a:r>
              <a:rPr lang="en-US" dirty="0"/>
              <a:t>2.  FOLDER STRUCTURE</a:t>
            </a:r>
          </a:p>
          <a:p>
            <a:pPr>
              <a:lnSpc>
                <a:spcPct val="200000"/>
              </a:lnSpc>
            </a:pPr>
            <a:r>
              <a:rPr lang="en-US" dirty="0"/>
              <a:t>3.  ENVIRONMENT VARIABLES (.ENV)</a:t>
            </a:r>
          </a:p>
          <a:p>
            <a:pPr>
              <a:lnSpc>
                <a:spcPct val="200000"/>
              </a:lnSpc>
            </a:pPr>
            <a:r>
              <a:rPr lang="en-US" dirty="0"/>
              <a:t>4.  DATABASE CONNECTION MODULE</a:t>
            </a:r>
          </a:p>
          <a:p>
            <a:pPr>
              <a:lnSpc>
                <a:spcPct val="200000"/>
              </a:lnSpc>
            </a:pPr>
            <a:r>
              <a:rPr lang="en-US" dirty="0"/>
              <a:t>5.  REPOSITORY 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dirty="0"/>
              <a:t>CONTROLLER LAYER</a:t>
            </a:r>
          </a:p>
          <a:p>
            <a:pPr marL="342900" indent="-342900">
              <a:lnSpc>
                <a:spcPct val="200000"/>
              </a:lnSpc>
              <a:buAutoNum type="arabicPeriod" startAt="6"/>
            </a:pPr>
            <a:r>
              <a:rPr lang="en-US" b="1" dirty="0">
                <a:solidFill>
                  <a:srgbClr val="C00000"/>
                </a:solidFill>
              </a:rPr>
              <a:t>ROUTES LAYER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02287031-557A-B022-CBC0-4C2D681EACAC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0070C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36D3B-8FC7-89FD-8DCD-50CA407B42A9}"/>
              </a:ext>
            </a:extLst>
          </p:cNvPr>
          <p:cNvSpPr txBox="1"/>
          <p:nvPr/>
        </p:nvSpPr>
        <p:spPr>
          <a:xfrm>
            <a:off x="4523905" y="279446"/>
            <a:ext cx="4083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3200" b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</a:t>
            </a: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E6D12-E87C-9CD6-D8F4-72C844F1B65F}"/>
              </a:ext>
            </a:extLst>
          </p:cNvPr>
          <p:cNvSpPr txBox="1"/>
          <p:nvPr/>
        </p:nvSpPr>
        <p:spPr>
          <a:xfrm>
            <a:off x="4618713" y="1858025"/>
            <a:ext cx="7668094" cy="26430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const express = require('express');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const router = </a:t>
            </a:r>
            <a:r>
              <a:rPr lang="en-US" sz="1400" dirty="0" err="1">
                <a:latin typeface="Consolas" panose="020B0609020204030204" pitchFamily="49" charset="0"/>
              </a:rPr>
              <a:t>express.Router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const </a:t>
            </a:r>
            <a:r>
              <a:rPr lang="en-US" sz="1400" dirty="0" err="1">
                <a:latin typeface="Consolas" panose="020B0609020204030204" pitchFamily="49" charset="0"/>
              </a:rPr>
              <a:t>userController</a:t>
            </a:r>
            <a:r>
              <a:rPr lang="en-US" sz="1400" dirty="0">
                <a:latin typeface="Consolas" panose="020B0609020204030204" pitchFamily="49" charset="0"/>
              </a:rPr>
              <a:t> = require('../controllers/</a:t>
            </a:r>
            <a:r>
              <a:rPr lang="en-US" sz="1400" dirty="0" err="1">
                <a:latin typeface="Consolas" panose="020B0609020204030204" pitchFamily="49" charset="0"/>
              </a:rPr>
              <a:t>userController</a:t>
            </a:r>
            <a:r>
              <a:rPr lang="en-US" sz="1400" dirty="0">
                <a:latin typeface="Consolas" panose="020B0609020204030204" pitchFamily="49" charset="0"/>
              </a:rPr>
              <a:t>');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Consolas" panose="020B0609020204030204" pitchFamily="49" charset="0"/>
              </a:rPr>
              <a:t>router.get</a:t>
            </a:r>
            <a:r>
              <a:rPr lang="en-US" sz="1400" dirty="0">
                <a:latin typeface="Consolas" panose="020B0609020204030204" pitchFamily="49" charset="0"/>
              </a:rPr>
              <a:t>('/', </a:t>
            </a:r>
            <a:r>
              <a:rPr lang="en-US" sz="1400" dirty="0" err="1">
                <a:latin typeface="Consolas" panose="020B0609020204030204" pitchFamily="49" charset="0"/>
              </a:rPr>
              <a:t>userController.getUsers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Consolas" panose="020B0609020204030204" pitchFamily="49" charset="0"/>
              </a:rPr>
              <a:t>router.get</a:t>
            </a:r>
            <a:r>
              <a:rPr lang="en-US" sz="1400" dirty="0">
                <a:latin typeface="Consolas" panose="020B0609020204030204" pitchFamily="49" charset="0"/>
              </a:rPr>
              <a:t>('/:id', </a:t>
            </a:r>
            <a:r>
              <a:rPr lang="en-US" sz="1400" dirty="0" err="1">
                <a:latin typeface="Consolas" panose="020B0609020204030204" pitchFamily="49" charset="0"/>
              </a:rPr>
              <a:t>userController.getUser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Consolas" panose="020B0609020204030204" pitchFamily="49" charset="0"/>
              </a:rPr>
              <a:t>module.exports</a:t>
            </a:r>
            <a:r>
              <a:rPr lang="en-US" sz="1400" dirty="0">
                <a:latin typeface="Consolas" panose="020B0609020204030204" pitchFamily="49" charset="0"/>
              </a:rPr>
              <a:t> = router;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B3FC13-4941-61DC-4F34-01C3870BC405}"/>
              </a:ext>
            </a:extLst>
          </p:cNvPr>
          <p:cNvCxnSpPr>
            <a:cxnSpLocks/>
          </p:cNvCxnSpPr>
          <p:nvPr/>
        </p:nvCxnSpPr>
        <p:spPr>
          <a:xfrm flipV="1">
            <a:off x="4151085" y="1583717"/>
            <a:ext cx="0" cy="422348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359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8516-8BED-66F0-552F-77EC66DB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2">
            <a:extLst>
              <a:ext uri="{FF2B5EF4-FFF2-40B4-BE49-F238E27FC236}">
                <a16:creationId xmlns:a16="http://schemas.microsoft.com/office/drawing/2014/main" id="{68911BB4-442D-1B3C-0D8F-0FC8D89C571A}"/>
              </a:ext>
            </a:extLst>
          </p:cNvPr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727F4677-C720-1F90-334D-F015ADD6EC5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0;p2">
            <a:extLst>
              <a:ext uri="{FF2B5EF4-FFF2-40B4-BE49-F238E27FC236}">
                <a16:creationId xmlns:a16="http://schemas.microsoft.com/office/drawing/2014/main" id="{33384FB1-62D9-2FFC-F1B8-602F8BCE08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0;p3">
            <a:extLst>
              <a:ext uri="{FF2B5EF4-FFF2-40B4-BE49-F238E27FC236}">
                <a16:creationId xmlns:a16="http://schemas.microsoft.com/office/drawing/2014/main" id="{B75C66F3-D501-02C4-F36C-FD32D07D2235}"/>
              </a:ext>
            </a:extLst>
          </p:cNvPr>
          <p:cNvSpPr txBox="1"/>
          <p:nvPr/>
        </p:nvSpPr>
        <p:spPr>
          <a:xfrm>
            <a:off x="1293963" y="1428142"/>
            <a:ext cx="9323238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JS Async syntax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lang="en-US" sz="2000" i="1" dirty="0">
                <a:latin typeface="Calibri"/>
                <a:ea typeface="Calibri"/>
                <a:cs typeface="Calibri"/>
                <a:sym typeface="Calibri"/>
              </a:rPr>
              <a:t>Get ready for  for database interactions !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destructuring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with arrays and objects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Understand 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Promises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and handle .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() / .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catch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()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Write clean async code using </a:t>
            </a:r>
            <a:r>
              <a:rPr lang="en-US" sz="20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async / await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endParaRPr lang="en-US" sz="2000" dirty="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Understand the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need for databases</a:t>
            </a:r>
            <a:endParaRPr lang="en-US" sz="2000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Differentiate between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NoSQL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databases</a:t>
            </a:r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Review key </a:t>
            </a:r>
            <a:r>
              <a:rPr lang="en-US" sz="20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MySQL queries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for data manipulation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Connect a </a:t>
            </a:r>
            <a:r>
              <a:rPr lang="en-US" sz="20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Node to  MySQL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database</a:t>
            </a:r>
          </a:p>
          <a:p>
            <a:pPr marL="800100" lvl="1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Organize code using </a:t>
            </a:r>
            <a:r>
              <a:rPr lang="en-US" sz="20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clean architecture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principles for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3328649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B06FE29-6C4A-0C1D-5BCC-DEFD13010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A8020021-FE23-30DB-371C-09A48A71E16A}"/>
              </a:ext>
            </a:extLst>
          </p:cNvPr>
          <p:cNvSpPr txBox="1"/>
          <p:nvPr/>
        </p:nvSpPr>
        <p:spPr>
          <a:xfrm>
            <a:off x="0" y="6376"/>
            <a:ext cx="2095838" cy="36933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9C06A17A-6C2B-06A2-5D12-8DDA2A013810}"/>
              </a:ext>
            </a:extLst>
          </p:cNvPr>
          <p:cNvSpPr txBox="1"/>
          <p:nvPr/>
        </p:nvSpPr>
        <p:spPr>
          <a:xfrm>
            <a:off x="3394070" y="315668"/>
            <a:ext cx="492215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48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and Code</a:t>
            </a:r>
            <a:endParaRPr sz="3600" dirty="0"/>
          </a:p>
        </p:txBody>
      </p:sp>
      <p:sp>
        <p:nvSpPr>
          <p:cNvPr id="7" name="Google Shape;111;p2">
            <a:extLst>
              <a:ext uri="{FF2B5EF4-FFF2-40B4-BE49-F238E27FC236}">
                <a16:creationId xmlns:a16="http://schemas.microsoft.com/office/drawing/2014/main" id="{45BC391E-FCB3-49E9-41E0-587E49E8A9B3}"/>
              </a:ext>
            </a:extLst>
          </p:cNvPr>
          <p:cNvSpPr txBox="1"/>
          <p:nvPr/>
        </p:nvSpPr>
        <p:spPr>
          <a:xfrm>
            <a:off x="793648" y="1917539"/>
            <a:ext cx="9953409" cy="64629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600" b="1" dirty="0"/>
              <a:t>What</a:t>
            </a:r>
            <a:r>
              <a:rPr lang="en-US" sz="3600" dirty="0"/>
              <a:t> is SQL injection ?</a:t>
            </a:r>
            <a:endParaRPr lang="en-US" sz="36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4A3AC791-BF67-0E16-C3BA-2B55B6CF5DD0}"/>
              </a:ext>
            </a:extLst>
          </p:cNvPr>
          <p:cNvSpPr txBox="1"/>
          <p:nvPr/>
        </p:nvSpPr>
        <p:spPr>
          <a:xfrm>
            <a:off x="793648" y="3105855"/>
            <a:ext cx="9953409" cy="64629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600" dirty="0"/>
              <a:t>How to prevent it and </a:t>
            </a:r>
            <a:r>
              <a:rPr lang="en-US" sz="3600" b="1" dirty="0"/>
              <a:t>where</a:t>
            </a:r>
            <a:r>
              <a:rPr lang="en-US" sz="3600" dirty="0"/>
              <a:t> ?</a:t>
            </a:r>
            <a:endParaRPr lang="en-US" sz="36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146281-914F-B95B-21D6-C63C90766507}"/>
              </a:ext>
            </a:extLst>
          </p:cNvPr>
          <p:cNvCxnSpPr>
            <a:cxnSpLocks/>
          </p:cNvCxnSpPr>
          <p:nvPr/>
        </p:nvCxnSpPr>
        <p:spPr>
          <a:xfrm flipH="1" flipV="1">
            <a:off x="7954281" y="3646860"/>
            <a:ext cx="723893" cy="11321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75BB64-50E1-A755-6AEE-69F580FC93CA}"/>
              </a:ext>
            </a:extLst>
          </p:cNvPr>
          <p:cNvSpPr txBox="1"/>
          <p:nvPr/>
        </p:nvSpPr>
        <p:spPr>
          <a:xfrm rot="20831242">
            <a:off x="6929938" y="4705008"/>
            <a:ext cx="3803095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rPr>
              <a:t>In regard to our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rPr>
              <a:t>clean architecture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rPr>
              <a:t>Router &gt; Controller &gt; Repository &gt; DB</a:t>
            </a:r>
          </a:p>
        </p:txBody>
      </p:sp>
    </p:spTree>
    <p:extLst>
      <p:ext uri="{BB962C8B-B14F-4D97-AF65-F5344CB8AC3E}">
        <p14:creationId xmlns:p14="http://schemas.microsoft.com/office/powerpoint/2010/main" val="414389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47525548-CEDF-4A00-862D-E2069FE28934}"/>
              </a:ext>
            </a:extLst>
          </p:cNvPr>
          <p:cNvSpPr txBox="1"/>
          <p:nvPr/>
        </p:nvSpPr>
        <p:spPr>
          <a:xfrm>
            <a:off x="2687003" y="310299"/>
            <a:ext cx="695547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GO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EAC73-EFE0-48C1-8751-08B9213E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103" y="3927282"/>
            <a:ext cx="2638793" cy="27626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AA968E-803C-41CB-84DE-C020829A543A}"/>
              </a:ext>
            </a:extLst>
          </p:cNvPr>
          <p:cNvSpPr txBox="1"/>
          <p:nvPr/>
        </p:nvSpPr>
        <p:spPr>
          <a:xfrm>
            <a:off x="166146" y="1237922"/>
            <a:ext cx="7529535" cy="383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SQL / NO SQL DATABASES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https://www.scylladb.com/learn/nosql/nosql-vs-sql/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MY SQL SYNTAX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https://www.tutorialspoint.com/mysql/index.htm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WITH NODE JS  +  MYSQL</a:t>
            </a:r>
          </a:p>
          <a:p>
            <a:pPr>
              <a:lnSpc>
                <a:spcPct val="150000"/>
              </a:lnSpc>
            </a:pPr>
            <a:r>
              <a:rPr lang="en-US" sz="16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https://www.youtube.com/watch?v=Hej48pi_lOc</a:t>
            </a:r>
            <a:endParaRPr lang="en-US" sz="16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https://blog.logrocket.com/build-rest-api-node-express-mysql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https://www.w3schools.com/nodejs/nodejs_mysql.asp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BFDC2-9FBB-4BD9-80DE-1E80F7DBF1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7881" y="6143441"/>
            <a:ext cx="1156237" cy="6040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6F7E8E-EF3F-1183-F525-46DCAB4F1039}"/>
              </a:ext>
            </a:extLst>
          </p:cNvPr>
          <p:cNvSpPr txBox="1"/>
          <p:nvPr/>
        </p:nvSpPr>
        <p:spPr>
          <a:xfrm>
            <a:off x="6579647" y="1237922"/>
            <a:ext cx="5066254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 SYNTAX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https://www.w3schools.com/js/js_promise.asp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3484</Words>
  <Application>Microsoft Office PowerPoint</Application>
  <PresentationFormat>Widescreen</PresentationFormat>
  <Paragraphs>715</Paragraphs>
  <Slides>43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Comic Sans MS</vt:lpstr>
      <vt:lpstr>Consolas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2025-04-24T10:54:23Z</dcterms:created>
  <dcterms:modified xsi:type="dcterms:W3CDTF">2025-06-07T07:06:21Z</dcterms:modified>
</cp:coreProperties>
</file>