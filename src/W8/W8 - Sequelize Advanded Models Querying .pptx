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4765" r:id="rId2"/>
    <p:sldId id="4780" r:id="rId3"/>
    <p:sldId id="4781" r:id="rId4"/>
    <p:sldId id="4764" r:id="rId5"/>
    <p:sldId id="4768" r:id="rId6"/>
    <p:sldId id="4769" r:id="rId7"/>
    <p:sldId id="4770" r:id="rId8"/>
    <p:sldId id="4773" r:id="rId9"/>
    <p:sldId id="4774" r:id="rId10"/>
    <p:sldId id="4771" r:id="rId11"/>
    <p:sldId id="4772" r:id="rId12"/>
    <p:sldId id="4766" r:id="rId13"/>
    <p:sldId id="4775" r:id="rId14"/>
    <p:sldId id="4778" r:id="rId15"/>
    <p:sldId id="4779" r:id="rId16"/>
    <p:sldId id="4579" r:id="rId17"/>
    <p:sldId id="4549" r:id="rId18"/>
    <p:sldId id="4767" r:id="rId19"/>
    <p:sldId id="4782" r:id="rId20"/>
    <p:sldId id="4776" r:id="rId21"/>
    <p:sldId id="4783" r:id="rId22"/>
    <p:sldId id="4786" r:id="rId23"/>
    <p:sldId id="4788" r:id="rId24"/>
    <p:sldId id="4787" r:id="rId25"/>
    <p:sldId id="4794" r:id="rId26"/>
    <p:sldId id="4801" r:id="rId27"/>
    <p:sldId id="4803" r:id="rId28"/>
    <p:sldId id="4804" r:id="rId29"/>
    <p:sldId id="4785" r:id="rId30"/>
    <p:sldId id="4805" r:id="rId31"/>
    <p:sldId id="4809" r:id="rId32"/>
    <p:sldId id="4806" r:id="rId33"/>
    <p:sldId id="4810" r:id="rId34"/>
    <p:sldId id="4811" r:id="rId35"/>
    <p:sldId id="4812" r:id="rId36"/>
    <p:sldId id="4815" r:id="rId37"/>
    <p:sldId id="4816" r:id="rId38"/>
    <p:sldId id="4813" r:id="rId39"/>
    <p:sldId id="4814" r:id="rId40"/>
    <p:sldId id="4817" r:id="rId41"/>
    <p:sldId id="4818" r:id="rId42"/>
    <p:sldId id="4819" r:id="rId43"/>
    <p:sldId id="4820" r:id="rId44"/>
    <p:sldId id="4821" r:id="rId45"/>
    <p:sldId id="4822" r:id="rId46"/>
    <p:sldId id="4823" r:id="rId47"/>
    <p:sldId id="4564" r:id="rId48"/>
    <p:sldId id="29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C053"/>
    <a:srgbClr val="FF66CC"/>
    <a:srgbClr val="0F9ED5"/>
    <a:srgbClr val="97D2CE"/>
    <a:srgbClr val="00AFEF"/>
    <a:srgbClr val="37B64B"/>
    <a:srgbClr val="016AB1"/>
    <a:srgbClr val="FFFFFF"/>
    <a:srgbClr val="F6EBDA"/>
    <a:srgbClr val="597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582920-844C-4F4C-89C7-A2DE3BBEB8B3}" v="595" dt="2025-06-29T16:58:11.9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2136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n Ogor" userId="473d6ea9-be06-4609-b78d-125cc115ecf4" providerId="ADAL" clId="{5D582920-844C-4F4C-89C7-A2DE3BBEB8B3}"/>
    <pc:docChg chg="undo custSel addSld delSld modSld sldOrd">
      <pc:chgData name="Ronan Ogor" userId="473d6ea9-be06-4609-b78d-125cc115ecf4" providerId="ADAL" clId="{5D582920-844C-4F4C-89C7-A2DE3BBEB8B3}" dt="2025-06-29T16:58:37.063" v="6883" actId="47"/>
      <pc:docMkLst>
        <pc:docMk/>
      </pc:docMkLst>
      <pc:sldChg chg="addSp delSp modSp mod ord">
        <pc:chgData name="Ronan Ogor" userId="473d6ea9-be06-4609-b78d-125cc115ecf4" providerId="ADAL" clId="{5D582920-844C-4F4C-89C7-A2DE3BBEB8B3}" dt="2025-06-29T16:58:04.778" v="6879" actId="1076"/>
        <pc:sldMkLst>
          <pc:docMk/>
          <pc:sldMk cId="0" sldId="4549"/>
        </pc:sldMkLst>
        <pc:spChg chg="add del mod">
          <ac:chgData name="Ronan Ogor" userId="473d6ea9-be06-4609-b78d-125cc115ecf4" providerId="ADAL" clId="{5D582920-844C-4F4C-89C7-A2DE3BBEB8B3}" dt="2025-06-29T16:57:55.396" v="6876" actId="478"/>
          <ac:spMkLst>
            <pc:docMk/>
            <pc:sldMk cId="0" sldId="4549"/>
            <ac:spMk id="2" creationId="{3F65A679-9CC9-5213-2F1E-F9B59F3188F1}"/>
          </ac:spMkLst>
        </pc:spChg>
        <pc:spChg chg="add del mod">
          <ac:chgData name="Ronan Ogor" userId="473d6ea9-be06-4609-b78d-125cc115ecf4" providerId="ADAL" clId="{5D582920-844C-4F4C-89C7-A2DE3BBEB8B3}" dt="2025-06-29T07:26:17.204" v="1157" actId="21"/>
          <ac:spMkLst>
            <pc:docMk/>
            <pc:sldMk cId="0" sldId="4549"/>
            <ac:spMk id="2" creationId="{5706C7DE-A4C1-33BA-E816-33D191C0A298}"/>
          </ac:spMkLst>
        </pc:spChg>
        <pc:spChg chg="add mod">
          <ac:chgData name="Ronan Ogor" userId="473d6ea9-be06-4609-b78d-125cc115ecf4" providerId="ADAL" clId="{5D582920-844C-4F4C-89C7-A2DE3BBEB8B3}" dt="2025-06-29T16:58:04.778" v="6879" actId="1076"/>
          <ac:spMkLst>
            <pc:docMk/>
            <pc:sldMk cId="0" sldId="4549"/>
            <ac:spMk id="3" creationId="{7322E0BF-EE8F-69EC-C116-D66E04A8ECC7}"/>
          </ac:spMkLst>
        </pc:spChg>
        <pc:spChg chg="mod">
          <ac:chgData name="Ronan Ogor" userId="473d6ea9-be06-4609-b78d-125cc115ecf4" providerId="ADAL" clId="{5D582920-844C-4F4C-89C7-A2DE3BBEB8B3}" dt="2025-06-29T16:58:04.778" v="6879" actId="1076"/>
          <ac:spMkLst>
            <pc:docMk/>
            <pc:sldMk cId="0" sldId="4549"/>
            <ac:spMk id="5" creationId="{35D1629B-5FE9-A8F9-B1BB-7CCE660EC55D}"/>
          </ac:spMkLst>
        </pc:spChg>
        <pc:spChg chg="del mod">
          <ac:chgData name="Ronan Ogor" userId="473d6ea9-be06-4609-b78d-125cc115ecf4" providerId="ADAL" clId="{5D582920-844C-4F4C-89C7-A2DE3BBEB8B3}" dt="2025-06-29T16:58:01.494" v="6878" actId="478"/>
          <ac:spMkLst>
            <pc:docMk/>
            <pc:sldMk cId="0" sldId="4549"/>
            <ac:spMk id="6" creationId="{110B1B40-F9F9-3532-5409-92E80F742445}"/>
          </ac:spMkLst>
        </pc:spChg>
        <pc:spChg chg="mod">
          <ac:chgData name="Ronan Ogor" userId="473d6ea9-be06-4609-b78d-125cc115ecf4" providerId="ADAL" clId="{5D582920-844C-4F4C-89C7-A2DE3BBEB8B3}" dt="2025-06-29T16:58:04.778" v="6879" actId="1076"/>
          <ac:spMkLst>
            <pc:docMk/>
            <pc:sldMk cId="0" sldId="4549"/>
            <ac:spMk id="7" creationId="{CCEB6977-5D66-07F0-D9BD-120401B39BD1}"/>
          </ac:spMkLst>
        </pc:spChg>
        <pc:spChg chg="mod">
          <ac:chgData name="Ronan Ogor" userId="473d6ea9-be06-4609-b78d-125cc115ecf4" providerId="ADAL" clId="{5D582920-844C-4F4C-89C7-A2DE3BBEB8B3}" dt="2025-06-29T16:58:04.778" v="6879" actId="1076"/>
          <ac:spMkLst>
            <pc:docMk/>
            <pc:sldMk cId="0" sldId="4549"/>
            <ac:spMk id="8" creationId="{9DD6B9C3-CF85-7470-E370-3F8BB6EF6A21}"/>
          </ac:spMkLst>
        </pc:spChg>
        <pc:spChg chg="del">
          <ac:chgData name="Ronan Ogor" userId="473d6ea9-be06-4609-b78d-125cc115ecf4" providerId="ADAL" clId="{5D582920-844C-4F4C-89C7-A2DE3BBEB8B3}" dt="2025-06-29T16:57:36.668" v="6868" actId="478"/>
          <ac:spMkLst>
            <pc:docMk/>
            <pc:sldMk cId="0" sldId="4549"/>
            <ac:spMk id="9" creationId="{B5149765-6FF7-9BA9-8509-4E4E2919ECCA}"/>
          </ac:spMkLst>
        </pc:spChg>
        <pc:spChg chg="mod">
          <ac:chgData name="Ronan Ogor" userId="473d6ea9-be06-4609-b78d-125cc115ecf4" providerId="ADAL" clId="{5D582920-844C-4F4C-89C7-A2DE3BBEB8B3}" dt="2025-06-29T16:58:04.778" v="6879" actId="1076"/>
          <ac:spMkLst>
            <pc:docMk/>
            <pc:sldMk cId="0" sldId="4549"/>
            <ac:spMk id="120" creationId="{00000000-0000-0000-0000-000000000000}"/>
          </ac:spMkLst>
        </pc:spChg>
      </pc:sldChg>
      <pc:sldChg chg="addSp delSp modSp mod">
        <pc:chgData name="Ronan Ogor" userId="473d6ea9-be06-4609-b78d-125cc115ecf4" providerId="ADAL" clId="{5D582920-844C-4F4C-89C7-A2DE3BBEB8B3}" dt="2025-06-29T16:58:11.933" v="6881"/>
        <pc:sldMkLst>
          <pc:docMk/>
          <pc:sldMk cId="3328649386" sldId="4564"/>
        </pc:sldMkLst>
        <pc:spChg chg="del">
          <ac:chgData name="Ronan Ogor" userId="473d6ea9-be06-4609-b78d-125cc115ecf4" providerId="ADAL" clId="{5D582920-844C-4F4C-89C7-A2DE3BBEB8B3}" dt="2025-06-29T16:58:11.503" v="6880" actId="478"/>
          <ac:spMkLst>
            <pc:docMk/>
            <pc:sldMk cId="3328649386" sldId="4564"/>
            <ac:spMk id="5" creationId="{8C5282C2-3667-44AA-29E0-CCE77406FD09}"/>
          </ac:spMkLst>
        </pc:spChg>
        <pc:spChg chg="del">
          <ac:chgData name="Ronan Ogor" userId="473d6ea9-be06-4609-b78d-125cc115ecf4" providerId="ADAL" clId="{5D582920-844C-4F4C-89C7-A2DE3BBEB8B3}" dt="2025-06-29T16:58:11.503" v="6880" actId="478"/>
          <ac:spMkLst>
            <pc:docMk/>
            <pc:sldMk cId="3328649386" sldId="4564"/>
            <ac:spMk id="6" creationId="{87B51E69-D23E-96A8-57D0-236211E8FDA4}"/>
          </ac:spMkLst>
        </pc:spChg>
        <pc:spChg chg="add mod">
          <ac:chgData name="Ronan Ogor" userId="473d6ea9-be06-4609-b78d-125cc115ecf4" providerId="ADAL" clId="{5D582920-844C-4F4C-89C7-A2DE3BBEB8B3}" dt="2025-06-29T16:58:11.933" v="6881"/>
          <ac:spMkLst>
            <pc:docMk/>
            <pc:sldMk cId="3328649386" sldId="4564"/>
            <ac:spMk id="7" creationId="{768C1081-CDA3-9E06-FE4C-733CB0EE178B}"/>
          </ac:spMkLst>
        </pc:spChg>
        <pc:spChg chg="del">
          <ac:chgData name="Ronan Ogor" userId="473d6ea9-be06-4609-b78d-125cc115ecf4" providerId="ADAL" clId="{5D582920-844C-4F4C-89C7-A2DE3BBEB8B3}" dt="2025-06-29T16:58:11.503" v="6880" actId="478"/>
          <ac:spMkLst>
            <pc:docMk/>
            <pc:sldMk cId="3328649386" sldId="4564"/>
            <ac:spMk id="8" creationId="{8829AD63-23EA-78E0-08CD-8AD111A126CA}"/>
          </ac:spMkLst>
        </pc:spChg>
        <pc:spChg chg="del">
          <ac:chgData name="Ronan Ogor" userId="473d6ea9-be06-4609-b78d-125cc115ecf4" providerId="ADAL" clId="{5D582920-844C-4F4C-89C7-A2DE3BBEB8B3}" dt="2025-06-29T16:58:11.503" v="6880" actId="478"/>
          <ac:spMkLst>
            <pc:docMk/>
            <pc:sldMk cId="3328649386" sldId="4564"/>
            <ac:spMk id="9" creationId="{83E1273D-78ED-427E-983B-1D7560F3C8F5}"/>
          </ac:spMkLst>
        </pc:spChg>
        <pc:spChg chg="del">
          <ac:chgData name="Ronan Ogor" userId="473d6ea9-be06-4609-b78d-125cc115ecf4" providerId="ADAL" clId="{5D582920-844C-4F4C-89C7-A2DE3BBEB8B3}" dt="2025-06-29T16:58:11.503" v="6880" actId="478"/>
          <ac:spMkLst>
            <pc:docMk/>
            <pc:sldMk cId="3328649386" sldId="4564"/>
            <ac:spMk id="10" creationId="{41C9F183-7613-753F-170E-DDA7A7C0F04D}"/>
          </ac:spMkLst>
        </pc:spChg>
        <pc:spChg chg="del">
          <ac:chgData name="Ronan Ogor" userId="473d6ea9-be06-4609-b78d-125cc115ecf4" providerId="ADAL" clId="{5D582920-844C-4F4C-89C7-A2DE3BBEB8B3}" dt="2025-06-29T16:58:11.503" v="6880" actId="478"/>
          <ac:spMkLst>
            <pc:docMk/>
            <pc:sldMk cId="3328649386" sldId="4564"/>
            <ac:spMk id="11" creationId="{10C9C074-7BC7-F20D-3BFF-64E8ECDF358F}"/>
          </ac:spMkLst>
        </pc:spChg>
        <pc:spChg chg="add mod">
          <ac:chgData name="Ronan Ogor" userId="473d6ea9-be06-4609-b78d-125cc115ecf4" providerId="ADAL" clId="{5D582920-844C-4F4C-89C7-A2DE3BBEB8B3}" dt="2025-06-29T16:58:11.933" v="6881"/>
          <ac:spMkLst>
            <pc:docMk/>
            <pc:sldMk cId="3328649386" sldId="4564"/>
            <ac:spMk id="12" creationId="{6533951C-4F3C-B42F-4B44-05952BF96EC5}"/>
          </ac:spMkLst>
        </pc:spChg>
        <pc:spChg chg="add mod">
          <ac:chgData name="Ronan Ogor" userId="473d6ea9-be06-4609-b78d-125cc115ecf4" providerId="ADAL" clId="{5D582920-844C-4F4C-89C7-A2DE3BBEB8B3}" dt="2025-06-29T16:58:11.933" v="6881"/>
          <ac:spMkLst>
            <pc:docMk/>
            <pc:sldMk cId="3328649386" sldId="4564"/>
            <ac:spMk id="13" creationId="{AC8091AD-C83A-A0C2-941A-B19838FD0FF2}"/>
          </ac:spMkLst>
        </pc:spChg>
        <pc:spChg chg="add mod">
          <ac:chgData name="Ronan Ogor" userId="473d6ea9-be06-4609-b78d-125cc115ecf4" providerId="ADAL" clId="{5D582920-844C-4F4C-89C7-A2DE3BBEB8B3}" dt="2025-06-29T16:58:11.933" v="6881"/>
          <ac:spMkLst>
            <pc:docMk/>
            <pc:sldMk cId="3328649386" sldId="4564"/>
            <ac:spMk id="14" creationId="{DBE9B38B-98A7-EFDF-7328-EB5EF9977FEF}"/>
          </ac:spMkLst>
        </pc:spChg>
        <pc:spChg chg="add mod">
          <ac:chgData name="Ronan Ogor" userId="473d6ea9-be06-4609-b78d-125cc115ecf4" providerId="ADAL" clId="{5D582920-844C-4F4C-89C7-A2DE3BBEB8B3}" dt="2025-06-29T16:58:11.933" v="6881"/>
          <ac:spMkLst>
            <pc:docMk/>
            <pc:sldMk cId="3328649386" sldId="4564"/>
            <ac:spMk id="15" creationId="{2ADBF86D-019F-D2B0-3910-D292951A6FD0}"/>
          </ac:spMkLst>
        </pc:spChg>
      </pc:sldChg>
      <pc:sldChg chg="modSp mod ord">
        <pc:chgData name="Ronan Ogor" userId="473d6ea9-be06-4609-b78d-125cc115ecf4" providerId="ADAL" clId="{5D582920-844C-4F4C-89C7-A2DE3BBEB8B3}" dt="2025-06-29T07:25:32.125" v="1155"/>
        <pc:sldMkLst>
          <pc:docMk/>
          <pc:sldMk cId="0" sldId="4579"/>
        </pc:sldMkLst>
        <pc:spChg chg="mod">
          <ac:chgData name="Ronan Ogor" userId="473d6ea9-be06-4609-b78d-125cc115ecf4" providerId="ADAL" clId="{5D582920-844C-4F4C-89C7-A2DE3BBEB8B3}" dt="2025-06-29T05:29:28.112" v="1" actId="20577"/>
          <ac:spMkLst>
            <pc:docMk/>
            <pc:sldMk cId="0" sldId="4579"/>
            <ac:spMk id="89" creationId="{00000000-0000-0000-0000-000000000000}"/>
          </ac:spMkLst>
        </pc:spChg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87027135" sldId="4584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4091423166" sldId="4585"/>
        </pc:sldMkLst>
      </pc:sldChg>
      <pc:sldChg chg="del">
        <pc:chgData name="Ronan Ogor" userId="473d6ea9-be06-4609-b78d-125cc115ecf4" providerId="ADAL" clId="{5D582920-844C-4F4C-89C7-A2DE3BBEB8B3}" dt="2025-06-29T16:58:37.063" v="6883" actId="47"/>
        <pc:sldMkLst>
          <pc:docMk/>
          <pc:sldMk cId="4143899511" sldId="4623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3633839783" sldId="4624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1054575162" sldId="4625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206107738" sldId="4626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1016433437" sldId="4628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260834646" sldId="4629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1090829307" sldId="4630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1764722221" sldId="4631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988720360" sldId="4632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3688774395" sldId="4633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1194134351" sldId="4634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376683221" sldId="4635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362905369" sldId="4636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749266568" sldId="4637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3466584168" sldId="4638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3606377572" sldId="4639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4064406343" sldId="4640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2015133851" sldId="4641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1181385927" sldId="4642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1526411753" sldId="4722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3602957000" sldId="4724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1760298796" sldId="4725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977893236" sldId="4727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449510409" sldId="4728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3654409100" sldId="4731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137606414" sldId="4732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2127086782" sldId="4733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4057344888" sldId="4735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2907485253" sldId="4736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216904730" sldId="4737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4210415458" sldId="4738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437158946" sldId="4739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980271215" sldId="4740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1472084475" sldId="4741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817820813" sldId="4742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2292439443" sldId="4743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1879767085" sldId="4744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1997353347" sldId="4745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3748940708" sldId="4746"/>
        </pc:sldMkLst>
      </pc:sldChg>
      <pc:sldChg chg="modSp del mod">
        <pc:chgData name="Ronan Ogor" userId="473d6ea9-be06-4609-b78d-125cc115ecf4" providerId="ADAL" clId="{5D582920-844C-4F4C-89C7-A2DE3BBEB8B3}" dt="2025-06-29T16:38:25.494" v="6738" actId="47"/>
        <pc:sldMkLst>
          <pc:docMk/>
          <pc:sldMk cId="3362151440" sldId="4747"/>
        </pc:sldMkLst>
        <pc:spChg chg="mod">
          <ac:chgData name="Ronan Ogor" userId="473d6ea9-be06-4609-b78d-125cc115ecf4" providerId="ADAL" clId="{5D582920-844C-4F4C-89C7-A2DE3BBEB8B3}" dt="2025-06-29T11:07:00.027" v="3820" actId="1076"/>
          <ac:spMkLst>
            <pc:docMk/>
            <pc:sldMk cId="3362151440" sldId="4747"/>
            <ac:spMk id="3" creationId="{C8C9322F-A5C9-1C17-2D24-F4108985367F}"/>
          </ac:spMkLst>
        </pc:spChg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3077350546" sldId="4748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1112466983" sldId="4749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4101509713" sldId="4750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518205050" sldId="4751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1434965778" sldId="4752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2787796222" sldId="4753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826963184" sldId="4754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866787576" sldId="4755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3164536255" sldId="4756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4155362591" sldId="4757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130386092" sldId="4758"/>
        </pc:sldMkLst>
      </pc:sldChg>
      <pc:sldChg chg="del">
        <pc:chgData name="Ronan Ogor" userId="473d6ea9-be06-4609-b78d-125cc115ecf4" providerId="ADAL" clId="{5D582920-844C-4F4C-89C7-A2DE3BBEB8B3}" dt="2025-06-29T16:38:25.494" v="6738" actId="47"/>
        <pc:sldMkLst>
          <pc:docMk/>
          <pc:sldMk cId="1084607511" sldId="4759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4169236079" sldId="4760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2218206370" sldId="4761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2412491547" sldId="4762"/>
        </pc:sldMkLst>
      </pc:sldChg>
      <pc:sldChg chg="del">
        <pc:chgData name="Ronan Ogor" userId="473d6ea9-be06-4609-b78d-125cc115ecf4" providerId="ADAL" clId="{5D582920-844C-4F4C-89C7-A2DE3BBEB8B3}" dt="2025-06-29T11:06:39.409" v="3819" actId="47"/>
        <pc:sldMkLst>
          <pc:docMk/>
          <pc:sldMk cId="159786900" sldId="4763"/>
        </pc:sldMkLst>
      </pc:sldChg>
      <pc:sldChg chg="addSp delSp modSp new mod">
        <pc:chgData name="Ronan Ogor" userId="473d6ea9-be06-4609-b78d-125cc115ecf4" providerId="ADAL" clId="{5D582920-844C-4F4C-89C7-A2DE3BBEB8B3}" dt="2025-06-29T07:24:27.037" v="1118" actId="20577"/>
        <pc:sldMkLst>
          <pc:docMk/>
          <pc:sldMk cId="1840156799" sldId="4764"/>
        </pc:sldMkLst>
        <pc:spChg chg="add mod">
          <ac:chgData name="Ronan Ogor" userId="473d6ea9-be06-4609-b78d-125cc115ecf4" providerId="ADAL" clId="{5D582920-844C-4F4C-89C7-A2DE3BBEB8B3}" dt="2025-06-29T05:59:29.996" v="474" actId="1076"/>
          <ac:spMkLst>
            <pc:docMk/>
            <pc:sldMk cId="1840156799" sldId="4764"/>
            <ac:spMk id="2" creationId="{40FDF7AD-30A7-8568-28F8-FE60D0AC6409}"/>
          </ac:spMkLst>
        </pc:spChg>
        <pc:spChg chg="add mod">
          <ac:chgData name="Ronan Ogor" userId="473d6ea9-be06-4609-b78d-125cc115ecf4" providerId="ADAL" clId="{5D582920-844C-4F4C-89C7-A2DE3BBEB8B3}" dt="2025-06-29T05:43:31.736" v="115" actId="1076"/>
          <ac:spMkLst>
            <pc:docMk/>
            <pc:sldMk cId="1840156799" sldId="4764"/>
            <ac:spMk id="3" creationId="{8E1D8AEA-906E-1FBD-3A83-98D6F02B079B}"/>
          </ac:spMkLst>
        </pc:spChg>
        <pc:spChg chg="add del mod">
          <ac:chgData name="Ronan Ogor" userId="473d6ea9-be06-4609-b78d-125cc115ecf4" providerId="ADAL" clId="{5D582920-844C-4F4C-89C7-A2DE3BBEB8B3}" dt="2025-06-29T05:44:11.297" v="153" actId="478"/>
          <ac:spMkLst>
            <pc:docMk/>
            <pc:sldMk cId="1840156799" sldId="4764"/>
            <ac:spMk id="4" creationId="{31202CCC-4660-3BD9-E345-879F47663EF9}"/>
          </ac:spMkLst>
        </pc:spChg>
        <pc:spChg chg="add del mod">
          <ac:chgData name="Ronan Ogor" userId="473d6ea9-be06-4609-b78d-125cc115ecf4" providerId="ADAL" clId="{5D582920-844C-4F4C-89C7-A2DE3BBEB8B3}" dt="2025-06-29T05:44:11.297" v="153" actId="478"/>
          <ac:spMkLst>
            <pc:docMk/>
            <pc:sldMk cId="1840156799" sldId="4764"/>
            <ac:spMk id="5" creationId="{718A8DE9-B581-D150-58EF-094D1FCCFF9B}"/>
          </ac:spMkLst>
        </pc:spChg>
        <pc:spChg chg="add mod">
          <ac:chgData name="Ronan Ogor" userId="473d6ea9-be06-4609-b78d-125cc115ecf4" providerId="ADAL" clId="{5D582920-844C-4F4C-89C7-A2DE3BBEB8B3}" dt="2025-06-29T05:34:24.985" v="77" actId="1076"/>
          <ac:spMkLst>
            <pc:docMk/>
            <pc:sldMk cId="1840156799" sldId="4764"/>
            <ac:spMk id="6" creationId="{744E25DC-AA40-EADD-E0FC-01D234A2C7BF}"/>
          </ac:spMkLst>
        </pc:spChg>
        <pc:spChg chg="add del mod">
          <ac:chgData name="Ronan Ogor" userId="473d6ea9-be06-4609-b78d-125cc115ecf4" providerId="ADAL" clId="{5D582920-844C-4F4C-89C7-A2DE3BBEB8B3}" dt="2025-06-29T05:49:02.965" v="268" actId="478"/>
          <ac:spMkLst>
            <pc:docMk/>
            <pc:sldMk cId="1840156799" sldId="4764"/>
            <ac:spMk id="7" creationId="{407A64DC-9596-B8DA-4B35-7834981FE3A3}"/>
          </ac:spMkLst>
        </pc:spChg>
        <pc:spChg chg="add mod">
          <ac:chgData name="Ronan Ogor" userId="473d6ea9-be06-4609-b78d-125cc115ecf4" providerId="ADAL" clId="{5D582920-844C-4F4C-89C7-A2DE3BBEB8B3}" dt="2025-06-29T05:59:29.996" v="474" actId="1076"/>
          <ac:spMkLst>
            <pc:docMk/>
            <pc:sldMk cId="1840156799" sldId="4764"/>
            <ac:spMk id="8" creationId="{C5FA8DA3-CAEF-1A83-D4C8-B2185257F2D4}"/>
          </ac:spMkLst>
        </pc:spChg>
        <pc:spChg chg="add del mod">
          <ac:chgData name="Ronan Ogor" userId="473d6ea9-be06-4609-b78d-125cc115ecf4" providerId="ADAL" clId="{5D582920-844C-4F4C-89C7-A2DE3BBEB8B3}" dt="2025-06-29T05:49:02.965" v="268" actId="478"/>
          <ac:spMkLst>
            <pc:docMk/>
            <pc:sldMk cId="1840156799" sldId="4764"/>
            <ac:spMk id="9" creationId="{8696D2E0-66F0-97D1-2DE7-E17A91BF3E3D}"/>
          </ac:spMkLst>
        </pc:spChg>
        <pc:spChg chg="add mod">
          <ac:chgData name="Ronan Ogor" userId="473d6ea9-be06-4609-b78d-125cc115ecf4" providerId="ADAL" clId="{5D582920-844C-4F4C-89C7-A2DE3BBEB8B3}" dt="2025-06-29T05:59:29.996" v="474" actId="1076"/>
          <ac:spMkLst>
            <pc:docMk/>
            <pc:sldMk cId="1840156799" sldId="4764"/>
            <ac:spMk id="10" creationId="{9E04C286-F046-4F37-07E1-577B4E3663A2}"/>
          </ac:spMkLst>
        </pc:spChg>
        <pc:spChg chg="add mod">
          <ac:chgData name="Ronan Ogor" userId="473d6ea9-be06-4609-b78d-125cc115ecf4" providerId="ADAL" clId="{5D582920-844C-4F4C-89C7-A2DE3BBEB8B3}" dt="2025-06-29T05:49:15.076" v="271" actId="1076"/>
          <ac:spMkLst>
            <pc:docMk/>
            <pc:sldMk cId="1840156799" sldId="4764"/>
            <ac:spMk id="11" creationId="{BBC402BC-9351-4E77-C234-EA322059F1E7}"/>
          </ac:spMkLst>
        </pc:spChg>
        <pc:spChg chg="add mod">
          <ac:chgData name="Ronan Ogor" userId="473d6ea9-be06-4609-b78d-125cc115ecf4" providerId="ADAL" clId="{5D582920-844C-4F4C-89C7-A2DE3BBEB8B3}" dt="2025-06-29T05:59:29.996" v="474" actId="1076"/>
          <ac:spMkLst>
            <pc:docMk/>
            <pc:sldMk cId="1840156799" sldId="4764"/>
            <ac:spMk id="12" creationId="{E6E0AF0A-7B66-F8A5-DCD7-DD1BFDFB9463}"/>
          </ac:spMkLst>
        </pc:spChg>
        <pc:spChg chg="add mod">
          <ac:chgData name="Ronan Ogor" userId="473d6ea9-be06-4609-b78d-125cc115ecf4" providerId="ADAL" clId="{5D582920-844C-4F4C-89C7-A2DE3BBEB8B3}" dt="2025-06-29T05:59:29.996" v="474" actId="1076"/>
          <ac:spMkLst>
            <pc:docMk/>
            <pc:sldMk cId="1840156799" sldId="4764"/>
            <ac:spMk id="13" creationId="{A91EC49A-602C-545F-FA6E-146B910DF5DA}"/>
          </ac:spMkLst>
        </pc:spChg>
        <pc:spChg chg="add mod">
          <ac:chgData name="Ronan Ogor" userId="473d6ea9-be06-4609-b78d-125cc115ecf4" providerId="ADAL" clId="{5D582920-844C-4F4C-89C7-A2DE3BBEB8B3}" dt="2025-06-29T05:59:29.996" v="474" actId="1076"/>
          <ac:spMkLst>
            <pc:docMk/>
            <pc:sldMk cId="1840156799" sldId="4764"/>
            <ac:spMk id="14" creationId="{C76DE0B0-6316-C839-E26F-E20198B080B3}"/>
          </ac:spMkLst>
        </pc:spChg>
        <pc:spChg chg="add mod">
          <ac:chgData name="Ronan Ogor" userId="473d6ea9-be06-4609-b78d-125cc115ecf4" providerId="ADAL" clId="{5D582920-844C-4F4C-89C7-A2DE3BBEB8B3}" dt="2025-06-29T05:59:29.996" v="474" actId="1076"/>
          <ac:spMkLst>
            <pc:docMk/>
            <pc:sldMk cId="1840156799" sldId="4764"/>
            <ac:spMk id="15" creationId="{133A7BBC-D1DD-ED82-09F2-856D8D9ED1D2}"/>
          </ac:spMkLst>
        </pc:spChg>
        <pc:spChg chg="add mod">
          <ac:chgData name="Ronan Ogor" userId="473d6ea9-be06-4609-b78d-125cc115ecf4" providerId="ADAL" clId="{5D582920-844C-4F4C-89C7-A2DE3BBEB8B3}" dt="2025-06-29T05:45:44.290" v="186" actId="571"/>
          <ac:spMkLst>
            <pc:docMk/>
            <pc:sldMk cId="1840156799" sldId="4764"/>
            <ac:spMk id="16" creationId="{BC44EE4A-58DE-49EA-C1D1-EA6578408225}"/>
          </ac:spMkLst>
        </pc:spChg>
        <pc:spChg chg="add mod">
          <ac:chgData name="Ronan Ogor" userId="473d6ea9-be06-4609-b78d-125cc115ecf4" providerId="ADAL" clId="{5D582920-844C-4F4C-89C7-A2DE3BBEB8B3}" dt="2025-06-29T05:59:29.996" v="474" actId="1076"/>
          <ac:spMkLst>
            <pc:docMk/>
            <pc:sldMk cId="1840156799" sldId="4764"/>
            <ac:spMk id="17" creationId="{18954F6C-13DF-5810-AD16-FEAA338B1A0E}"/>
          </ac:spMkLst>
        </pc:spChg>
        <pc:spChg chg="add mod">
          <ac:chgData name="Ronan Ogor" userId="473d6ea9-be06-4609-b78d-125cc115ecf4" providerId="ADAL" clId="{5D582920-844C-4F4C-89C7-A2DE3BBEB8B3}" dt="2025-06-29T05:49:15.076" v="271" actId="1076"/>
          <ac:spMkLst>
            <pc:docMk/>
            <pc:sldMk cId="1840156799" sldId="4764"/>
            <ac:spMk id="18" creationId="{AEE5B753-3C38-65C9-8D85-BC792207B90D}"/>
          </ac:spMkLst>
        </pc:spChg>
        <pc:spChg chg="add mod">
          <ac:chgData name="Ronan Ogor" userId="473d6ea9-be06-4609-b78d-125cc115ecf4" providerId="ADAL" clId="{5D582920-844C-4F4C-89C7-A2DE3BBEB8B3}" dt="2025-06-29T05:59:29.996" v="474" actId="1076"/>
          <ac:spMkLst>
            <pc:docMk/>
            <pc:sldMk cId="1840156799" sldId="4764"/>
            <ac:spMk id="19" creationId="{A0271E01-D618-7279-04CE-907D277981C6}"/>
          </ac:spMkLst>
        </pc:spChg>
        <pc:spChg chg="add mod">
          <ac:chgData name="Ronan Ogor" userId="473d6ea9-be06-4609-b78d-125cc115ecf4" providerId="ADAL" clId="{5D582920-844C-4F4C-89C7-A2DE3BBEB8B3}" dt="2025-06-29T05:46:05.591" v="192" actId="571"/>
          <ac:spMkLst>
            <pc:docMk/>
            <pc:sldMk cId="1840156799" sldId="4764"/>
            <ac:spMk id="20" creationId="{57704741-8E37-CD06-7FDF-150ED9F47017}"/>
          </ac:spMkLst>
        </pc:spChg>
        <pc:spChg chg="add mod">
          <ac:chgData name="Ronan Ogor" userId="473d6ea9-be06-4609-b78d-125cc115ecf4" providerId="ADAL" clId="{5D582920-844C-4F4C-89C7-A2DE3BBEB8B3}" dt="2025-06-29T05:59:45.534" v="475" actId="1076"/>
          <ac:spMkLst>
            <pc:docMk/>
            <pc:sldMk cId="1840156799" sldId="4764"/>
            <ac:spMk id="21" creationId="{CE6FD293-B1BA-AEC2-65C6-31A13B883DBA}"/>
          </ac:spMkLst>
        </pc:spChg>
        <pc:spChg chg="add mod">
          <ac:chgData name="Ronan Ogor" userId="473d6ea9-be06-4609-b78d-125cc115ecf4" providerId="ADAL" clId="{5D582920-844C-4F4C-89C7-A2DE3BBEB8B3}" dt="2025-06-29T05:59:45.534" v="475" actId="1076"/>
          <ac:spMkLst>
            <pc:docMk/>
            <pc:sldMk cId="1840156799" sldId="4764"/>
            <ac:spMk id="22" creationId="{CBA0A64F-BC82-0C24-97A7-27225A4FD6FB}"/>
          </ac:spMkLst>
        </pc:spChg>
        <pc:spChg chg="add mod">
          <ac:chgData name="Ronan Ogor" userId="473d6ea9-be06-4609-b78d-125cc115ecf4" providerId="ADAL" clId="{5D582920-844C-4F4C-89C7-A2DE3BBEB8B3}" dt="2025-06-29T05:59:45.534" v="475" actId="1076"/>
          <ac:spMkLst>
            <pc:docMk/>
            <pc:sldMk cId="1840156799" sldId="4764"/>
            <ac:spMk id="23" creationId="{EF607619-D041-C0C5-F94B-F7F90B637CAE}"/>
          </ac:spMkLst>
        </pc:spChg>
        <pc:spChg chg="add mod">
          <ac:chgData name="Ronan Ogor" userId="473d6ea9-be06-4609-b78d-125cc115ecf4" providerId="ADAL" clId="{5D582920-844C-4F4C-89C7-A2DE3BBEB8B3}" dt="2025-06-29T05:59:45.534" v="475" actId="1076"/>
          <ac:spMkLst>
            <pc:docMk/>
            <pc:sldMk cId="1840156799" sldId="4764"/>
            <ac:spMk id="24" creationId="{EBA4B337-0CC5-3E75-AAE2-0D41A6E21C1F}"/>
          </ac:spMkLst>
        </pc:spChg>
        <pc:spChg chg="add mod">
          <ac:chgData name="Ronan Ogor" userId="473d6ea9-be06-4609-b78d-125cc115ecf4" providerId="ADAL" clId="{5D582920-844C-4F4C-89C7-A2DE3BBEB8B3}" dt="2025-06-29T05:49:03.179" v="269"/>
          <ac:spMkLst>
            <pc:docMk/>
            <pc:sldMk cId="1840156799" sldId="4764"/>
            <ac:spMk id="25" creationId="{C4FEC95D-B8F3-EF72-7BA4-07CF6BB18500}"/>
          </ac:spMkLst>
        </pc:spChg>
        <pc:spChg chg="add mod">
          <ac:chgData name="Ronan Ogor" userId="473d6ea9-be06-4609-b78d-125cc115ecf4" providerId="ADAL" clId="{5D582920-844C-4F4C-89C7-A2DE3BBEB8B3}" dt="2025-06-29T05:59:29.996" v="474" actId="1076"/>
          <ac:spMkLst>
            <pc:docMk/>
            <pc:sldMk cId="1840156799" sldId="4764"/>
            <ac:spMk id="26" creationId="{DAF8B1D5-BEC2-5CC7-DA06-35BDC0B6D173}"/>
          </ac:spMkLst>
        </pc:spChg>
        <pc:spChg chg="add del mod">
          <ac:chgData name="Ronan Ogor" userId="473d6ea9-be06-4609-b78d-125cc115ecf4" providerId="ADAL" clId="{5D582920-844C-4F4C-89C7-A2DE3BBEB8B3}" dt="2025-06-29T06:05:06.581" v="597" actId="21"/>
          <ac:spMkLst>
            <pc:docMk/>
            <pc:sldMk cId="1840156799" sldId="4764"/>
            <ac:spMk id="27" creationId="{47332ECA-6C78-471F-1D6C-9FAEF83F55A4}"/>
          </ac:spMkLst>
        </pc:spChg>
        <pc:spChg chg="add del mod">
          <ac:chgData name="Ronan Ogor" userId="473d6ea9-be06-4609-b78d-125cc115ecf4" providerId="ADAL" clId="{5D582920-844C-4F4C-89C7-A2DE3BBEB8B3}" dt="2025-06-29T06:05:05.001" v="596" actId="478"/>
          <ac:spMkLst>
            <pc:docMk/>
            <pc:sldMk cId="1840156799" sldId="4764"/>
            <ac:spMk id="28" creationId="{5BC097B8-AC10-9F68-284F-8A67EE6DE921}"/>
          </ac:spMkLst>
        </pc:spChg>
        <pc:spChg chg="add mod">
          <ac:chgData name="Ronan Ogor" userId="473d6ea9-be06-4609-b78d-125cc115ecf4" providerId="ADAL" clId="{5D582920-844C-4F4C-89C7-A2DE3BBEB8B3}" dt="2025-06-29T07:24:27.037" v="1118" actId="20577"/>
          <ac:spMkLst>
            <pc:docMk/>
            <pc:sldMk cId="1840156799" sldId="4764"/>
            <ac:spMk id="29" creationId="{89A4F108-81B1-D9BD-4CA2-6BDE29CC8ADA}"/>
          </ac:spMkLst>
        </pc:spChg>
      </pc:sldChg>
      <pc:sldChg chg="delSp modSp add mod setBg">
        <pc:chgData name="Ronan Ogor" userId="473d6ea9-be06-4609-b78d-125cc115ecf4" providerId="ADAL" clId="{5D582920-844C-4F4C-89C7-A2DE3BBEB8B3}" dt="2025-06-29T07:25:09.661" v="1153" actId="1076"/>
        <pc:sldMkLst>
          <pc:docMk/>
          <pc:sldMk cId="3519286405" sldId="4765"/>
        </pc:sldMkLst>
        <pc:spChg chg="del">
          <ac:chgData name="Ronan Ogor" userId="473d6ea9-be06-4609-b78d-125cc115ecf4" providerId="ADAL" clId="{5D582920-844C-4F4C-89C7-A2DE3BBEB8B3}" dt="2025-06-29T05:30:09.766" v="14" actId="478"/>
          <ac:spMkLst>
            <pc:docMk/>
            <pc:sldMk cId="3519286405" sldId="4765"/>
            <ac:spMk id="2" creationId="{AC2F389E-5C7B-6B49-C765-BD6D40C0E0EE}"/>
          </ac:spMkLst>
        </pc:spChg>
        <pc:spChg chg="mod">
          <ac:chgData name="Ronan Ogor" userId="473d6ea9-be06-4609-b78d-125cc115ecf4" providerId="ADAL" clId="{5D582920-844C-4F4C-89C7-A2DE3BBEB8B3}" dt="2025-06-29T07:25:09.661" v="1153" actId="1076"/>
          <ac:spMkLst>
            <pc:docMk/>
            <pc:sldMk cId="3519286405" sldId="4765"/>
            <ac:spMk id="5" creationId="{823FBFC6-5A4A-676A-2E7C-350EE7B99CD0}"/>
          </ac:spMkLst>
        </pc:spChg>
        <pc:spChg chg="mod">
          <ac:chgData name="Ronan Ogor" userId="473d6ea9-be06-4609-b78d-125cc115ecf4" providerId="ADAL" clId="{5D582920-844C-4F4C-89C7-A2DE3BBEB8B3}" dt="2025-06-29T07:25:07.773" v="1152" actId="1076"/>
          <ac:spMkLst>
            <pc:docMk/>
            <pc:sldMk cId="3519286405" sldId="4765"/>
            <ac:spMk id="6" creationId="{8CAE7EDE-0D5D-59BB-AF17-33B8CC3B9559}"/>
          </ac:spMkLst>
        </pc:spChg>
      </pc:sldChg>
      <pc:sldChg chg="addSp delSp modSp add mod">
        <pc:chgData name="Ronan Ogor" userId="473d6ea9-be06-4609-b78d-125cc115ecf4" providerId="ADAL" clId="{5D582920-844C-4F4C-89C7-A2DE3BBEB8B3}" dt="2025-06-29T07:24:49.056" v="1133" actId="20577"/>
        <pc:sldMkLst>
          <pc:docMk/>
          <pc:sldMk cId="1441380369" sldId="4766"/>
        </pc:sldMkLst>
        <pc:spChg chg="add mod">
          <ac:chgData name="Ronan Ogor" userId="473d6ea9-be06-4609-b78d-125cc115ecf4" providerId="ADAL" clId="{5D582920-844C-4F4C-89C7-A2DE3BBEB8B3}" dt="2025-06-29T07:08:35.231" v="966" actId="113"/>
          <ac:spMkLst>
            <pc:docMk/>
            <pc:sldMk cId="1441380369" sldId="4766"/>
            <ac:spMk id="2" creationId="{B9599B7E-0813-8827-BD33-AD5ECE57FEB6}"/>
          </ac:spMkLst>
        </pc:spChg>
        <pc:spChg chg="add mod">
          <ac:chgData name="Ronan Ogor" userId="473d6ea9-be06-4609-b78d-125cc115ecf4" providerId="ADAL" clId="{5D582920-844C-4F4C-89C7-A2DE3BBEB8B3}" dt="2025-06-29T07:04:29.937" v="937"/>
          <ac:spMkLst>
            <pc:docMk/>
            <pc:sldMk cId="1441380369" sldId="4766"/>
            <ac:spMk id="3" creationId="{82A3B1AF-B084-B3BF-A1E0-4AEA9FE95897}"/>
          </ac:spMkLst>
        </pc:spChg>
        <pc:spChg chg="add mod">
          <ac:chgData name="Ronan Ogor" userId="473d6ea9-be06-4609-b78d-125cc115ecf4" providerId="ADAL" clId="{5D582920-844C-4F4C-89C7-A2DE3BBEB8B3}" dt="2025-06-29T07:08:37.358" v="967" actId="1076"/>
          <ac:spMkLst>
            <pc:docMk/>
            <pc:sldMk cId="1441380369" sldId="4766"/>
            <ac:spMk id="4" creationId="{5AEA8E47-7A3D-6511-2537-B012589D6165}"/>
          </ac:spMkLst>
        </pc:spChg>
        <pc:spChg chg="add">
          <ac:chgData name="Ronan Ogor" userId="473d6ea9-be06-4609-b78d-125cc115ecf4" providerId="ADAL" clId="{5D582920-844C-4F4C-89C7-A2DE3BBEB8B3}" dt="2025-06-29T07:08:20.178" v="956"/>
          <ac:spMkLst>
            <pc:docMk/>
            <pc:sldMk cId="1441380369" sldId="4766"/>
            <ac:spMk id="5" creationId="{EC19443B-3848-76C1-D1FB-DEB3DAFF3109}"/>
          </ac:spMkLst>
        </pc:spChg>
        <pc:spChg chg="add del mod">
          <ac:chgData name="Ronan Ogor" userId="473d6ea9-be06-4609-b78d-125cc115ecf4" providerId="ADAL" clId="{5D582920-844C-4F4C-89C7-A2DE3BBEB8B3}" dt="2025-06-29T07:09:32.777" v="977" actId="21"/>
          <ac:spMkLst>
            <pc:docMk/>
            <pc:sldMk cId="1441380369" sldId="4766"/>
            <ac:spMk id="6" creationId="{09E7F3CE-356D-B02E-4DBD-BDA7210EFE92}"/>
          </ac:spMkLst>
        </pc:spChg>
        <pc:spChg chg="add mod">
          <ac:chgData name="Ronan Ogor" userId="473d6ea9-be06-4609-b78d-125cc115ecf4" providerId="ADAL" clId="{5D582920-844C-4F4C-89C7-A2DE3BBEB8B3}" dt="2025-06-29T07:24:49.056" v="1133" actId="20577"/>
          <ac:spMkLst>
            <pc:docMk/>
            <pc:sldMk cId="1441380369" sldId="4766"/>
            <ac:spMk id="7" creationId="{BB2561F7-5F6D-EF6D-6A51-B289EEF1D913}"/>
          </ac:spMkLst>
        </pc:spChg>
      </pc:sldChg>
      <pc:sldChg chg="addSp delSp modSp add mod">
        <pc:chgData name="Ronan Ogor" userId="473d6ea9-be06-4609-b78d-125cc115ecf4" providerId="ADAL" clId="{5D582920-844C-4F4C-89C7-A2DE3BBEB8B3}" dt="2025-06-29T10:48:49.612" v="3591" actId="1076"/>
        <pc:sldMkLst>
          <pc:docMk/>
          <pc:sldMk cId="673518244" sldId="4767"/>
        </pc:sldMkLst>
        <pc:spChg chg="add del mod">
          <ac:chgData name="Ronan Ogor" userId="473d6ea9-be06-4609-b78d-125cc115ecf4" providerId="ADAL" clId="{5D582920-844C-4F4C-89C7-A2DE3BBEB8B3}" dt="2025-06-29T10:48:45.786" v="3589" actId="478"/>
          <ac:spMkLst>
            <pc:docMk/>
            <pc:sldMk cId="673518244" sldId="4767"/>
            <ac:spMk id="2" creationId="{5706C7DE-A4C1-33BA-E816-33D191C0A298}"/>
          </ac:spMkLst>
        </pc:spChg>
        <pc:spChg chg="add mod">
          <ac:chgData name="Ronan Ogor" userId="473d6ea9-be06-4609-b78d-125cc115ecf4" providerId="ADAL" clId="{5D582920-844C-4F4C-89C7-A2DE3BBEB8B3}" dt="2025-06-29T07:27:25.817" v="1225" actId="113"/>
          <ac:spMkLst>
            <pc:docMk/>
            <pc:sldMk cId="673518244" sldId="4767"/>
            <ac:spMk id="3" creationId="{55076E18-B726-09AA-5284-1DD6B5624BC0}"/>
          </ac:spMkLst>
        </pc:spChg>
        <pc:spChg chg="add mod">
          <ac:chgData name="Ronan Ogor" userId="473d6ea9-be06-4609-b78d-125cc115ecf4" providerId="ADAL" clId="{5D582920-844C-4F4C-89C7-A2DE3BBEB8B3}" dt="2025-06-29T07:30:06.751" v="1274" actId="113"/>
          <ac:spMkLst>
            <pc:docMk/>
            <pc:sldMk cId="673518244" sldId="4767"/>
            <ac:spMk id="4" creationId="{696AACF5-0F8E-3662-1E0D-C0E44AE083DB}"/>
          </ac:spMkLst>
        </pc:spChg>
        <pc:spChg chg="add mod">
          <ac:chgData name="Ronan Ogor" userId="473d6ea9-be06-4609-b78d-125cc115ecf4" providerId="ADAL" clId="{5D582920-844C-4F4C-89C7-A2DE3BBEB8B3}" dt="2025-06-29T10:48:49.612" v="3591" actId="1076"/>
          <ac:spMkLst>
            <pc:docMk/>
            <pc:sldMk cId="673518244" sldId="4767"/>
            <ac:spMk id="5" creationId="{5985B551-2DC7-1F2B-8B9E-5307631800E4}"/>
          </ac:spMkLst>
        </pc:spChg>
        <pc:spChg chg="add del mod">
          <ac:chgData name="Ronan Ogor" userId="473d6ea9-be06-4609-b78d-125cc115ecf4" providerId="ADAL" clId="{5D582920-844C-4F4C-89C7-A2DE3BBEB8B3}" dt="2025-06-29T07:31:14.760" v="1303" actId="478"/>
          <ac:spMkLst>
            <pc:docMk/>
            <pc:sldMk cId="673518244" sldId="4767"/>
            <ac:spMk id="7" creationId="{2F5BC99C-5135-4C49-74EF-30459D965C22}"/>
          </ac:spMkLst>
        </pc:spChg>
        <pc:spChg chg="add del mod">
          <ac:chgData name="Ronan Ogor" userId="473d6ea9-be06-4609-b78d-125cc115ecf4" providerId="ADAL" clId="{5D582920-844C-4F4C-89C7-A2DE3BBEB8B3}" dt="2025-06-29T07:29:44.849" v="1268" actId="478"/>
          <ac:spMkLst>
            <pc:docMk/>
            <pc:sldMk cId="673518244" sldId="4767"/>
            <ac:spMk id="8" creationId="{CB1F66DD-2D8A-FB33-AE46-670E317043B9}"/>
          </ac:spMkLst>
        </pc:spChg>
        <pc:spChg chg="add mod">
          <ac:chgData name="Ronan Ogor" userId="473d6ea9-be06-4609-b78d-125cc115ecf4" providerId="ADAL" clId="{5D582920-844C-4F4C-89C7-A2DE3BBEB8B3}" dt="2025-06-29T08:10:36.434" v="1676" actId="20577"/>
          <ac:spMkLst>
            <pc:docMk/>
            <pc:sldMk cId="673518244" sldId="4767"/>
            <ac:spMk id="9" creationId="{B033DB02-D29B-E95D-43E4-A88DC17B8F99}"/>
          </ac:spMkLst>
        </pc:spChg>
        <pc:spChg chg="add mod">
          <ac:chgData name="Ronan Ogor" userId="473d6ea9-be06-4609-b78d-125cc115ecf4" providerId="ADAL" clId="{5D582920-844C-4F4C-89C7-A2DE3BBEB8B3}" dt="2025-06-29T08:09:58.152" v="1670" actId="1076"/>
          <ac:spMkLst>
            <pc:docMk/>
            <pc:sldMk cId="673518244" sldId="4767"/>
            <ac:spMk id="10" creationId="{0C9FAF3B-7043-C2BA-9F30-6CE57C4462AC}"/>
          </ac:spMkLst>
        </pc:spChg>
        <pc:spChg chg="add mod">
          <ac:chgData name="Ronan Ogor" userId="473d6ea9-be06-4609-b78d-125cc115ecf4" providerId="ADAL" clId="{5D582920-844C-4F4C-89C7-A2DE3BBEB8B3}" dt="2025-06-29T08:10:35.146" v="1675" actId="1076"/>
          <ac:spMkLst>
            <pc:docMk/>
            <pc:sldMk cId="673518244" sldId="4767"/>
            <ac:spMk id="11" creationId="{1F521447-499B-0EA6-C6BB-A7638EBEFB05}"/>
          </ac:spMkLst>
        </pc:spChg>
        <pc:spChg chg="add del mod">
          <ac:chgData name="Ronan Ogor" userId="473d6ea9-be06-4609-b78d-125cc115ecf4" providerId="ADAL" clId="{5D582920-844C-4F4C-89C7-A2DE3BBEB8B3}" dt="2025-06-29T07:31:12.911" v="1302" actId="478"/>
          <ac:spMkLst>
            <pc:docMk/>
            <pc:sldMk cId="673518244" sldId="4767"/>
            <ac:spMk id="12" creationId="{D49B46C7-08F7-ED58-6CB4-BBCDFDEC1EDE}"/>
          </ac:spMkLst>
        </pc:spChg>
        <pc:spChg chg="add mod">
          <ac:chgData name="Ronan Ogor" userId="473d6ea9-be06-4609-b78d-125cc115ecf4" providerId="ADAL" clId="{5D582920-844C-4F4C-89C7-A2DE3BBEB8B3}" dt="2025-06-29T08:10:35.146" v="1675" actId="1076"/>
          <ac:spMkLst>
            <pc:docMk/>
            <pc:sldMk cId="673518244" sldId="4767"/>
            <ac:spMk id="13" creationId="{560274F4-F254-07C2-C1D6-74483C614D11}"/>
          </ac:spMkLst>
        </pc:spChg>
        <pc:spChg chg="add mod">
          <ac:chgData name="Ronan Ogor" userId="473d6ea9-be06-4609-b78d-125cc115ecf4" providerId="ADAL" clId="{5D582920-844C-4F4C-89C7-A2DE3BBEB8B3}" dt="2025-06-29T08:09:58.152" v="1670" actId="1076"/>
          <ac:spMkLst>
            <pc:docMk/>
            <pc:sldMk cId="673518244" sldId="4767"/>
            <ac:spMk id="15" creationId="{E8D99F74-88BF-719D-9238-1FC1ADD8C793}"/>
          </ac:spMkLst>
        </pc:spChg>
        <pc:cxnChg chg="add del mod">
          <ac:chgData name="Ronan Ogor" userId="473d6ea9-be06-4609-b78d-125cc115ecf4" providerId="ADAL" clId="{5D582920-844C-4F4C-89C7-A2DE3BBEB8B3}" dt="2025-06-29T07:29:44.849" v="1268" actId="478"/>
          <ac:cxnSpMkLst>
            <pc:docMk/>
            <pc:sldMk cId="673518244" sldId="4767"/>
            <ac:cxnSpMk id="6" creationId="{9D009875-1F94-26E4-D828-916F8B1C8308}"/>
          </ac:cxnSpMkLst>
        </pc:cxnChg>
        <pc:cxnChg chg="add mod">
          <ac:chgData name="Ronan Ogor" userId="473d6ea9-be06-4609-b78d-125cc115ecf4" providerId="ADAL" clId="{5D582920-844C-4F4C-89C7-A2DE3BBEB8B3}" dt="2025-06-29T08:09:58.152" v="1670" actId="1076"/>
          <ac:cxnSpMkLst>
            <pc:docMk/>
            <pc:sldMk cId="673518244" sldId="4767"/>
            <ac:cxnSpMk id="14" creationId="{BE1F8747-1CCF-D237-1F0A-AEA2484F7A89}"/>
          </ac:cxnSpMkLst>
        </pc:cxnChg>
      </pc:sldChg>
      <pc:sldChg chg="addSp delSp modSp add mod">
        <pc:chgData name="Ronan Ogor" userId="473d6ea9-be06-4609-b78d-125cc115ecf4" providerId="ADAL" clId="{5D582920-844C-4F4C-89C7-A2DE3BBEB8B3}" dt="2025-06-29T06:00:40.750" v="482" actId="14100"/>
        <pc:sldMkLst>
          <pc:docMk/>
          <pc:sldMk cId="3972780134" sldId="4768"/>
        </pc:sldMkLst>
        <pc:spChg chg="mod">
          <ac:chgData name="Ronan Ogor" userId="473d6ea9-be06-4609-b78d-125cc115ecf4" providerId="ADAL" clId="{5D582920-844C-4F4C-89C7-A2DE3BBEB8B3}" dt="2025-06-29T05:54:25.301" v="393" actId="207"/>
          <ac:spMkLst>
            <pc:docMk/>
            <pc:sldMk cId="3972780134" sldId="4768"/>
            <ac:spMk id="2" creationId="{B5517675-3389-0CE8-03E0-E1BA3AF7513A}"/>
          </ac:spMkLst>
        </pc:spChg>
        <pc:spChg chg="add mod">
          <ac:chgData name="Ronan Ogor" userId="473d6ea9-be06-4609-b78d-125cc115ecf4" providerId="ADAL" clId="{5D582920-844C-4F4C-89C7-A2DE3BBEB8B3}" dt="2025-06-29T05:46:47.750" v="203"/>
          <ac:spMkLst>
            <pc:docMk/>
            <pc:sldMk cId="3972780134" sldId="4768"/>
            <ac:spMk id="4" creationId="{1EC2588B-B7F8-6819-25D7-5249F37A3671}"/>
          </ac:spMkLst>
        </pc:spChg>
        <pc:spChg chg="del">
          <ac:chgData name="Ronan Ogor" userId="473d6ea9-be06-4609-b78d-125cc115ecf4" providerId="ADAL" clId="{5D582920-844C-4F4C-89C7-A2DE3BBEB8B3}" dt="2025-06-29T05:46:49.276" v="204" actId="478"/>
          <ac:spMkLst>
            <pc:docMk/>
            <pc:sldMk cId="3972780134" sldId="4768"/>
            <ac:spMk id="6" creationId="{3C1FCD28-C090-9BF7-0160-01B602E50911}"/>
          </ac:spMkLst>
        </pc:spChg>
        <pc:spChg chg="mod">
          <ac:chgData name="Ronan Ogor" userId="473d6ea9-be06-4609-b78d-125cc115ecf4" providerId="ADAL" clId="{5D582920-844C-4F4C-89C7-A2DE3BBEB8B3}" dt="2025-06-29T05:48:56.702" v="266" actId="1076"/>
          <ac:spMkLst>
            <pc:docMk/>
            <pc:sldMk cId="3972780134" sldId="4768"/>
            <ac:spMk id="7" creationId="{ACF4185A-314B-B754-C5C6-1B49BC3D0AD0}"/>
          </ac:spMkLst>
        </pc:spChg>
        <pc:spChg chg="mod">
          <ac:chgData name="Ronan Ogor" userId="473d6ea9-be06-4609-b78d-125cc115ecf4" providerId="ADAL" clId="{5D582920-844C-4F4C-89C7-A2DE3BBEB8B3}" dt="2025-06-29T06:00:34.189" v="479"/>
          <ac:spMkLst>
            <pc:docMk/>
            <pc:sldMk cId="3972780134" sldId="4768"/>
            <ac:spMk id="8" creationId="{9438CE01-ABEB-5378-EC75-012FCC837E17}"/>
          </ac:spMkLst>
        </pc:spChg>
        <pc:spChg chg="mod">
          <ac:chgData name="Ronan Ogor" userId="473d6ea9-be06-4609-b78d-125cc115ecf4" providerId="ADAL" clId="{5D582920-844C-4F4C-89C7-A2DE3BBEB8B3}" dt="2025-06-29T05:48:59.475" v="267" actId="1076"/>
          <ac:spMkLst>
            <pc:docMk/>
            <pc:sldMk cId="3972780134" sldId="4768"/>
            <ac:spMk id="9" creationId="{270E3BB6-CB15-CFF9-99F2-E3F380D49511}"/>
          </ac:spMkLst>
        </pc:spChg>
        <pc:spChg chg="del">
          <ac:chgData name="Ronan Ogor" userId="473d6ea9-be06-4609-b78d-125cc115ecf4" providerId="ADAL" clId="{5D582920-844C-4F4C-89C7-A2DE3BBEB8B3}" dt="2025-06-29T05:47:05.625" v="207" actId="478"/>
          <ac:spMkLst>
            <pc:docMk/>
            <pc:sldMk cId="3972780134" sldId="4768"/>
            <ac:spMk id="12" creationId="{D4CC68D3-3ED0-E4B1-D8A5-7D67BAB9CEB6}"/>
          </ac:spMkLst>
        </pc:spChg>
        <pc:spChg chg="del">
          <ac:chgData name="Ronan Ogor" userId="473d6ea9-be06-4609-b78d-125cc115ecf4" providerId="ADAL" clId="{5D582920-844C-4F4C-89C7-A2DE3BBEB8B3}" dt="2025-06-29T05:47:05.625" v="207" actId="478"/>
          <ac:spMkLst>
            <pc:docMk/>
            <pc:sldMk cId="3972780134" sldId="4768"/>
            <ac:spMk id="13" creationId="{6E4F5861-1E05-4FC1-7AA3-F2D78D3428AC}"/>
          </ac:spMkLst>
        </pc:spChg>
        <pc:spChg chg="del">
          <ac:chgData name="Ronan Ogor" userId="473d6ea9-be06-4609-b78d-125cc115ecf4" providerId="ADAL" clId="{5D582920-844C-4F4C-89C7-A2DE3BBEB8B3}" dt="2025-06-29T05:47:05.625" v="207" actId="478"/>
          <ac:spMkLst>
            <pc:docMk/>
            <pc:sldMk cId="3972780134" sldId="4768"/>
            <ac:spMk id="14" creationId="{20E62B50-4087-739E-8204-E02D05D683D6}"/>
          </ac:spMkLst>
        </pc:spChg>
        <pc:spChg chg="del">
          <ac:chgData name="Ronan Ogor" userId="473d6ea9-be06-4609-b78d-125cc115ecf4" providerId="ADAL" clId="{5D582920-844C-4F4C-89C7-A2DE3BBEB8B3}" dt="2025-06-29T05:47:05.625" v="207" actId="478"/>
          <ac:spMkLst>
            <pc:docMk/>
            <pc:sldMk cId="3972780134" sldId="4768"/>
            <ac:spMk id="17" creationId="{696F2068-F908-5AEF-7A4E-BB55CF0F974F}"/>
          </ac:spMkLst>
        </pc:spChg>
        <pc:spChg chg="del">
          <ac:chgData name="Ronan Ogor" userId="473d6ea9-be06-4609-b78d-125cc115ecf4" providerId="ADAL" clId="{5D582920-844C-4F4C-89C7-A2DE3BBEB8B3}" dt="2025-06-29T05:47:05.625" v="207" actId="478"/>
          <ac:spMkLst>
            <pc:docMk/>
            <pc:sldMk cId="3972780134" sldId="4768"/>
            <ac:spMk id="18" creationId="{7331A800-ECA4-BD2B-D72C-889DB95A4996}"/>
          </ac:spMkLst>
        </pc:spChg>
        <pc:spChg chg="del">
          <ac:chgData name="Ronan Ogor" userId="473d6ea9-be06-4609-b78d-125cc115ecf4" providerId="ADAL" clId="{5D582920-844C-4F4C-89C7-A2DE3BBEB8B3}" dt="2025-06-29T05:47:05.625" v="207" actId="478"/>
          <ac:spMkLst>
            <pc:docMk/>
            <pc:sldMk cId="3972780134" sldId="4768"/>
            <ac:spMk id="19" creationId="{C197FB20-BE52-6A86-5D75-E474B2A62A7A}"/>
          </ac:spMkLst>
        </pc:spChg>
        <pc:spChg chg="del">
          <ac:chgData name="Ronan Ogor" userId="473d6ea9-be06-4609-b78d-125cc115ecf4" providerId="ADAL" clId="{5D582920-844C-4F4C-89C7-A2DE3BBEB8B3}" dt="2025-06-29T05:47:05.625" v="207" actId="478"/>
          <ac:spMkLst>
            <pc:docMk/>
            <pc:sldMk cId="3972780134" sldId="4768"/>
            <ac:spMk id="20" creationId="{1A6DAE70-997E-D734-F583-A112C506C018}"/>
          </ac:spMkLst>
        </pc:spChg>
        <pc:spChg chg="del">
          <ac:chgData name="Ronan Ogor" userId="473d6ea9-be06-4609-b78d-125cc115ecf4" providerId="ADAL" clId="{5D582920-844C-4F4C-89C7-A2DE3BBEB8B3}" dt="2025-06-29T05:47:05.625" v="207" actId="478"/>
          <ac:spMkLst>
            <pc:docMk/>
            <pc:sldMk cId="3972780134" sldId="4768"/>
            <ac:spMk id="21" creationId="{B6FAB4DA-C607-0F58-333A-FF5AD5AF659E}"/>
          </ac:spMkLst>
        </pc:spChg>
        <pc:spChg chg="del">
          <ac:chgData name="Ronan Ogor" userId="473d6ea9-be06-4609-b78d-125cc115ecf4" providerId="ADAL" clId="{5D582920-844C-4F4C-89C7-A2DE3BBEB8B3}" dt="2025-06-29T05:47:05.625" v="207" actId="478"/>
          <ac:spMkLst>
            <pc:docMk/>
            <pc:sldMk cId="3972780134" sldId="4768"/>
            <ac:spMk id="22" creationId="{0BD88E60-B435-C091-5825-1023E532C5B7}"/>
          </ac:spMkLst>
        </pc:spChg>
        <pc:spChg chg="del">
          <ac:chgData name="Ronan Ogor" userId="473d6ea9-be06-4609-b78d-125cc115ecf4" providerId="ADAL" clId="{5D582920-844C-4F4C-89C7-A2DE3BBEB8B3}" dt="2025-06-29T05:47:05.625" v="207" actId="478"/>
          <ac:spMkLst>
            <pc:docMk/>
            <pc:sldMk cId="3972780134" sldId="4768"/>
            <ac:spMk id="23" creationId="{AA08DC63-C53F-9432-A8F9-B67C1B515963}"/>
          </ac:spMkLst>
        </pc:spChg>
        <pc:spChg chg="add mod">
          <ac:chgData name="Ronan Ogor" userId="473d6ea9-be06-4609-b78d-125cc115ecf4" providerId="ADAL" clId="{5D582920-844C-4F4C-89C7-A2DE3BBEB8B3}" dt="2025-06-29T05:53:06.866" v="381" actId="113"/>
          <ac:spMkLst>
            <pc:docMk/>
            <pc:sldMk cId="3972780134" sldId="4768"/>
            <ac:spMk id="25" creationId="{0C88AE28-34FB-A95A-7F11-6458AF4EE974}"/>
          </ac:spMkLst>
        </pc:spChg>
        <pc:spChg chg="add">
          <ac:chgData name="Ronan Ogor" userId="473d6ea9-be06-4609-b78d-125cc115ecf4" providerId="ADAL" clId="{5D582920-844C-4F4C-89C7-A2DE3BBEB8B3}" dt="2025-06-29T05:49:58.020" v="293"/>
          <ac:spMkLst>
            <pc:docMk/>
            <pc:sldMk cId="3972780134" sldId="4768"/>
            <ac:spMk id="26" creationId="{DAF58AE5-8E96-5953-D3E2-27AF08788813}"/>
          </ac:spMkLst>
        </pc:spChg>
        <pc:spChg chg="add mod">
          <ac:chgData name="Ronan Ogor" userId="473d6ea9-be06-4609-b78d-125cc115ecf4" providerId="ADAL" clId="{5D582920-844C-4F4C-89C7-A2DE3BBEB8B3}" dt="2025-06-29T05:53:40.659" v="388" actId="1076"/>
          <ac:spMkLst>
            <pc:docMk/>
            <pc:sldMk cId="3972780134" sldId="4768"/>
            <ac:spMk id="29" creationId="{5F6FD4F2-CF90-53E3-45FF-1CBA4F3CB516}"/>
          </ac:spMkLst>
        </pc:spChg>
        <pc:spChg chg="add mod">
          <ac:chgData name="Ronan Ogor" userId="473d6ea9-be06-4609-b78d-125cc115ecf4" providerId="ADAL" clId="{5D582920-844C-4F4C-89C7-A2DE3BBEB8B3}" dt="2025-06-29T05:53:11.801" v="382" actId="113"/>
          <ac:spMkLst>
            <pc:docMk/>
            <pc:sldMk cId="3972780134" sldId="4768"/>
            <ac:spMk id="33" creationId="{A81D4CF9-8D80-A555-3C17-1EAC821D3A0C}"/>
          </ac:spMkLst>
        </pc:spChg>
        <pc:spChg chg="add mod">
          <ac:chgData name="Ronan Ogor" userId="473d6ea9-be06-4609-b78d-125cc115ecf4" providerId="ADAL" clId="{5D582920-844C-4F4C-89C7-A2DE3BBEB8B3}" dt="2025-06-29T06:00:37.531" v="480" actId="1076"/>
          <ac:spMkLst>
            <pc:docMk/>
            <pc:sldMk cId="3972780134" sldId="4768"/>
            <ac:spMk id="38" creationId="{33BC46F9-1507-DE9C-0D23-FB0598732AE4}"/>
          </ac:spMkLst>
        </pc:spChg>
        <pc:cxnChg chg="add mod">
          <ac:chgData name="Ronan Ogor" userId="473d6ea9-be06-4609-b78d-125cc115ecf4" providerId="ADAL" clId="{5D582920-844C-4F4C-89C7-A2DE3BBEB8B3}" dt="2025-06-29T05:53:43.882" v="389" actId="14100"/>
          <ac:cxnSpMkLst>
            <pc:docMk/>
            <pc:sldMk cId="3972780134" sldId="4768"/>
            <ac:cxnSpMk id="16" creationId="{3C24D1C3-3B59-4804-C57B-00F623172245}"/>
          </ac:cxnSpMkLst>
        </pc:cxnChg>
        <pc:cxnChg chg="add mod">
          <ac:chgData name="Ronan Ogor" userId="473d6ea9-be06-4609-b78d-125cc115ecf4" providerId="ADAL" clId="{5D582920-844C-4F4C-89C7-A2DE3BBEB8B3}" dt="2025-06-29T05:53:37.990" v="386" actId="1076"/>
          <ac:cxnSpMkLst>
            <pc:docMk/>
            <pc:sldMk cId="3972780134" sldId="4768"/>
            <ac:cxnSpMk id="27" creationId="{E17270B5-BC62-1DB5-A263-EA699022AE8E}"/>
          </ac:cxnSpMkLst>
        </pc:cxnChg>
        <pc:cxnChg chg="add mod">
          <ac:chgData name="Ronan Ogor" userId="473d6ea9-be06-4609-b78d-125cc115ecf4" providerId="ADAL" clId="{5D582920-844C-4F4C-89C7-A2DE3BBEB8B3}" dt="2025-06-29T05:54:05.336" v="392" actId="14100"/>
          <ac:cxnSpMkLst>
            <pc:docMk/>
            <pc:sldMk cId="3972780134" sldId="4768"/>
            <ac:cxnSpMk id="30" creationId="{62888EBD-A0FF-69D1-0BE6-81F306D6B7EE}"/>
          </ac:cxnSpMkLst>
        </pc:cxnChg>
        <pc:cxnChg chg="add mod">
          <ac:chgData name="Ronan Ogor" userId="473d6ea9-be06-4609-b78d-125cc115ecf4" providerId="ADAL" clId="{5D582920-844C-4F4C-89C7-A2DE3BBEB8B3}" dt="2025-06-29T06:00:40.750" v="482" actId="14100"/>
          <ac:cxnSpMkLst>
            <pc:docMk/>
            <pc:sldMk cId="3972780134" sldId="4768"/>
            <ac:cxnSpMk id="36" creationId="{1B1679D4-E383-6A34-9971-295E654A710B}"/>
          </ac:cxnSpMkLst>
        </pc:cxnChg>
      </pc:sldChg>
      <pc:sldChg chg="addSp delSp modSp add mod">
        <pc:chgData name="Ronan Ogor" userId="473d6ea9-be06-4609-b78d-125cc115ecf4" providerId="ADAL" clId="{5D582920-844C-4F4C-89C7-A2DE3BBEB8B3}" dt="2025-06-29T07:24:33.061" v="1123" actId="20577"/>
        <pc:sldMkLst>
          <pc:docMk/>
          <pc:sldMk cId="180577703" sldId="4769"/>
        </pc:sldMkLst>
        <pc:spChg chg="mod">
          <ac:chgData name="Ronan Ogor" userId="473d6ea9-be06-4609-b78d-125cc115ecf4" providerId="ADAL" clId="{5D582920-844C-4F4C-89C7-A2DE3BBEB8B3}" dt="2025-06-29T06:00:54.751" v="486" actId="1076"/>
          <ac:spMkLst>
            <pc:docMk/>
            <pc:sldMk cId="180577703" sldId="4769"/>
            <ac:spMk id="2" creationId="{355BD60F-5681-8F06-02AB-F0F6F7C0D1E3}"/>
          </ac:spMkLst>
        </pc:spChg>
        <pc:spChg chg="add del mod">
          <ac:chgData name="Ronan Ogor" userId="473d6ea9-be06-4609-b78d-125cc115ecf4" providerId="ADAL" clId="{5D582920-844C-4F4C-89C7-A2DE3BBEB8B3}" dt="2025-06-29T06:04:54.140" v="592" actId="478"/>
          <ac:spMkLst>
            <pc:docMk/>
            <pc:sldMk cId="180577703" sldId="4769"/>
            <ac:spMk id="4" creationId="{3587D98B-B0A9-274A-35CF-658AE86CE7A8}"/>
          </ac:spMkLst>
        </pc:spChg>
        <pc:spChg chg="add del mod">
          <ac:chgData name="Ronan Ogor" userId="473d6ea9-be06-4609-b78d-125cc115ecf4" providerId="ADAL" clId="{5D582920-844C-4F4C-89C7-A2DE3BBEB8B3}" dt="2025-06-29T06:04:54.140" v="592" actId="478"/>
          <ac:spMkLst>
            <pc:docMk/>
            <pc:sldMk cId="180577703" sldId="4769"/>
            <ac:spMk id="5" creationId="{8F83F18A-AB77-C01D-1C2D-A706EC649680}"/>
          </ac:spMkLst>
        </pc:spChg>
        <pc:spChg chg="add mod">
          <ac:chgData name="Ronan Ogor" userId="473d6ea9-be06-4609-b78d-125cc115ecf4" providerId="ADAL" clId="{5D582920-844C-4F4C-89C7-A2DE3BBEB8B3}" dt="2025-06-29T06:05:20.180" v="601" actId="20577"/>
          <ac:spMkLst>
            <pc:docMk/>
            <pc:sldMk cId="180577703" sldId="4769"/>
            <ac:spMk id="7" creationId="{F0DC3C8D-5305-029F-0BDC-A7F9D022DBF8}"/>
          </ac:spMkLst>
        </pc:spChg>
        <pc:spChg chg="mod">
          <ac:chgData name="Ronan Ogor" userId="473d6ea9-be06-4609-b78d-125cc115ecf4" providerId="ADAL" clId="{5D582920-844C-4F4C-89C7-A2DE3BBEB8B3}" dt="2025-06-29T06:02:17.250" v="513" actId="20577"/>
          <ac:spMkLst>
            <pc:docMk/>
            <pc:sldMk cId="180577703" sldId="4769"/>
            <ac:spMk id="8" creationId="{AF60D2E7-6A68-5E28-A5BC-4723C7CADE05}"/>
          </ac:spMkLst>
        </pc:spChg>
        <pc:spChg chg="add mod">
          <ac:chgData name="Ronan Ogor" userId="473d6ea9-be06-4609-b78d-125cc115ecf4" providerId="ADAL" clId="{5D582920-844C-4F4C-89C7-A2DE3BBEB8B3}" dt="2025-06-29T06:05:25.203" v="603" actId="20577"/>
          <ac:spMkLst>
            <pc:docMk/>
            <pc:sldMk cId="180577703" sldId="4769"/>
            <ac:spMk id="9" creationId="{F2ED6F55-C7EC-6CE0-BA75-4E1AAD080E34}"/>
          </ac:spMkLst>
        </pc:spChg>
        <pc:spChg chg="del">
          <ac:chgData name="Ronan Ogor" userId="473d6ea9-be06-4609-b78d-125cc115ecf4" providerId="ADAL" clId="{5D582920-844C-4F4C-89C7-A2DE3BBEB8B3}" dt="2025-06-29T05:57:01.965" v="417" actId="478"/>
          <ac:spMkLst>
            <pc:docMk/>
            <pc:sldMk cId="180577703" sldId="4769"/>
            <ac:spMk id="12" creationId="{63BE95D2-94AD-053A-DE0C-E69603106CC3}"/>
          </ac:spMkLst>
        </pc:spChg>
        <pc:spChg chg="del">
          <ac:chgData name="Ronan Ogor" userId="473d6ea9-be06-4609-b78d-125cc115ecf4" providerId="ADAL" clId="{5D582920-844C-4F4C-89C7-A2DE3BBEB8B3}" dt="2025-06-29T05:57:01.965" v="417" actId="478"/>
          <ac:spMkLst>
            <pc:docMk/>
            <pc:sldMk cId="180577703" sldId="4769"/>
            <ac:spMk id="13" creationId="{B1898919-685B-39C2-3EE8-467AF821C163}"/>
          </ac:spMkLst>
        </pc:spChg>
        <pc:spChg chg="del">
          <ac:chgData name="Ronan Ogor" userId="473d6ea9-be06-4609-b78d-125cc115ecf4" providerId="ADAL" clId="{5D582920-844C-4F4C-89C7-A2DE3BBEB8B3}" dt="2025-06-29T05:57:01.965" v="417" actId="478"/>
          <ac:spMkLst>
            <pc:docMk/>
            <pc:sldMk cId="180577703" sldId="4769"/>
            <ac:spMk id="14" creationId="{F6877BE9-C29F-5AE4-5B71-52680F5CF074}"/>
          </ac:spMkLst>
        </pc:spChg>
        <pc:spChg chg="add mod">
          <ac:chgData name="Ronan Ogor" userId="473d6ea9-be06-4609-b78d-125cc115ecf4" providerId="ADAL" clId="{5D582920-844C-4F4C-89C7-A2DE3BBEB8B3}" dt="2025-06-29T06:05:45.148" v="607" actId="20577"/>
          <ac:spMkLst>
            <pc:docMk/>
            <pc:sldMk cId="180577703" sldId="4769"/>
            <ac:spMk id="16" creationId="{10F6D82F-6747-0FB6-61E7-CCAD44EDC076}"/>
          </ac:spMkLst>
        </pc:spChg>
        <pc:spChg chg="del">
          <ac:chgData name="Ronan Ogor" userId="473d6ea9-be06-4609-b78d-125cc115ecf4" providerId="ADAL" clId="{5D582920-844C-4F4C-89C7-A2DE3BBEB8B3}" dt="2025-06-29T05:57:01.965" v="417" actId="478"/>
          <ac:spMkLst>
            <pc:docMk/>
            <pc:sldMk cId="180577703" sldId="4769"/>
            <ac:spMk id="18" creationId="{6C9A0550-4C13-D680-4432-66B41A3D69CF}"/>
          </ac:spMkLst>
        </pc:spChg>
        <pc:spChg chg="del mod">
          <ac:chgData name="Ronan Ogor" userId="473d6ea9-be06-4609-b78d-125cc115ecf4" providerId="ADAL" clId="{5D582920-844C-4F4C-89C7-A2DE3BBEB8B3}" dt="2025-06-29T05:57:01.965" v="417" actId="478"/>
          <ac:spMkLst>
            <pc:docMk/>
            <pc:sldMk cId="180577703" sldId="4769"/>
            <ac:spMk id="19" creationId="{7647F91F-FE35-CE90-9551-9C42A529F6F9}"/>
          </ac:spMkLst>
        </pc:spChg>
        <pc:spChg chg="del mod">
          <ac:chgData name="Ronan Ogor" userId="473d6ea9-be06-4609-b78d-125cc115ecf4" providerId="ADAL" clId="{5D582920-844C-4F4C-89C7-A2DE3BBEB8B3}" dt="2025-06-29T05:57:01.965" v="417" actId="478"/>
          <ac:spMkLst>
            <pc:docMk/>
            <pc:sldMk cId="180577703" sldId="4769"/>
            <ac:spMk id="20" creationId="{0E8B8AF2-C377-1561-7A04-8896CBDB5325}"/>
          </ac:spMkLst>
        </pc:spChg>
        <pc:spChg chg="del">
          <ac:chgData name="Ronan Ogor" userId="473d6ea9-be06-4609-b78d-125cc115ecf4" providerId="ADAL" clId="{5D582920-844C-4F4C-89C7-A2DE3BBEB8B3}" dt="2025-06-29T05:57:01.965" v="417" actId="478"/>
          <ac:spMkLst>
            <pc:docMk/>
            <pc:sldMk cId="180577703" sldId="4769"/>
            <ac:spMk id="21" creationId="{8468B505-B7A6-B8F3-52AC-44A4CB001BA6}"/>
          </ac:spMkLst>
        </pc:spChg>
        <pc:spChg chg="del">
          <ac:chgData name="Ronan Ogor" userId="473d6ea9-be06-4609-b78d-125cc115ecf4" providerId="ADAL" clId="{5D582920-844C-4F4C-89C7-A2DE3BBEB8B3}" dt="2025-06-29T05:57:01.965" v="417" actId="478"/>
          <ac:spMkLst>
            <pc:docMk/>
            <pc:sldMk cId="180577703" sldId="4769"/>
            <ac:spMk id="22" creationId="{A9650349-5C8B-A263-3663-ACC88104751E}"/>
          </ac:spMkLst>
        </pc:spChg>
        <pc:spChg chg="del">
          <ac:chgData name="Ronan Ogor" userId="473d6ea9-be06-4609-b78d-125cc115ecf4" providerId="ADAL" clId="{5D582920-844C-4F4C-89C7-A2DE3BBEB8B3}" dt="2025-06-29T05:57:01.965" v="417" actId="478"/>
          <ac:spMkLst>
            <pc:docMk/>
            <pc:sldMk cId="180577703" sldId="4769"/>
            <ac:spMk id="23" creationId="{6698F983-F992-5B1D-7013-6C0932369989}"/>
          </ac:spMkLst>
        </pc:spChg>
        <pc:spChg chg="del">
          <ac:chgData name="Ronan Ogor" userId="473d6ea9-be06-4609-b78d-125cc115ecf4" providerId="ADAL" clId="{5D582920-844C-4F4C-89C7-A2DE3BBEB8B3}" dt="2025-06-29T05:57:01.965" v="417" actId="478"/>
          <ac:spMkLst>
            <pc:docMk/>
            <pc:sldMk cId="180577703" sldId="4769"/>
            <ac:spMk id="24" creationId="{078207E6-FD26-0396-03E6-E12B3AB8F65B}"/>
          </ac:spMkLst>
        </pc:spChg>
        <pc:spChg chg="mod">
          <ac:chgData name="Ronan Ogor" userId="473d6ea9-be06-4609-b78d-125cc115ecf4" providerId="ADAL" clId="{5D582920-844C-4F4C-89C7-A2DE3BBEB8B3}" dt="2025-06-29T06:00:54.751" v="486" actId="1076"/>
          <ac:spMkLst>
            <pc:docMk/>
            <pc:sldMk cId="180577703" sldId="4769"/>
            <ac:spMk id="25" creationId="{D8A3AF9D-0F69-702E-9886-6972A6C3C0AA}"/>
          </ac:spMkLst>
        </pc:spChg>
        <pc:spChg chg="mod">
          <ac:chgData name="Ronan Ogor" userId="473d6ea9-be06-4609-b78d-125cc115ecf4" providerId="ADAL" clId="{5D582920-844C-4F4C-89C7-A2DE3BBEB8B3}" dt="2025-06-29T06:00:54.751" v="486" actId="1076"/>
          <ac:spMkLst>
            <pc:docMk/>
            <pc:sldMk cId="180577703" sldId="4769"/>
            <ac:spMk id="26" creationId="{82DC83C2-0FF7-7FE3-5BA8-6A997DCC4BDE}"/>
          </ac:spMkLst>
        </pc:spChg>
        <pc:spChg chg="add mod">
          <ac:chgData name="Ronan Ogor" userId="473d6ea9-be06-4609-b78d-125cc115ecf4" providerId="ADAL" clId="{5D582920-844C-4F4C-89C7-A2DE3BBEB8B3}" dt="2025-06-29T06:05:12.376" v="599" actId="1076"/>
          <ac:spMkLst>
            <pc:docMk/>
            <pc:sldMk cId="180577703" sldId="4769"/>
            <ac:spMk id="27" creationId="{47332ECA-6C78-471F-1D6C-9FAEF83F55A4}"/>
          </ac:spMkLst>
        </pc:spChg>
        <pc:spChg chg="add mod">
          <ac:chgData name="Ronan Ogor" userId="473d6ea9-be06-4609-b78d-125cc115ecf4" providerId="ADAL" clId="{5D582920-844C-4F4C-89C7-A2DE3BBEB8B3}" dt="2025-06-29T06:05:46.827" v="608" actId="20577"/>
          <ac:spMkLst>
            <pc:docMk/>
            <pc:sldMk cId="180577703" sldId="4769"/>
            <ac:spMk id="28" creationId="{7035BF1B-BA5D-713E-2DF5-0F45557D99A0}"/>
          </ac:spMkLst>
        </pc:spChg>
        <pc:spChg chg="add mod">
          <ac:chgData name="Ronan Ogor" userId="473d6ea9-be06-4609-b78d-125cc115ecf4" providerId="ADAL" clId="{5D582920-844C-4F4C-89C7-A2DE3BBEB8B3}" dt="2025-06-29T06:05:51.282" v="611" actId="20577"/>
          <ac:spMkLst>
            <pc:docMk/>
            <pc:sldMk cId="180577703" sldId="4769"/>
            <ac:spMk id="29" creationId="{BBFA8B67-3807-B18C-FA28-E5F053535564}"/>
          </ac:spMkLst>
        </pc:spChg>
        <pc:spChg chg="add mod">
          <ac:chgData name="Ronan Ogor" userId="473d6ea9-be06-4609-b78d-125cc115ecf4" providerId="ADAL" clId="{5D582920-844C-4F4C-89C7-A2DE3BBEB8B3}" dt="2025-06-29T06:05:52.944" v="612" actId="20577"/>
          <ac:spMkLst>
            <pc:docMk/>
            <pc:sldMk cId="180577703" sldId="4769"/>
            <ac:spMk id="30" creationId="{4853EA19-9182-3039-0394-700ADB144F7E}"/>
          </ac:spMkLst>
        </pc:spChg>
        <pc:spChg chg="add mod">
          <ac:chgData name="Ronan Ogor" userId="473d6ea9-be06-4609-b78d-125cc115ecf4" providerId="ADAL" clId="{5D582920-844C-4F4C-89C7-A2DE3BBEB8B3}" dt="2025-06-29T06:05:54.889" v="613" actId="20577"/>
          <ac:spMkLst>
            <pc:docMk/>
            <pc:sldMk cId="180577703" sldId="4769"/>
            <ac:spMk id="31" creationId="{AB2B4836-156D-DF63-1013-9C3E31A0068D}"/>
          </ac:spMkLst>
        </pc:spChg>
        <pc:spChg chg="add mod">
          <ac:chgData name="Ronan Ogor" userId="473d6ea9-be06-4609-b78d-125cc115ecf4" providerId="ADAL" clId="{5D582920-844C-4F4C-89C7-A2DE3BBEB8B3}" dt="2025-06-29T06:05:58.173" v="616" actId="20577"/>
          <ac:spMkLst>
            <pc:docMk/>
            <pc:sldMk cId="180577703" sldId="4769"/>
            <ac:spMk id="32" creationId="{DEFCEC3F-324A-88B9-180C-6D14656035AC}"/>
          </ac:spMkLst>
        </pc:spChg>
        <pc:spChg chg="add mod">
          <ac:chgData name="Ronan Ogor" userId="473d6ea9-be06-4609-b78d-125cc115ecf4" providerId="ADAL" clId="{5D582920-844C-4F4C-89C7-A2DE3BBEB8B3}" dt="2025-06-29T06:05:59.988" v="618" actId="20577"/>
          <ac:spMkLst>
            <pc:docMk/>
            <pc:sldMk cId="180577703" sldId="4769"/>
            <ac:spMk id="33" creationId="{5051D254-9AC1-13CB-01DF-D889A8702A9D}"/>
          </ac:spMkLst>
        </pc:spChg>
        <pc:spChg chg="add mod">
          <ac:chgData name="Ronan Ogor" userId="473d6ea9-be06-4609-b78d-125cc115ecf4" providerId="ADAL" clId="{5D582920-844C-4F4C-89C7-A2DE3BBEB8B3}" dt="2025-06-29T07:24:33.061" v="1123" actId="20577"/>
          <ac:spMkLst>
            <pc:docMk/>
            <pc:sldMk cId="180577703" sldId="4769"/>
            <ac:spMk id="34" creationId="{344B16F9-0ABE-9CEF-9502-425BED5725A8}"/>
          </ac:spMkLst>
        </pc:spChg>
      </pc:sldChg>
      <pc:sldChg chg="addSp delSp modSp add mod">
        <pc:chgData name="Ronan Ogor" userId="473d6ea9-be06-4609-b78d-125cc115ecf4" providerId="ADAL" clId="{5D582920-844C-4F4C-89C7-A2DE3BBEB8B3}" dt="2025-06-29T06:07:23.338" v="620" actId="478"/>
        <pc:sldMkLst>
          <pc:docMk/>
          <pc:sldMk cId="3651140888" sldId="4770"/>
        </pc:sldMkLst>
        <pc:spChg chg="add mod">
          <ac:chgData name="Ronan Ogor" userId="473d6ea9-be06-4609-b78d-125cc115ecf4" providerId="ADAL" clId="{5D582920-844C-4F4C-89C7-A2DE3BBEB8B3}" dt="2025-06-29T06:02:54.676" v="528" actId="20577"/>
          <ac:spMkLst>
            <pc:docMk/>
            <pc:sldMk cId="3651140888" sldId="4770"/>
            <ac:spMk id="5" creationId="{8ED58761-D5AA-79F5-0CC1-3CF0FB612872}"/>
          </ac:spMkLst>
        </pc:spChg>
        <pc:spChg chg="del">
          <ac:chgData name="Ronan Ogor" userId="473d6ea9-be06-4609-b78d-125cc115ecf4" providerId="ADAL" clId="{5D582920-844C-4F4C-89C7-A2DE3BBEB8B3}" dt="2025-06-29T06:07:23.338" v="620" actId="478"/>
          <ac:spMkLst>
            <pc:docMk/>
            <pc:sldMk cId="3651140888" sldId="4770"/>
            <ac:spMk id="6" creationId="{76D9FC2A-D8D3-F98F-3AEA-645285349CF5}"/>
          </ac:spMkLst>
        </pc:spChg>
        <pc:spChg chg="add mod">
          <ac:chgData name="Ronan Ogor" userId="473d6ea9-be06-4609-b78d-125cc115ecf4" providerId="ADAL" clId="{5D582920-844C-4F4C-89C7-A2DE3BBEB8B3}" dt="2025-06-29T06:04:14.089" v="588" actId="1076"/>
          <ac:spMkLst>
            <pc:docMk/>
            <pc:sldMk cId="3651140888" sldId="4770"/>
            <ac:spMk id="11" creationId="{9337B126-CEA5-1ADC-D342-E4ED82037ED6}"/>
          </ac:spMkLst>
        </pc:spChg>
        <pc:spChg chg="add mod">
          <ac:chgData name="Ronan Ogor" userId="473d6ea9-be06-4609-b78d-125cc115ecf4" providerId="ADAL" clId="{5D582920-844C-4F4C-89C7-A2DE3BBEB8B3}" dt="2025-06-29T06:07:22.212" v="619"/>
          <ac:spMkLst>
            <pc:docMk/>
            <pc:sldMk cId="3651140888" sldId="4770"/>
            <ac:spMk id="14" creationId="{EB93DD26-4495-4D1B-A958-021F0E27E9D8}"/>
          </ac:spMkLst>
        </pc:spChg>
        <pc:cxnChg chg="add mod">
          <ac:chgData name="Ronan Ogor" userId="473d6ea9-be06-4609-b78d-125cc115ecf4" providerId="ADAL" clId="{5D582920-844C-4F4C-89C7-A2DE3BBEB8B3}" dt="2025-06-29T06:02:57.417" v="529" actId="14100"/>
          <ac:cxnSpMkLst>
            <pc:docMk/>
            <pc:sldMk cId="3651140888" sldId="4770"/>
            <ac:cxnSpMk id="4" creationId="{D77294F6-30C0-2505-06EB-A81D132E54ED}"/>
          </ac:cxnSpMkLst>
        </pc:cxnChg>
        <pc:cxnChg chg="add mod">
          <ac:chgData name="Ronan Ogor" userId="473d6ea9-be06-4609-b78d-125cc115ecf4" providerId="ADAL" clId="{5D582920-844C-4F4C-89C7-A2DE3BBEB8B3}" dt="2025-06-29T06:03:02.958" v="531" actId="14100"/>
          <ac:cxnSpMkLst>
            <pc:docMk/>
            <pc:sldMk cId="3651140888" sldId="4770"/>
            <ac:cxnSpMk id="9" creationId="{B1B0960A-F41E-3AD6-887E-AB16D4AE886D}"/>
          </ac:cxnSpMkLst>
        </pc:cxnChg>
        <pc:cxnChg chg="add mod">
          <ac:chgData name="Ronan Ogor" userId="473d6ea9-be06-4609-b78d-125cc115ecf4" providerId="ADAL" clId="{5D582920-844C-4F4C-89C7-A2DE3BBEB8B3}" dt="2025-06-29T06:04:15.524" v="589" actId="1076"/>
          <ac:cxnSpMkLst>
            <pc:docMk/>
            <pc:sldMk cId="3651140888" sldId="4770"/>
            <ac:cxnSpMk id="12" creationId="{FAF6A8F1-9EC3-9B67-ABC5-FD52B999EF1D}"/>
          </ac:cxnSpMkLst>
        </pc:cxnChg>
      </pc:sldChg>
      <pc:sldChg chg="addSp delSp modSp add mod">
        <pc:chgData name="Ronan Ogor" userId="473d6ea9-be06-4609-b78d-125cc115ecf4" providerId="ADAL" clId="{5D582920-844C-4F4C-89C7-A2DE3BBEB8B3}" dt="2025-06-29T07:24:42.183" v="1129" actId="20577"/>
        <pc:sldMkLst>
          <pc:docMk/>
          <pc:sldMk cId="3745085634" sldId="4771"/>
        </pc:sldMkLst>
        <pc:spChg chg="add del mod">
          <ac:chgData name="Ronan Ogor" userId="473d6ea9-be06-4609-b78d-125cc115ecf4" providerId="ADAL" clId="{5D582920-844C-4F4C-89C7-A2DE3BBEB8B3}" dt="2025-06-29T06:57:46.914" v="729" actId="20577"/>
          <ac:spMkLst>
            <pc:docMk/>
            <pc:sldMk cId="3745085634" sldId="4771"/>
            <ac:spMk id="2" creationId="{597EF494-765E-D395-8FD3-074B923A35B5}"/>
          </ac:spMkLst>
        </pc:spChg>
        <pc:spChg chg="add del mod">
          <ac:chgData name="Ronan Ogor" userId="473d6ea9-be06-4609-b78d-125cc115ecf4" providerId="ADAL" clId="{5D582920-844C-4F4C-89C7-A2DE3BBEB8B3}" dt="2025-06-29T06:52:25.008" v="662" actId="21"/>
          <ac:spMkLst>
            <pc:docMk/>
            <pc:sldMk cId="3745085634" sldId="4771"/>
            <ac:spMk id="3" creationId="{A5299241-DFEC-6574-2AB4-122B61C6126C}"/>
          </ac:spMkLst>
        </pc:spChg>
        <pc:spChg chg="add del mod">
          <ac:chgData name="Ronan Ogor" userId="473d6ea9-be06-4609-b78d-125cc115ecf4" providerId="ADAL" clId="{5D582920-844C-4F4C-89C7-A2DE3BBEB8B3}" dt="2025-06-29T06:52:12.735" v="657" actId="478"/>
          <ac:spMkLst>
            <pc:docMk/>
            <pc:sldMk cId="3745085634" sldId="4771"/>
            <ac:spMk id="4" creationId="{D32C6FD9-90D8-7E23-64AF-2F17E6970CDE}"/>
          </ac:spMkLst>
        </pc:spChg>
        <pc:spChg chg="add del mod">
          <ac:chgData name="Ronan Ogor" userId="473d6ea9-be06-4609-b78d-125cc115ecf4" providerId="ADAL" clId="{5D582920-844C-4F4C-89C7-A2DE3BBEB8B3}" dt="2025-06-29T06:52:16.938" v="658" actId="478"/>
          <ac:spMkLst>
            <pc:docMk/>
            <pc:sldMk cId="3745085634" sldId="4771"/>
            <ac:spMk id="5" creationId="{AFC9750F-241D-A454-F362-89295EA194DF}"/>
          </ac:spMkLst>
        </pc:spChg>
        <pc:spChg chg="add del">
          <ac:chgData name="Ronan Ogor" userId="473d6ea9-be06-4609-b78d-125cc115ecf4" providerId="ADAL" clId="{5D582920-844C-4F4C-89C7-A2DE3BBEB8B3}" dt="2025-06-29T06:52:25.008" v="662" actId="21"/>
          <ac:spMkLst>
            <pc:docMk/>
            <pc:sldMk cId="3745085634" sldId="4771"/>
            <ac:spMk id="6" creationId="{DD4C7430-B7DE-C562-C57C-4126FE0E3541}"/>
          </ac:spMkLst>
        </pc:spChg>
        <pc:spChg chg="add del mod">
          <ac:chgData name="Ronan Ogor" userId="473d6ea9-be06-4609-b78d-125cc115ecf4" providerId="ADAL" clId="{5D582920-844C-4F4C-89C7-A2DE3BBEB8B3}" dt="2025-06-29T06:52:16.938" v="658" actId="478"/>
          <ac:spMkLst>
            <pc:docMk/>
            <pc:sldMk cId="3745085634" sldId="4771"/>
            <ac:spMk id="7" creationId="{E4F39F04-0A12-A38C-033C-1B82AB89F816}"/>
          </ac:spMkLst>
        </pc:spChg>
        <pc:spChg chg="add del mod">
          <ac:chgData name="Ronan Ogor" userId="473d6ea9-be06-4609-b78d-125cc115ecf4" providerId="ADAL" clId="{5D582920-844C-4F4C-89C7-A2DE3BBEB8B3}" dt="2025-06-29T06:57:09.310" v="715"/>
          <ac:spMkLst>
            <pc:docMk/>
            <pc:sldMk cId="3745085634" sldId="4771"/>
            <ac:spMk id="8" creationId="{6D275B98-AC71-78D5-3359-892074883C22}"/>
          </ac:spMkLst>
        </pc:spChg>
        <pc:spChg chg="add del mod">
          <ac:chgData name="Ronan Ogor" userId="473d6ea9-be06-4609-b78d-125cc115ecf4" providerId="ADAL" clId="{5D582920-844C-4F4C-89C7-A2DE3BBEB8B3}" dt="2025-06-29T06:52:28.247" v="666"/>
          <ac:spMkLst>
            <pc:docMk/>
            <pc:sldMk cId="3745085634" sldId="4771"/>
            <ac:spMk id="9" creationId="{A6DDF560-F81E-A644-8DC1-7E7C0396E6BD}"/>
          </ac:spMkLst>
        </pc:spChg>
        <pc:spChg chg="del">
          <ac:chgData name="Ronan Ogor" userId="473d6ea9-be06-4609-b78d-125cc115ecf4" providerId="ADAL" clId="{5D582920-844C-4F4C-89C7-A2DE3BBEB8B3}" dt="2025-06-29T06:21:45.883" v="629" actId="478"/>
          <ac:spMkLst>
            <pc:docMk/>
            <pc:sldMk cId="3745085634" sldId="4771"/>
            <ac:spMk id="10" creationId="{857755C0-D622-1095-FAE5-3DE42F5457C1}"/>
          </ac:spMkLst>
        </pc:spChg>
        <pc:spChg chg="del mod">
          <ac:chgData name="Ronan Ogor" userId="473d6ea9-be06-4609-b78d-125cc115ecf4" providerId="ADAL" clId="{5D582920-844C-4F4C-89C7-A2DE3BBEB8B3}" dt="2025-06-29T06:21:45.883" v="629" actId="478"/>
          <ac:spMkLst>
            <pc:docMk/>
            <pc:sldMk cId="3745085634" sldId="4771"/>
            <ac:spMk id="12" creationId="{A09A54CB-9996-40EA-22C2-EF02D5EE601D}"/>
          </ac:spMkLst>
        </pc:spChg>
        <pc:spChg chg="del mod">
          <ac:chgData name="Ronan Ogor" userId="473d6ea9-be06-4609-b78d-125cc115ecf4" providerId="ADAL" clId="{5D582920-844C-4F4C-89C7-A2DE3BBEB8B3}" dt="2025-06-29T06:21:45.883" v="629" actId="478"/>
          <ac:spMkLst>
            <pc:docMk/>
            <pc:sldMk cId="3745085634" sldId="4771"/>
            <ac:spMk id="13" creationId="{38A14EF3-6030-657A-68F1-901EEC81E5A7}"/>
          </ac:spMkLst>
        </pc:spChg>
        <pc:spChg chg="del mod">
          <ac:chgData name="Ronan Ogor" userId="473d6ea9-be06-4609-b78d-125cc115ecf4" providerId="ADAL" clId="{5D582920-844C-4F4C-89C7-A2DE3BBEB8B3}" dt="2025-06-29T06:21:45.883" v="629" actId="478"/>
          <ac:spMkLst>
            <pc:docMk/>
            <pc:sldMk cId="3745085634" sldId="4771"/>
            <ac:spMk id="14" creationId="{16026239-F092-0340-1269-0C247F447A93}"/>
          </ac:spMkLst>
        </pc:spChg>
        <pc:spChg chg="del mod">
          <ac:chgData name="Ronan Ogor" userId="473d6ea9-be06-4609-b78d-125cc115ecf4" providerId="ADAL" clId="{5D582920-844C-4F4C-89C7-A2DE3BBEB8B3}" dt="2025-06-29T06:21:45.883" v="629" actId="478"/>
          <ac:spMkLst>
            <pc:docMk/>
            <pc:sldMk cId="3745085634" sldId="4771"/>
            <ac:spMk id="15" creationId="{9740AE90-ED3C-8844-7F31-C5E6F907E4D3}"/>
          </ac:spMkLst>
        </pc:spChg>
        <pc:spChg chg="add mod">
          <ac:chgData name="Ronan Ogor" userId="473d6ea9-be06-4609-b78d-125cc115ecf4" providerId="ADAL" clId="{5D582920-844C-4F4C-89C7-A2DE3BBEB8B3}" dt="2025-06-29T07:24:42.183" v="1129" actId="20577"/>
          <ac:spMkLst>
            <pc:docMk/>
            <pc:sldMk cId="3745085634" sldId="4771"/>
            <ac:spMk id="16" creationId="{46B65C4B-7A01-FFF4-335A-BF6EE3D98878}"/>
          </ac:spMkLst>
        </pc:spChg>
        <pc:spChg chg="del mod">
          <ac:chgData name="Ronan Ogor" userId="473d6ea9-be06-4609-b78d-125cc115ecf4" providerId="ADAL" clId="{5D582920-844C-4F4C-89C7-A2DE3BBEB8B3}" dt="2025-06-29T06:21:45.883" v="629" actId="478"/>
          <ac:spMkLst>
            <pc:docMk/>
            <pc:sldMk cId="3745085634" sldId="4771"/>
            <ac:spMk id="17" creationId="{DBBE91D4-6F94-9435-8812-D09A6B0E421D}"/>
          </ac:spMkLst>
        </pc:spChg>
        <pc:spChg chg="del mod">
          <ac:chgData name="Ronan Ogor" userId="473d6ea9-be06-4609-b78d-125cc115ecf4" providerId="ADAL" clId="{5D582920-844C-4F4C-89C7-A2DE3BBEB8B3}" dt="2025-06-29T06:21:45.883" v="629" actId="478"/>
          <ac:spMkLst>
            <pc:docMk/>
            <pc:sldMk cId="3745085634" sldId="4771"/>
            <ac:spMk id="19" creationId="{A8C7610D-FD22-6557-2DB6-3A9AA0E73AA9}"/>
          </ac:spMkLst>
        </pc:spChg>
        <pc:spChg chg="del">
          <ac:chgData name="Ronan Ogor" userId="473d6ea9-be06-4609-b78d-125cc115ecf4" providerId="ADAL" clId="{5D582920-844C-4F4C-89C7-A2DE3BBEB8B3}" dt="2025-06-29T06:21:45.883" v="629" actId="478"/>
          <ac:spMkLst>
            <pc:docMk/>
            <pc:sldMk cId="3745085634" sldId="4771"/>
            <ac:spMk id="20" creationId="{0AAF0AE5-B13A-F9A1-8E01-44305277D8EF}"/>
          </ac:spMkLst>
        </pc:spChg>
        <pc:spChg chg="del mod">
          <ac:chgData name="Ronan Ogor" userId="473d6ea9-be06-4609-b78d-125cc115ecf4" providerId="ADAL" clId="{5D582920-844C-4F4C-89C7-A2DE3BBEB8B3}" dt="2025-06-29T06:21:45.883" v="629" actId="478"/>
          <ac:spMkLst>
            <pc:docMk/>
            <pc:sldMk cId="3745085634" sldId="4771"/>
            <ac:spMk id="21" creationId="{2195BF8F-4FE3-2674-8D46-30EE35B8FB92}"/>
          </ac:spMkLst>
        </pc:spChg>
        <pc:spChg chg="del mod">
          <ac:chgData name="Ronan Ogor" userId="473d6ea9-be06-4609-b78d-125cc115ecf4" providerId="ADAL" clId="{5D582920-844C-4F4C-89C7-A2DE3BBEB8B3}" dt="2025-06-29T06:21:45.883" v="629" actId="478"/>
          <ac:spMkLst>
            <pc:docMk/>
            <pc:sldMk cId="3745085634" sldId="4771"/>
            <ac:spMk id="24" creationId="{40277BCB-C93C-673B-1DE4-A1D7646E4024}"/>
          </ac:spMkLst>
        </pc:spChg>
        <pc:spChg chg="add del mod">
          <ac:chgData name="Ronan Ogor" userId="473d6ea9-be06-4609-b78d-125cc115ecf4" providerId="ADAL" clId="{5D582920-844C-4F4C-89C7-A2DE3BBEB8B3}" dt="2025-06-29T06:52:25.008" v="662" actId="21"/>
          <ac:spMkLst>
            <pc:docMk/>
            <pc:sldMk cId="3745085634" sldId="4771"/>
            <ac:spMk id="25" creationId="{F078B5D6-C1F8-B5B7-796A-FBA0142DED19}"/>
          </ac:spMkLst>
        </pc:spChg>
        <pc:spChg chg="add del mod">
          <ac:chgData name="Ronan Ogor" userId="473d6ea9-be06-4609-b78d-125cc115ecf4" providerId="ADAL" clId="{5D582920-844C-4F4C-89C7-A2DE3BBEB8B3}" dt="2025-06-29T06:52:27.334" v="664"/>
          <ac:spMkLst>
            <pc:docMk/>
            <pc:sldMk cId="3745085634" sldId="4771"/>
            <ac:spMk id="26" creationId="{A42C8636-3E24-77B6-EAE2-8A1C376A6E5A}"/>
          </ac:spMkLst>
        </pc:spChg>
      </pc:sldChg>
      <pc:sldChg chg="addSp delSp modSp add mod">
        <pc:chgData name="Ronan Ogor" userId="473d6ea9-be06-4609-b78d-125cc115ecf4" providerId="ADAL" clId="{5D582920-844C-4F4C-89C7-A2DE3BBEB8B3}" dt="2025-06-29T06:59:45.282" v="856" actId="1076"/>
        <pc:sldMkLst>
          <pc:docMk/>
          <pc:sldMk cId="2442979454" sldId="4772"/>
        </pc:sldMkLst>
        <pc:spChg chg="mod">
          <ac:chgData name="Ronan Ogor" userId="473d6ea9-be06-4609-b78d-125cc115ecf4" providerId="ADAL" clId="{5D582920-844C-4F4C-89C7-A2DE3BBEB8B3}" dt="2025-06-29T06:57:42.804" v="725" actId="20577"/>
          <ac:spMkLst>
            <pc:docMk/>
            <pc:sldMk cId="2442979454" sldId="4772"/>
            <ac:spMk id="2" creationId="{8B2E456B-7FE5-21E7-1847-B6C548F74BE1}"/>
          </ac:spMkLst>
        </pc:spChg>
        <pc:spChg chg="add mod">
          <ac:chgData name="Ronan Ogor" userId="473d6ea9-be06-4609-b78d-125cc115ecf4" providerId="ADAL" clId="{5D582920-844C-4F4C-89C7-A2DE3BBEB8B3}" dt="2025-06-29T06:56:28.843" v="706"/>
          <ac:spMkLst>
            <pc:docMk/>
            <pc:sldMk cId="2442979454" sldId="4772"/>
            <ac:spMk id="4" creationId="{D90BA917-D3D7-2977-6184-DFE9EF713F49}"/>
          </ac:spMkLst>
        </pc:spChg>
        <pc:spChg chg="del">
          <ac:chgData name="Ronan Ogor" userId="473d6ea9-be06-4609-b78d-125cc115ecf4" providerId="ADAL" clId="{5D582920-844C-4F4C-89C7-A2DE3BBEB8B3}" dt="2025-06-29T06:56:30.451" v="707" actId="478"/>
          <ac:spMkLst>
            <pc:docMk/>
            <pc:sldMk cId="2442979454" sldId="4772"/>
            <ac:spMk id="6" creationId="{7A59AD4B-0137-4A46-4DF8-12135B09941C}"/>
          </ac:spMkLst>
        </pc:spChg>
        <pc:spChg chg="add mod">
          <ac:chgData name="Ronan Ogor" userId="473d6ea9-be06-4609-b78d-125cc115ecf4" providerId="ADAL" clId="{5D582920-844C-4F4C-89C7-A2DE3BBEB8B3}" dt="2025-06-29T06:59:45.282" v="856" actId="1076"/>
          <ac:spMkLst>
            <pc:docMk/>
            <pc:sldMk cId="2442979454" sldId="4772"/>
            <ac:spMk id="7" creationId="{112E54E4-D90B-97EC-FB9F-DC5CC30466C6}"/>
          </ac:spMkLst>
        </pc:spChg>
        <pc:spChg chg="mod">
          <ac:chgData name="Ronan Ogor" userId="473d6ea9-be06-4609-b78d-125cc115ecf4" providerId="ADAL" clId="{5D582920-844C-4F4C-89C7-A2DE3BBEB8B3}" dt="2025-06-29T06:59:25.426" v="817" actId="1076"/>
          <ac:spMkLst>
            <pc:docMk/>
            <pc:sldMk cId="2442979454" sldId="4772"/>
            <ac:spMk id="8" creationId="{9E2C7988-0FBE-AA54-0650-30A60F0A92BC}"/>
          </ac:spMkLst>
        </pc:spChg>
        <pc:spChg chg="add mod">
          <ac:chgData name="Ronan Ogor" userId="473d6ea9-be06-4609-b78d-125cc115ecf4" providerId="ADAL" clId="{5D582920-844C-4F4C-89C7-A2DE3BBEB8B3}" dt="2025-06-29T06:59:31.722" v="820" actId="113"/>
          <ac:spMkLst>
            <pc:docMk/>
            <pc:sldMk cId="2442979454" sldId="4772"/>
            <ac:spMk id="10" creationId="{B6C04C02-49B6-A9E3-F789-EB1440B20361}"/>
          </ac:spMkLst>
        </pc:spChg>
        <pc:cxnChg chg="add mod">
          <ac:chgData name="Ronan Ogor" userId="473d6ea9-be06-4609-b78d-125cc115ecf4" providerId="ADAL" clId="{5D582920-844C-4F4C-89C7-A2DE3BBEB8B3}" dt="2025-06-29T06:58:18.743" v="757" actId="1076"/>
          <ac:cxnSpMkLst>
            <pc:docMk/>
            <pc:sldMk cId="2442979454" sldId="4772"/>
            <ac:cxnSpMk id="5" creationId="{96D97049-BEFD-F7F1-C5C9-A0D971497A96}"/>
          </ac:cxnSpMkLst>
        </pc:cxnChg>
        <pc:cxnChg chg="add mod">
          <ac:chgData name="Ronan Ogor" userId="473d6ea9-be06-4609-b78d-125cc115ecf4" providerId="ADAL" clId="{5D582920-844C-4F4C-89C7-A2DE3BBEB8B3}" dt="2025-06-29T06:59:25.048" v="816" actId="1076"/>
          <ac:cxnSpMkLst>
            <pc:docMk/>
            <pc:sldMk cId="2442979454" sldId="4772"/>
            <ac:cxnSpMk id="9" creationId="{BAFCF61C-1208-CC38-2C50-BB5A6A77C51E}"/>
          </ac:cxnSpMkLst>
        </pc:cxnChg>
        <pc:cxnChg chg="add mod">
          <ac:chgData name="Ronan Ogor" userId="473d6ea9-be06-4609-b78d-125cc115ecf4" providerId="ADAL" clId="{5D582920-844C-4F4C-89C7-A2DE3BBEB8B3}" dt="2025-06-29T06:59:20.785" v="814" actId="1076"/>
          <ac:cxnSpMkLst>
            <pc:docMk/>
            <pc:sldMk cId="2442979454" sldId="4772"/>
            <ac:cxnSpMk id="12" creationId="{DB53E616-F1B7-DE99-5CDC-2EFE485363A2}"/>
          </ac:cxnSpMkLst>
        </pc:cxnChg>
      </pc:sldChg>
      <pc:sldChg chg="addSp modSp add mod ord">
        <pc:chgData name="Ronan Ogor" userId="473d6ea9-be06-4609-b78d-125cc115ecf4" providerId="ADAL" clId="{5D582920-844C-4F4C-89C7-A2DE3BBEB8B3}" dt="2025-06-29T07:24:36.282" v="1126" actId="20577"/>
        <pc:sldMkLst>
          <pc:docMk/>
          <pc:sldMk cId="2483140954" sldId="4773"/>
        </pc:sldMkLst>
        <pc:spChg chg="mod">
          <ac:chgData name="Ronan Ogor" userId="473d6ea9-be06-4609-b78d-125cc115ecf4" providerId="ADAL" clId="{5D582920-844C-4F4C-89C7-A2DE3BBEB8B3}" dt="2025-06-29T07:01:20.971" v="860" actId="113"/>
          <ac:spMkLst>
            <pc:docMk/>
            <pc:sldMk cId="2483140954" sldId="4773"/>
            <ac:spMk id="2" creationId="{5124299D-6A45-3902-C929-166BBB5031BA}"/>
          </ac:spMkLst>
        </pc:spChg>
        <pc:spChg chg="add mod">
          <ac:chgData name="Ronan Ogor" userId="473d6ea9-be06-4609-b78d-125cc115ecf4" providerId="ADAL" clId="{5D582920-844C-4F4C-89C7-A2DE3BBEB8B3}" dt="2025-06-29T07:24:36.282" v="1126" actId="20577"/>
          <ac:spMkLst>
            <pc:docMk/>
            <pc:sldMk cId="2483140954" sldId="4773"/>
            <ac:spMk id="4" creationId="{15B4BB72-63B0-A97C-30B1-E24A8A422B20}"/>
          </ac:spMkLst>
        </pc:spChg>
        <pc:spChg chg="mod">
          <ac:chgData name="Ronan Ogor" userId="473d6ea9-be06-4609-b78d-125cc115ecf4" providerId="ADAL" clId="{5D582920-844C-4F4C-89C7-A2DE3BBEB8B3}" dt="2025-06-29T07:02:47.260" v="907" actId="207"/>
          <ac:spMkLst>
            <pc:docMk/>
            <pc:sldMk cId="2483140954" sldId="4773"/>
            <ac:spMk id="8" creationId="{749E8B77-1997-3D88-9E8F-F705A30A19E7}"/>
          </ac:spMkLst>
        </pc:spChg>
      </pc:sldChg>
      <pc:sldChg chg="addSp delSp modSp add mod">
        <pc:chgData name="Ronan Ogor" userId="473d6ea9-be06-4609-b78d-125cc115ecf4" providerId="ADAL" clId="{5D582920-844C-4F4C-89C7-A2DE3BBEB8B3}" dt="2025-06-29T07:03:40.305" v="936" actId="20577"/>
        <pc:sldMkLst>
          <pc:docMk/>
          <pc:sldMk cId="2860307766" sldId="4774"/>
        </pc:sldMkLst>
        <pc:spChg chg="add mod">
          <ac:chgData name="Ronan Ogor" userId="473d6ea9-be06-4609-b78d-125cc115ecf4" providerId="ADAL" clId="{5D582920-844C-4F4C-89C7-A2DE3BBEB8B3}" dt="2025-06-29T07:02:51.780" v="909"/>
          <ac:spMkLst>
            <pc:docMk/>
            <pc:sldMk cId="2860307766" sldId="4774"/>
            <ac:spMk id="4" creationId="{2F3316C4-AC34-2C17-20E3-B7645E5EDB44}"/>
          </ac:spMkLst>
        </pc:spChg>
        <pc:spChg chg="del">
          <ac:chgData name="Ronan Ogor" userId="473d6ea9-be06-4609-b78d-125cc115ecf4" providerId="ADAL" clId="{5D582920-844C-4F4C-89C7-A2DE3BBEB8B3}" dt="2025-06-29T07:02:52.870" v="910" actId="478"/>
          <ac:spMkLst>
            <pc:docMk/>
            <pc:sldMk cId="2860307766" sldId="4774"/>
            <ac:spMk id="6" creationId="{AB1E52BF-1A98-2B5B-8357-49E86A54A79A}"/>
          </ac:spMkLst>
        </pc:spChg>
        <pc:spChg chg="add mod">
          <ac:chgData name="Ronan Ogor" userId="473d6ea9-be06-4609-b78d-125cc115ecf4" providerId="ADAL" clId="{5D582920-844C-4F4C-89C7-A2DE3BBEB8B3}" dt="2025-06-29T07:03:40.305" v="936" actId="20577"/>
          <ac:spMkLst>
            <pc:docMk/>
            <pc:sldMk cId="2860307766" sldId="4774"/>
            <ac:spMk id="7" creationId="{547571E5-FE48-C6C7-FE3D-BA02AF625D58}"/>
          </ac:spMkLst>
        </pc:spChg>
        <pc:spChg chg="mod">
          <ac:chgData name="Ronan Ogor" userId="473d6ea9-be06-4609-b78d-125cc115ecf4" providerId="ADAL" clId="{5D582920-844C-4F4C-89C7-A2DE3BBEB8B3}" dt="2025-06-29T07:03:15.751" v="926"/>
          <ac:spMkLst>
            <pc:docMk/>
            <pc:sldMk cId="2860307766" sldId="4774"/>
            <ac:spMk id="8" creationId="{5E9A7449-2D37-E597-99A9-D83A646C739D}"/>
          </ac:spMkLst>
        </pc:spChg>
        <pc:spChg chg="add mod">
          <ac:chgData name="Ronan Ogor" userId="473d6ea9-be06-4609-b78d-125cc115ecf4" providerId="ADAL" clId="{5D582920-844C-4F4C-89C7-A2DE3BBEB8B3}" dt="2025-06-29T07:03:30.364" v="927"/>
          <ac:spMkLst>
            <pc:docMk/>
            <pc:sldMk cId="2860307766" sldId="4774"/>
            <ac:spMk id="10" creationId="{2BB615CD-80C2-BB4F-E6B3-A8EBD1DBDB3B}"/>
          </ac:spMkLst>
        </pc:spChg>
        <pc:cxnChg chg="add mod">
          <ac:chgData name="Ronan Ogor" userId="473d6ea9-be06-4609-b78d-125cc115ecf4" providerId="ADAL" clId="{5D582920-844C-4F4C-89C7-A2DE3BBEB8B3}" dt="2025-06-29T07:03:30.364" v="927"/>
          <ac:cxnSpMkLst>
            <pc:docMk/>
            <pc:sldMk cId="2860307766" sldId="4774"/>
            <ac:cxnSpMk id="5" creationId="{2FD90FE9-D4FE-BDB7-5965-61265991D4FD}"/>
          </ac:cxnSpMkLst>
        </pc:cxnChg>
        <pc:cxnChg chg="add mod">
          <ac:chgData name="Ronan Ogor" userId="473d6ea9-be06-4609-b78d-125cc115ecf4" providerId="ADAL" clId="{5D582920-844C-4F4C-89C7-A2DE3BBEB8B3}" dt="2025-06-29T07:03:30.364" v="927"/>
          <ac:cxnSpMkLst>
            <pc:docMk/>
            <pc:sldMk cId="2860307766" sldId="4774"/>
            <ac:cxnSpMk id="9" creationId="{28C7FEBB-5499-DC03-2753-7C2E4B73914C}"/>
          </ac:cxnSpMkLst>
        </pc:cxnChg>
        <pc:cxnChg chg="add mod">
          <ac:chgData name="Ronan Ogor" userId="473d6ea9-be06-4609-b78d-125cc115ecf4" providerId="ADAL" clId="{5D582920-844C-4F4C-89C7-A2DE3BBEB8B3}" dt="2025-06-29T07:03:30.364" v="927"/>
          <ac:cxnSpMkLst>
            <pc:docMk/>
            <pc:sldMk cId="2860307766" sldId="4774"/>
            <ac:cxnSpMk id="11" creationId="{71B0BE6B-1F64-D36D-CD48-F160DDA68690}"/>
          </ac:cxnSpMkLst>
        </pc:cxnChg>
      </pc:sldChg>
      <pc:sldChg chg="addSp delSp modSp add mod">
        <pc:chgData name="Ronan Ogor" userId="473d6ea9-be06-4609-b78d-125cc115ecf4" providerId="ADAL" clId="{5D582920-844C-4F4C-89C7-A2DE3BBEB8B3}" dt="2025-06-29T07:09:33.402" v="978"/>
        <pc:sldMkLst>
          <pc:docMk/>
          <pc:sldMk cId="1807664432" sldId="4775"/>
        </pc:sldMkLst>
        <pc:spChg chg="del">
          <ac:chgData name="Ronan Ogor" userId="473d6ea9-be06-4609-b78d-125cc115ecf4" providerId="ADAL" clId="{5D582920-844C-4F4C-89C7-A2DE3BBEB8B3}" dt="2025-06-29T07:08:44.489" v="970" actId="478"/>
          <ac:spMkLst>
            <pc:docMk/>
            <pc:sldMk cId="1807664432" sldId="4775"/>
            <ac:spMk id="3" creationId="{D1D45BBD-F9F8-D996-D3F6-2046781F3F27}"/>
          </ac:spMkLst>
        </pc:spChg>
        <pc:spChg chg="add mod">
          <ac:chgData name="Ronan Ogor" userId="473d6ea9-be06-4609-b78d-125cc115ecf4" providerId="ADAL" clId="{5D582920-844C-4F4C-89C7-A2DE3BBEB8B3}" dt="2025-06-29T07:08:43.109" v="969"/>
          <ac:spMkLst>
            <pc:docMk/>
            <pc:sldMk cId="1807664432" sldId="4775"/>
            <ac:spMk id="5" creationId="{6A935C6D-FE53-3D49-D72D-138211003690}"/>
          </ac:spMkLst>
        </pc:spChg>
        <pc:spChg chg="add mod">
          <ac:chgData name="Ronan Ogor" userId="473d6ea9-be06-4609-b78d-125cc115ecf4" providerId="ADAL" clId="{5D582920-844C-4F4C-89C7-A2DE3BBEB8B3}" dt="2025-06-29T07:09:33.402" v="978"/>
          <ac:spMkLst>
            <pc:docMk/>
            <pc:sldMk cId="1807664432" sldId="4775"/>
            <ac:spMk id="6" creationId="{09E7F3CE-356D-B02E-4DBD-BDA7210EFE92}"/>
          </ac:spMkLst>
        </pc:spChg>
      </pc:sldChg>
      <pc:sldChg chg="addSp delSp modSp add mod">
        <pc:chgData name="Ronan Ogor" userId="473d6ea9-be06-4609-b78d-125cc115ecf4" providerId="ADAL" clId="{5D582920-844C-4F4C-89C7-A2DE3BBEB8B3}" dt="2025-06-29T10:51:14.534" v="3617" actId="207"/>
        <pc:sldMkLst>
          <pc:docMk/>
          <pc:sldMk cId="1476676771" sldId="4776"/>
        </pc:sldMkLst>
        <pc:spChg chg="add del mod">
          <ac:chgData name="Ronan Ogor" userId="473d6ea9-be06-4609-b78d-125cc115ecf4" providerId="ADAL" clId="{5D582920-844C-4F4C-89C7-A2DE3BBEB8B3}" dt="2025-06-29T10:48:27.882" v="3587" actId="478"/>
          <ac:spMkLst>
            <pc:docMk/>
            <pc:sldMk cId="1476676771" sldId="4776"/>
            <ac:spMk id="2" creationId="{CAE80895-7046-74AB-E535-965A74CFD344}"/>
          </ac:spMkLst>
        </pc:spChg>
        <pc:spChg chg="add mod">
          <ac:chgData name="Ronan Ogor" userId="473d6ea9-be06-4609-b78d-125cc115ecf4" providerId="ADAL" clId="{5D582920-844C-4F4C-89C7-A2DE3BBEB8B3}" dt="2025-06-29T08:13:44.715" v="1743" actId="113"/>
          <ac:spMkLst>
            <pc:docMk/>
            <pc:sldMk cId="1476676771" sldId="4776"/>
            <ac:spMk id="3" creationId="{4480C9F8-E4AF-26D2-0A9B-F29410B32350}"/>
          </ac:spMkLst>
        </pc:spChg>
        <pc:spChg chg="add mod">
          <ac:chgData name="Ronan Ogor" userId="473d6ea9-be06-4609-b78d-125cc115ecf4" providerId="ADAL" clId="{5D582920-844C-4F4C-89C7-A2DE3BBEB8B3}" dt="2025-06-29T10:51:12.759" v="3616" actId="207"/>
          <ac:spMkLst>
            <pc:docMk/>
            <pc:sldMk cId="1476676771" sldId="4776"/>
            <ac:spMk id="4" creationId="{007D0616-4B14-60B0-20C6-44F49B93555D}"/>
          </ac:spMkLst>
        </pc:spChg>
        <pc:spChg chg="add mod">
          <ac:chgData name="Ronan Ogor" userId="473d6ea9-be06-4609-b78d-125cc115ecf4" providerId="ADAL" clId="{5D582920-844C-4F4C-89C7-A2DE3BBEB8B3}" dt="2025-06-29T10:51:14.534" v="3617" actId="207"/>
          <ac:spMkLst>
            <pc:docMk/>
            <pc:sldMk cId="1476676771" sldId="4776"/>
            <ac:spMk id="5" creationId="{64FE6EB8-4A0B-CF2A-06FE-7CCC3F67DA03}"/>
          </ac:spMkLst>
        </pc:spChg>
        <pc:spChg chg="add mod">
          <ac:chgData name="Ronan Ogor" userId="473d6ea9-be06-4609-b78d-125cc115ecf4" providerId="ADAL" clId="{5D582920-844C-4F4C-89C7-A2DE3BBEB8B3}" dt="2025-06-29T10:51:09.676" v="3615" actId="1076"/>
          <ac:spMkLst>
            <pc:docMk/>
            <pc:sldMk cId="1476676771" sldId="4776"/>
            <ac:spMk id="7" creationId="{EE748D5F-6486-B222-F4C7-DBCDB2C908C1}"/>
          </ac:spMkLst>
        </pc:spChg>
        <pc:spChg chg="add mod">
          <ac:chgData name="Ronan Ogor" userId="473d6ea9-be06-4609-b78d-125cc115ecf4" providerId="ADAL" clId="{5D582920-844C-4F4C-89C7-A2DE3BBEB8B3}" dt="2025-06-29T10:51:09.676" v="3615" actId="1076"/>
          <ac:spMkLst>
            <pc:docMk/>
            <pc:sldMk cId="1476676771" sldId="4776"/>
            <ac:spMk id="10" creationId="{A0A3385B-3420-AE54-3FDA-85A310F6D11B}"/>
          </ac:spMkLst>
        </pc:spChg>
        <pc:spChg chg="add mod">
          <ac:chgData name="Ronan Ogor" userId="473d6ea9-be06-4609-b78d-125cc115ecf4" providerId="ADAL" clId="{5D582920-844C-4F4C-89C7-A2DE3BBEB8B3}" dt="2025-06-29T09:39:52.770" v="2124"/>
          <ac:spMkLst>
            <pc:docMk/>
            <pc:sldMk cId="1476676771" sldId="4776"/>
            <ac:spMk id="13" creationId="{A27C7F9B-2D0E-51C1-0527-B959C075A18C}"/>
          </ac:spMkLst>
        </pc:spChg>
        <pc:spChg chg="add mod">
          <ac:chgData name="Ronan Ogor" userId="473d6ea9-be06-4609-b78d-125cc115ecf4" providerId="ADAL" clId="{5D582920-844C-4F4C-89C7-A2DE3BBEB8B3}" dt="2025-06-29T10:51:09.676" v="3615" actId="1076"/>
          <ac:spMkLst>
            <pc:docMk/>
            <pc:sldMk cId="1476676771" sldId="4776"/>
            <ac:spMk id="14" creationId="{2552BF8A-D6C8-F7AC-B828-5A47CEA31273}"/>
          </ac:spMkLst>
        </pc:spChg>
        <pc:spChg chg="add mod">
          <ac:chgData name="Ronan Ogor" userId="473d6ea9-be06-4609-b78d-125cc115ecf4" providerId="ADAL" clId="{5D582920-844C-4F4C-89C7-A2DE3BBEB8B3}" dt="2025-06-29T10:48:31.389" v="3588" actId="1076"/>
          <ac:spMkLst>
            <pc:docMk/>
            <pc:sldMk cId="1476676771" sldId="4776"/>
            <ac:spMk id="15" creationId="{76D2FAD7-007C-55C1-8CFB-9F03A79F63BA}"/>
          </ac:spMkLst>
        </pc:spChg>
        <pc:cxnChg chg="add mod">
          <ac:chgData name="Ronan Ogor" userId="473d6ea9-be06-4609-b78d-125cc115ecf4" providerId="ADAL" clId="{5D582920-844C-4F4C-89C7-A2DE3BBEB8B3}" dt="2025-06-29T10:51:09.676" v="3615" actId="1076"/>
          <ac:cxnSpMkLst>
            <pc:docMk/>
            <pc:sldMk cId="1476676771" sldId="4776"/>
            <ac:cxnSpMk id="6" creationId="{739747F3-A408-D13A-56EF-30B07E30F457}"/>
          </ac:cxnSpMkLst>
        </pc:cxnChg>
        <pc:cxnChg chg="add mod">
          <ac:chgData name="Ronan Ogor" userId="473d6ea9-be06-4609-b78d-125cc115ecf4" providerId="ADAL" clId="{5D582920-844C-4F4C-89C7-A2DE3BBEB8B3}" dt="2025-06-29T09:39:52.770" v="2124"/>
          <ac:cxnSpMkLst>
            <pc:docMk/>
            <pc:sldMk cId="1476676771" sldId="4776"/>
            <ac:cxnSpMk id="12" creationId="{6FDFAFC3-D2E8-AFCE-9D7E-FD37FF3C1571}"/>
          </ac:cxnSpMkLst>
        </pc:cxnChg>
      </pc:sldChg>
      <pc:sldChg chg="add del">
        <pc:chgData name="Ronan Ogor" userId="473d6ea9-be06-4609-b78d-125cc115ecf4" providerId="ADAL" clId="{5D582920-844C-4F4C-89C7-A2DE3BBEB8B3}" dt="2025-06-29T16:58:16.635" v="6882" actId="47"/>
        <pc:sldMkLst>
          <pc:docMk/>
          <pc:sldMk cId="2618983083" sldId="4777"/>
        </pc:sldMkLst>
      </pc:sldChg>
      <pc:sldChg chg="addSp modSp add mod">
        <pc:chgData name="Ronan Ogor" userId="473d6ea9-be06-4609-b78d-125cc115ecf4" providerId="ADAL" clId="{5D582920-844C-4F4C-89C7-A2DE3BBEB8B3}" dt="2025-06-29T07:24:53.537" v="1136" actId="20577"/>
        <pc:sldMkLst>
          <pc:docMk/>
          <pc:sldMk cId="4025507399" sldId="4778"/>
        </pc:sldMkLst>
        <pc:spChg chg="mod">
          <ac:chgData name="Ronan Ogor" userId="473d6ea9-be06-4609-b78d-125cc115ecf4" providerId="ADAL" clId="{5D582920-844C-4F4C-89C7-A2DE3BBEB8B3}" dt="2025-06-29T07:12:54.726" v="1049" actId="1076"/>
          <ac:spMkLst>
            <pc:docMk/>
            <pc:sldMk cId="4025507399" sldId="4778"/>
            <ac:spMk id="2" creationId="{95C4168F-A46D-89B8-6A3E-DA75BF676BB7}"/>
          </ac:spMkLst>
        </pc:spChg>
        <pc:spChg chg="mod">
          <ac:chgData name="Ronan Ogor" userId="473d6ea9-be06-4609-b78d-125cc115ecf4" providerId="ADAL" clId="{5D582920-844C-4F4C-89C7-A2DE3BBEB8B3}" dt="2025-06-29T07:12:30.537" v="1045" actId="1076"/>
          <ac:spMkLst>
            <pc:docMk/>
            <pc:sldMk cId="4025507399" sldId="4778"/>
            <ac:spMk id="4" creationId="{39CF4F60-7D16-2FB3-E138-9FEE62C90CF8}"/>
          </ac:spMkLst>
        </pc:spChg>
        <pc:spChg chg="add mod">
          <ac:chgData name="Ronan Ogor" userId="473d6ea9-be06-4609-b78d-125cc115ecf4" providerId="ADAL" clId="{5D582920-844C-4F4C-89C7-A2DE3BBEB8B3}" dt="2025-06-29T07:12:49.555" v="1048" actId="14100"/>
          <ac:spMkLst>
            <pc:docMk/>
            <pc:sldMk cId="4025507399" sldId="4778"/>
            <ac:spMk id="5" creationId="{E4422DA0-96A3-8F9B-1859-0ED3BC9FDDFB}"/>
          </ac:spMkLst>
        </pc:spChg>
        <pc:spChg chg="add mod">
          <ac:chgData name="Ronan Ogor" userId="473d6ea9-be06-4609-b78d-125cc115ecf4" providerId="ADAL" clId="{5D582920-844C-4F4C-89C7-A2DE3BBEB8B3}" dt="2025-06-29T07:10:59.175" v="1010" actId="1076"/>
          <ac:spMkLst>
            <pc:docMk/>
            <pc:sldMk cId="4025507399" sldId="4778"/>
            <ac:spMk id="6" creationId="{DE7DDA19-93D4-526E-288C-C76B00592315}"/>
          </ac:spMkLst>
        </pc:spChg>
        <pc:spChg chg="add mod">
          <ac:chgData name="Ronan Ogor" userId="473d6ea9-be06-4609-b78d-125cc115ecf4" providerId="ADAL" clId="{5D582920-844C-4F4C-89C7-A2DE3BBEB8B3}" dt="2025-06-29T07:10:59.175" v="1010" actId="1076"/>
          <ac:spMkLst>
            <pc:docMk/>
            <pc:sldMk cId="4025507399" sldId="4778"/>
            <ac:spMk id="7" creationId="{0CCD7327-95A4-3D75-B2EF-4E5037DA97FF}"/>
          </ac:spMkLst>
        </pc:spChg>
        <pc:spChg chg="add mod">
          <ac:chgData name="Ronan Ogor" userId="473d6ea9-be06-4609-b78d-125cc115ecf4" providerId="ADAL" clId="{5D582920-844C-4F4C-89C7-A2DE3BBEB8B3}" dt="2025-06-29T07:10:59.175" v="1010" actId="1076"/>
          <ac:spMkLst>
            <pc:docMk/>
            <pc:sldMk cId="4025507399" sldId="4778"/>
            <ac:spMk id="8" creationId="{6D9ADBCE-E52A-E4BD-3DCB-8D33EB1EA26E}"/>
          </ac:spMkLst>
        </pc:spChg>
        <pc:spChg chg="add mod">
          <ac:chgData name="Ronan Ogor" userId="473d6ea9-be06-4609-b78d-125cc115ecf4" providerId="ADAL" clId="{5D582920-844C-4F4C-89C7-A2DE3BBEB8B3}" dt="2025-06-29T07:12:30.537" v="1045" actId="1076"/>
          <ac:spMkLst>
            <pc:docMk/>
            <pc:sldMk cId="4025507399" sldId="4778"/>
            <ac:spMk id="9" creationId="{0063C762-1260-B7E3-3398-DA3CBE02CE60}"/>
          </ac:spMkLst>
        </pc:spChg>
        <pc:spChg chg="add mod">
          <ac:chgData name="Ronan Ogor" userId="473d6ea9-be06-4609-b78d-125cc115ecf4" providerId="ADAL" clId="{5D582920-844C-4F4C-89C7-A2DE3BBEB8B3}" dt="2025-06-29T07:12:30.537" v="1045" actId="1076"/>
          <ac:spMkLst>
            <pc:docMk/>
            <pc:sldMk cId="4025507399" sldId="4778"/>
            <ac:spMk id="10" creationId="{95B88CFC-9E1B-97AF-0138-383DBFAF4CD2}"/>
          </ac:spMkLst>
        </pc:spChg>
        <pc:spChg chg="add mod">
          <ac:chgData name="Ronan Ogor" userId="473d6ea9-be06-4609-b78d-125cc115ecf4" providerId="ADAL" clId="{5D582920-844C-4F4C-89C7-A2DE3BBEB8B3}" dt="2025-06-29T07:12:30.537" v="1045" actId="1076"/>
          <ac:spMkLst>
            <pc:docMk/>
            <pc:sldMk cId="4025507399" sldId="4778"/>
            <ac:spMk id="11" creationId="{6E4AAD4F-2EBB-E8A7-53C1-D8927D624312}"/>
          </ac:spMkLst>
        </pc:spChg>
        <pc:spChg chg="add mod">
          <ac:chgData name="Ronan Ogor" userId="473d6ea9-be06-4609-b78d-125cc115ecf4" providerId="ADAL" clId="{5D582920-844C-4F4C-89C7-A2DE3BBEB8B3}" dt="2025-06-29T07:24:53.537" v="1136" actId="20577"/>
          <ac:spMkLst>
            <pc:docMk/>
            <pc:sldMk cId="4025507399" sldId="4778"/>
            <ac:spMk id="12" creationId="{77C9D81A-C888-82D1-7D1D-1C03A273AEF5}"/>
          </ac:spMkLst>
        </pc:spChg>
      </pc:sldChg>
      <pc:sldChg chg="addSp delSp modSp add mod">
        <pc:chgData name="Ronan Ogor" userId="473d6ea9-be06-4609-b78d-125cc115ecf4" providerId="ADAL" clId="{5D582920-844C-4F4C-89C7-A2DE3BBEB8B3}" dt="2025-06-29T07:13:24.418" v="1054" actId="571"/>
        <pc:sldMkLst>
          <pc:docMk/>
          <pc:sldMk cId="1358415619" sldId="4779"/>
        </pc:sldMkLst>
        <pc:spChg chg="del">
          <ac:chgData name="Ronan Ogor" userId="473d6ea9-be06-4609-b78d-125cc115ecf4" providerId="ADAL" clId="{5D582920-844C-4F4C-89C7-A2DE3BBEB8B3}" dt="2025-06-29T07:13:01.405" v="1052" actId="478"/>
          <ac:spMkLst>
            <pc:docMk/>
            <pc:sldMk cId="1358415619" sldId="4779"/>
            <ac:spMk id="3" creationId="{5AC0CEC0-E763-A8D1-489C-CD0E353FFB91}"/>
          </ac:spMkLst>
        </pc:spChg>
        <pc:spChg chg="add mod">
          <ac:chgData name="Ronan Ogor" userId="473d6ea9-be06-4609-b78d-125cc115ecf4" providerId="ADAL" clId="{5D582920-844C-4F4C-89C7-A2DE3BBEB8B3}" dt="2025-06-29T07:12:59.990" v="1051"/>
          <ac:spMkLst>
            <pc:docMk/>
            <pc:sldMk cId="1358415619" sldId="4779"/>
            <ac:spMk id="12" creationId="{58FEF6F9-5AED-7DF5-9BBE-C243A9355597}"/>
          </ac:spMkLst>
        </pc:spChg>
        <pc:spChg chg="add mod">
          <ac:chgData name="Ronan Ogor" userId="473d6ea9-be06-4609-b78d-125cc115ecf4" providerId="ADAL" clId="{5D582920-844C-4F4C-89C7-A2DE3BBEB8B3}" dt="2025-06-29T07:13:19.222" v="1053" actId="1076"/>
          <ac:spMkLst>
            <pc:docMk/>
            <pc:sldMk cId="1358415619" sldId="4779"/>
            <ac:spMk id="13" creationId="{6002AB86-25B3-6FEB-9D8F-2084C62C0E0B}"/>
          </ac:spMkLst>
        </pc:spChg>
        <pc:spChg chg="add mod">
          <ac:chgData name="Ronan Ogor" userId="473d6ea9-be06-4609-b78d-125cc115ecf4" providerId="ADAL" clId="{5D582920-844C-4F4C-89C7-A2DE3BBEB8B3}" dt="2025-06-29T07:13:24.418" v="1054" actId="571"/>
          <ac:spMkLst>
            <pc:docMk/>
            <pc:sldMk cId="1358415619" sldId="4779"/>
            <ac:spMk id="14" creationId="{3B151579-158F-5FE9-6C0F-CF434E0E9F43}"/>
          </ac:spMkLst>
        </pc:spChg>
      </pc:sldChg>
      <pc:sldChg chg="addSp delSp modSp add mod ord">
        <pc:chgData name="Ronan Ogor" userId="473d6ea9-be06-4609-b78d-125cc115ecf4" providerId="ADAL" clId="{5D582920-844C-4F4C-89C7-A2DE3BBEB8B3}" dt="2025-06-29T07:24:24.230" v="1115" actId="1076"/>
        <pc:sldMkLst>
          <pc:docMk/>
          <pc:sldMk cId="1765861023" sldId="4780"/>
        </pc:sldMkLst>
        <pc:spChg chg="mod">
          <ac:chgData name="Ronan Ogor" userId="473d6ea9-be06-4609-b78d-125cc115ecf4" providerId="ADAL" clId="{5D582920-844C-4F4C-89C7-A2DE3BBEB8B3}" dt="2025-06-29T07:22:47.646" v="1075" actId="1076"/>
          <ac:spMkLst>
            <pc:docMk/>
            <pc:sldMk cId="1765861023" sldId="4780"/>
            <ac:spMk id="2" creationId="{2E87ED85-9974-09F1-81D5-AC27146D16F7}"/>
          </ac:spMkLst>
        </pc:spChg>
        <pc:spChg chg="del">
          <ac:chgData name="Ronan Ogor" userId="473d6ea9-be06-4609-b78d-125cc115ecf4" providerId="ADAL" clId="{5D582920-844C-4F4C-89C7-A2DE3BBEB8B3}" dt="2025-06-29T07:22:22.451" v="1065" actId="478"/>
          <ac:spMkLst>
            <pc:docMk/>
            <pc:sldMk cId="1765861023" sldId="4780"/>
            <ac:spMk id="4" creationId="{6C7C0AF9-F8F5-9816-AED7-1F999979C1AE}"/>
          </ac:spMkLst>
        </pc:spChg>
        <pc:spChg chg="mod">
          <ac:chgData name="Ronan Ogor" userId="473d6ea9-be06-4609-b78d-125cc115ecf4" providerId="ADAL" clId="{5D582920-844C-4F4C-89C7-A2DE3BBEB8B3}" dt="2025-06-29T07:22:52.730" v="1076" actId="14100"/>
          <ac:spMkLst>
            <pc:docMk/>
            <pc:sldMk cId="1765861023" sldId="4780"/>
            <ac:spMk id="5" creationId="{83362D11-B36D-67ED-B194-B2EED06E7983}"/>
          </ac:spMkLst>
        </pc:spChg>
        <pc:spChg chg="del">
          <ac:chgData name="Ronan Ogor" userId="473d6ea9-be06-4609-b78d-125cc115ecf4" providerId="ADAL" clId="{5D582920-844C-4F4C-89C7-A2DE3BBEB8B3}" dt="2025-06-29T07:22:11.591" v="1062" actId="478"/>
          <ac:spMkLst>
            <pc:docMk/>
            <pc:sldMk cId="1765861023" sldId="4780"/>
            <ac:spMk id="6" creationId="{B92D457C-1E22-448E-8F55-D76587C09214}"/>
          </ac:spMkLst>
        </pc:spChg>
        <pc:spChg chg="del">
          <ac:chgData name="Ronan Ogor" userId="473d6ea9-be06-4609-b78d-125cc115ecf4" providerId="ADAL" clId="{5D582920-844C-4F4C-89C7-A2DE3BBEB8B3}" dt="2025-06-29T07:21:58.655" v="1058" actId="478"/>
          <ac:spMkLst>
            <pc:docMk/>
            <pc:sldMk cId="1765861023" sldId="4780"/>
            <ac:spMk id="7" creationId="{C115064D-DB7C-444D-5BE0-4A688BBF7D76}"/>
          </ac:spMkLst>
        </pc:spChg>
        <pc:spChg chg="del mod">
          <ac:chgData name="Ronan Ogor" userId="473d6ea9-be06-4609-b78d-125cc115ecf4" providerId="ADAL" clId="{5D582920-844C-4F4C-89C7-A2DE3BBEB8B3}" dt="2025-06-29T07:22:32.366" v="1071" actId="478"/>
          <ac:spMkLst>
            <pc:docMk/>
            <pc:sldMk cId="1765861023" sldId="4780"/>
            <ac:spMk id="8" creationId="{14E53D70-3CC7-4938-9433-4CEB50724300}"/>
          </ac:spMkLst>
        </pc:spChg>
        <pc:spChg chg="del">
          <ac:chgData name="Ronan Ogor" userId="473d6ea9-be06-4609-b78d-125cc115ecf4" providerId="ADAL" clId="{5D582920-844C-4F4C-89C7-A2DE3BBEB8B3}" dt="2025-06-29T07:22:22.451" v="1065" actId="478"/>
          <ac:spMkLst>
            <pc:docMk/>
            <pc:sldMk cId="1765861023" sldId="4780"/>
            <ac:spMk id="9" creationId="{C82A85EB-D40D-8C70-6397-B02147FE8054}"/>
          </ac:spMkLst>
        </pc:spChg>
        <pc:spChg chg="del">
          <ac:chgData name="Ronan Ogor" userId="473d6ea9-be06-4609-b78d-125cc115ecf4" providerId="ADAL" clId="{5D582920-844C-4F4C-89C7-A2DE3BBEB8B3}" dt="2025-06-29T07:22:22.451" v="1065" actId="478"/>
          <ac:spMkLst>
            <pc:docMk/>
            <pc:sldMk cId="1765861023" sldId="4780"/>
            <ac:spMk id="10" creationId="{F8035E5A-D9FB-7AA5-BA1E-3B496BC51028}"/>
          </ac:spMkLst>
        </pc:spChg>
        <pc:spChg chg="mod">
          <ac:chgData name="Ronan Ogor" userId="473d6ea9-be06-4609-b78d-125cc115ecf4" providerId="ADAL" clId="{5D582920-844C-4F4C-89C7-A2DE3BBEB8B3}" dt="2025-06-29T07:22:56.502" v="1077" actId="1076"/>
          <ac:spMkLst>
            <pc:docMk/>
            <pc:sldMk cId="1765861023" sldId="4780"/>
            <ac:spMk id="11" creationId="{25CADBC1-461A-35E8-5154-0F5E2742DD99}"/>
          </ac:spMkLst>
        </pc:spChg>
        <pc:spChg chg="add mod">
          <ac:chgData name="Ronan Ogor" userId="473d6ea9-be06-4609-b78d-125cc115ecf4" providerId="ADAL" clId="{5D582920-844C-4F4C-89C7-A2DE3BBEB8B3}" dt="2025-06-29T07:24:24.230" v="1115" actId="1076"/>
          <ac:spMkLst>
            <pc:docMk/>
            <pc:sldMk cId="1765861023" sldId="4780"/>
            <ac:spMk id="16" creationId="{3CDCF721-11A0-D79D-C031-ABBE5A4E166A}"/>
          </ac:spMkLst>
        </pc:spChg>
      </pc:sldChg>
      <pc:sldChg chg="addSp delSp modSp add mod ord">
        <pc:chgData name="Ronan Ogor" userId="473d6ea9-be06-4609-b78d-125cc115ecf4" providerId="ADAL" clId="{5D582920-844C-4F4C-89C7-A2DE3BBEB8B3}" dt="2025-06-29T07:24:20.990" v="1113" actId="21"/>
        <pc:sldMkLst>
          <pc:docMk/>
          <pc:sldMk cId="2374900990" sldId="4781"/>
        </pc:sldMkLst>
        <pc:spChg chg="del">
          <ac:chgData name="Ronan Ogor" userId="473d6ea9-be06-4609-b78d-125cc115ecf4" providerId="ADAL" clId="{5D582920-844C-4F4C-89C7-A2DE3BBEB8B3}" dt="2025-06-29T07:23:10.700" v="1080" actId="478"/>
          <ac:spMkLst>
            <pc:docMk/>
            <pc:sldMk cId="2374900990" sldId="4781"/>
            <ac:spMk id="3" creationId="{DF38DDFE-3A31-9424-B59E-745B5285EC1D}"/>
          </ac:spMkLst>
        </pc:spChg>
        <pc:spChg chg="add mod">
          <ac:chgData name="Ronan Ogor" userId="473d6ea9-be06-4609-b78d-125cc115ecf4" providerId="ADAL" clId="{5D582920-844C-4F4C-89C7-A2DE3BBEB8B3}" dt="2025-06-29T07:23:01.837" v="1079"/>
          <ac:spMkLst>
            <pc:docMk/>
            <pc:sldMk cId="2374900990" sldId="4781"/>
            <ac:spMk id="4" creationId="{D8D1E805-262E-0207-4780-19C5ACA7565E}"/>
          </ac:spMkLst>
        </pc:spChg>
        <pc:spChg chg="mod">
          <ac:chgData name="Ronan Ogor" userId="473d6ea9-be06-4609-b78d-125cc115ecf4" providerId="ADAL" clId="{5D582920-844C-4F4C-89C7-A2DE3BBEB8B3}" dt="2025-06-29T07:23:58.817" v="1106" actId="207"/>
          <ac:spMkLst>
            <pc:docMk/>
            <pc:sldMk cId="2374900990" sldId="4781"/>
            <ac:spMk id="5" creationId="{DFF5E4ED-D142-71A4-6E9B-A4CF9555DDBD}"/>
          </ac:spMkLst>
        </pc:spChg>
        <pc:spChg chg="add mod">
          <ac:chgData name="Ronan Ogor" userId="473d6ea9-be06-4609-b78d-125cc115ecf4" providerId="ADAL" clId="{5D582920-844C-4F4C-89C7-A2DE3BBEB8B3}" dt="2025-06-29T07:23:14.654" v="1081" actId="1076"/>
          <ac:spMkLst>
            <pc:docMk/>
            <pc:sldMk cId="2374900990" sldId="4781"/>
            <ac:spMk id="6" creationId="{3BD772C7-0C74-7507-AC28-D10912879F64}"/>
          </ac:spMkLst>
        </pc:spChg>
        <pc:spChg chg="add mod">
          <ac:chgData name="Ronan Ogor" userId="473d6ea9-be06-4609-b78d-125cc115ecf4" providerId="ADAL" clId="{5D582920-844C-4F4C-89C7-A2DE3BBEB8B3}" dt="2025-06-29T07:23:54.670" v="1105" actId="1076"/>
          <ac:spMkLst>
            <pc:docMk/>
            <pc:sldMk cId="2374900990" sldId="4781"/>
            <ac:spMk id="8" creationId="{F14F59DA-92C9-0BF6-FA26-824DAB5B5353}"/>
          </ac:spMkLst>
        </pc:spChg>
        <pc:spChg chg="add del mod">
          <ac:chgData name="Ronan Ogor" userId="473d6ea9-be06-4609-b78d-125cc115ecf4" providerId="ADAL" clId="{5D582920-844C-4F4C-89C7-A2DE3BBEB8B3}" dt="2025-06-29T07:24:20.990" v="1113" actId="21"/>
          <ac:spMkLst>
            <pc:docMk/>
            <pc:sldMk cId="2374900990" sldId="4781"/>
            <ac:spMk id="16" creationId="{3CDCF721-11A0-D79D-C031-ABBE5A4E166A}"/>
          </ac:spMkLst>
        </pc:spChg>
        <pc:cxnChg chg="add mod">
          <ac:chgData name="Ronan Ogor" userId="473d6ea9-be06-4609-b78d-125cc115ecf4" providerId="ADAL" clId="{5D582920-844C-4F4C-89C7-A2DE3BBEB8B3}" dt="2025-06-29T07:23:52.136" v="1104" actId="14100"/>
          <ac:cxnSpMkLst>
            <pc:docMk/>
            <pc:sldMk cId="2374900990" sldId="4781"/>
            <ac:cxnSpMk id="7" creationId="{E3C2512E-7DED-4083-A088-D5E703C6E07C}"/>
          </ac:cxnSpMkLst>
        </pc:cxnChg>
      </pc:sldChg>
      <pc:sldChg chg="addSp delSp modSp add mod">
        <pc:chgData name="Ronan Ogor" userId="473d6ea9-be06-4609-b78d-125cc115ecf4" providerId="ADAL" clId="{5D582920-844C-4F4C-89C7-A2DE3BBEB8B3}" dt="2025-06-29T10:48:52.336" v="3593"/>
        <pc:sldMkLst>
          <pc:docMk/>
          <pc:sldMk cId="120292561" sldId="4782"/>
        </pc:sldMkLst>
        <pc:spChg chg="del">
          <ac:chgData name="Ronan Ogor" userId="473d6ea9-be06-4609-b78d-125cc115ecf4" providerId="ADAL" clId="{5D582920-844C-4F4C-89C7-A2DE3BBEB8B3}" dt="2025-06-29T10:48:52.158" v="3592" actId="478"/>
          <ac:spMkLst>
            <pc:docMk/>
            <pc:sldMk cId="120292561" sldId="4782"/>
            <ac:spMk id="2" creationId="{AFF6FF3C-464A-072B-7D30-EC2C1B0399C9}"/>
          </ac:spMkLst>
        </pc:spChg>
        <pc:spChg chg="mod">
          <ac:chgData name="Ronan Ogor" userId="473d6ea9-be06-4609-b78d-125cc115ecf4" providerId="ADAL" clId="{5D582920-844C-4F4C-89C7-A2DE3BBEB8B3}" dt="2025-06-29T07:38:25.038" v="1488" actId="1076"/>
          <ac:spMkLst>
            <pc:docMk/>
            <pc:sldMk cId="120292561" sldId="4782"/>
            <ac:spMk id="3" creationId="{5CF91B3C-EE7E-7021-FCF5-D20C8568E592}"/>
          </ac:spMkLst>
        </pc:spChg>
        <pc:spChg chg="mod">
          <ac:chgData name="Ronan Ogor" userId="473d6ea9-be06-4609-b78d-125cc115ecf4" providerId="ADAL" clId="{5D582920-844C-4F4C-89C7-A2DE3BBEB8B3}" dt="2025-06-29T07:38:28.774" v="1489" actId="113"/>
          <ac:spMkLst>
            <pc:docMk/>
            <pc:sldMk cId="120292561" sldId="4782"/>
            <ac:spMk id="4" creationId="{DACE8FAC-C751-6074-2B04-EC11B4614AFA}"/>
          </ac:spMkLst>
        </pc:spChg>
        <pc:spChg chg="add mod">
          <ac:chgData name="Ronan Ogor" userId="473d6ea9-be06-4609-b78d-125cc115ecf4" providerId="ADAL" clId="{5D582920-844C-4F4C-89C7-A2DE3BBEB8B3}" dt="2025-06-29T07:39:14.539" v="1520" actId="1076"/>
          <ac:spMkLst>
            <pc:docMk/>
            <pc:sldMk cId="120292561" sldId="4782"/>
            <ac:spMk id="5" creationId="{4D7DCCD2-5A4C-AB13-F9F9-E885EDA5FA60}"/>
          </ac:spMkLst>
        </pc:spChg>
        <pc:spChg chg="add mod">
          <ac:chgData name="Ronan Ogor" userId="473d6ea9-be06-4609-b78d-125cc115ecf4" providerId="ADAL" clId="{5D582920-844C-4F4C-89C7-A2DE3BBEB8B3}" dt="2025-06-29T10:48:52.336" v="3593"/>
          <ac:spMkLst>
            <pc:docMk/>
            <pc:sldMk cId="120292561" sldId="4782"/>
            <ac:spMk id="6" creationId="{C38D03F2-612E-7C2E-1EDB-4A3F736B8756}"/>
          </ac:spMkLst>
        </pc:spChg>
        <pc:spChg chg="mod">
          <ac:chgData name="Ronan Ogor" userId="473d6ea9-be06-4609-b78d-125cc115ecf4" providerId="ADAL" clId="{5D582920-844C-4F4C-89C7-A2DE3BBEB8B3}" dt="2025-06-29T08:10:25.002" v="1674" actId="20577"/>
          <ac:spMkLst>
            <pc:docMk/>
            <pc:sldMk cId="120292561" sldId="4782"/>
            <ac:spMk id="9" creationId="{59EBAB91-DE3B-757B-06A8-153B5BDE1016}"/>
          </ac:spMkLst>
        </pc:spChg>
        <pc:spChg chg="del mod">
          <ac:chgData name="Ronan Ogor" userId="473d6ea9-be06-4609-b78d-125cc115ecf4" providerId="ADAL" clId="{5D582920-844C-4F4C-89C7-A2DE3BBEB8B3}" dt="2025-06-29T07:39:10.797" v="1519" actId="478"/>
          <ac:spMkLst>
            <pc:docMk/>
            <pc:sldMk cId="120292561" sldId="4782"/>
            <ac:spMk id="10" creationId="{2328E0EB-0894-03C7-0DEE-234B20986758}"/>
          </ac:spMkLst>
        </pc:spChg>
        <pc:spChg chg="mod">
          <ac:chgData name="Ronan Ogor" userId="473d6ea9-be06-4609-b78d-125cc115ecf4" providerId="ADAL" clId="{5D582920-844C-4F4C-89C7-A2DE3BBEB8B3}" dt="2025-06-29T07:42:22.435" v="1666" actId="1076"/>
          <ac:spMkLst>
            <pc:docMk/>
            <pc:sldMk cId="120292561" sldId="4782"/>
            <ac:spMk id="11" creationId="{F3CB10A6-5A21-5F33-6A49-E2B62E9D1D8E}"/>
          </ac:spMkLst>
        </pc:spChg>
        <pc:spChg chg="add mod">
          <ac:chgData name="Ronan Ogor" userId="473d6ea9-be06-4609-b78d-125cc115ecf4" providerId="ADAL" clId="{5D582920-844C-4F4C-89C7-A2DE3BBEB8B3}" dt="2025-06-29T07:41:32.054" v="1647" actId="1076"/>
          <ac:spMkLst>
            <pc:docMk/>
            <pc:sldMk cId="120292561" sldId="4782"/>
            <ac:spMk id="12" creationId="{C267C8E0-B6AD-EB2D-68DE-8E96838C38AD}"/>
          </ac:spMkLst>
        </pc:spChg>
        <pc:spChg chg="del mod">
          <ac:chgData name="Ronan Ogor" userId="473d6ea9-be06-4609-b78d-125cc115ecf4" providerId="ADAL" clId="{5D582920-844C-4F4C-89C7-A2DE3BBEB8B3}" dt="2025-06-29T08:12:28.676" v="1740" actId="478"/>
          <ac:spMkLst>
            <pc:docMk/>
            <pc:sldMk cId="120292561" sldId="4782"/>
            <ac:spMk id="13" creationId="{F94D1398-A5B3-4E7E-C549-384D864AFF89}"/>
          </ac:spMkLst>
        </pc:spChg>
        <pc:spChg chg="mod">
          <ac:chgData name="Ronan Ogor" userId="473d6ea9-be06-4609-b78d-125cc115ecf4" providerId="ADAL" clId="{5D582920-844C-4F4C-89C7-A2DE3BBEB8B3}" dt="2025-06-29T07:41:44.765" v="1661" actId="20577"/>
          <ac:spMkLst>
            <pc:docMk/>
            <pc:sldMk cId="120292561" sldId="4782"/>
            <ac:spMk id="15" creationId="{7B5D0CA2-8D6B-6B32-A849-128B3EE9D41D}"/>
          </ac:spMkLst>
        </pc:spChg>
        <pc:spChg chg="add mod">
          <ac:chgData name="Ronan Ogor" userId="473d6ea9-be06-4609-b78d-125cc115ecf4" providerId="ADAL" clId="{5D582920-844C-4F4C-89C7-A2DE3BBEB8B3}" dt="2025-06-29T07:42:22.435" v="1666" actId="1076"/>
          <ac:spMkLst>
            <pc:docMk/>
            <pc:sldMk cId="120292561" sldId="4782"/>
            <ac:spMk id="20" creationId="{E6D26F39-6B49-9157-EFD4-7A324F5C05D5}"/>
          </ac:spMkLst>
        </pc:spChg>
        <pc:spChg chg="add mod">
          <ac:chgData name="Ronan Ogor" userId="473d6ea9-be06-4609-b78d-125cc115ecf4" providerId="ADAL" clId="{5D582920-844C-4F4C-89C7-A2DE3BBEB8B3}" dt="2025-06-29T08:12:19.371" v="1739" actId="20577"/>
          <ac:spMkLst>
            <pc:docMk/>
            <pc:sldMk cId="120292561" sldId="4782"/>
            <ac:spMk id="23" creationId="{862BB11B-C22C-4E08-1F38-4C5E1477D189}"/>
          </ac:spMkLst>
        </pc:spChg>
        <pc:picChg chg="add mod">
          <ac:chgData name="Ronan Ogor" userId="473d6ea9-be06-4609-b78d-125cc115ecf4" providerId="ADAL" clId="{5D582920-844C-4F4C-89C7-A2DE3BBEB8B3}" dt="2025-06-29T08:11:29.838" v="1681" actId="1076"/>
          <ac:picMkLst>
            <pc:docMk/>
            <pc:sldMk cId="120292561" sldId="4782"/>
            <ac:picMk id="21" creationId="{46425FB6-EA1B-CD27-2E69-98B2CAA109B8}"/>
          </ac:picMkLst>
        </pc:picChg>
        <pc:cxnChg chg="add mod">
          <ac:chgData name="Ronan Ogor" userId="473d6ea9-be06-4609-b78d-125cc115ecf4" providerId="ADAL" clId="{5D582920-844C-4F4C-89C7-A2DE3BBEB8B3}" dt="2025-06-29T07:41:29.417" v="1646" actId="14100"/>
          <ac:cxnSpMkLst>
            <pc:docMk/>
            <pc:sldMk cId="120292561" sldId="4782"/>
            <ac:cxnSpMk id="7" creationId="{D7D3DF36-9283-9490-E091-DCC2A3B9120E}"/>
          </ac:cxnSpMkLst>
        </pc:cxnChg>
        <pc:cxnChg chg="mod">
          <ac:chgData name="Ronan Ogor" userId="473d6ea9-be06-4609-b78d-125cc115ecf4" providerId="ADAL" clId="{5D582920-844C-4F4C-89C7-A2DE3BBEB8B3}" dt="2025-06-29T07:41:47.888" v="1662" actId="14100"/>
          <ac:cxnSpMkLst>
            <pc:docMk/>
            <pc:sldMk cId="120292561" sldId="4782"/>
            <ac:cxnSpMk id="14" creationId="{10A42078-51FA-2103-348F-57E493C10567}"/>
          </ac:cxnSpMkLst>
        </pc:cxnChg>
        <pc:cxnChg chg="add mod">
          <ac:chgData name="Ronan Ogor" userId="473d6ea9-be06-4609-b78d-125cc115ecf4" providerId="ADAL" clId="{5D582920-844C-4F4C-89C7-A2DE3BBEB8B3}" dt="2025-06-29T08:11:32.931" v="1683" actId="14100"/>
          <ac:cxnSpMkLst>
            <pc:docMk/>
            <pc:sldMk cId="120292561" sldId="4782"/>
            <ac:cxnSpMk id="22" creationId="{589A31F3-8911-9DCD-0FF9-0EE29312CA27}"/>
          </ac:cxnSpMkLst>
        </pc:cxnChg>
      </pc:sldChg>
      <pc:sldChg chg="addSp delSp modSp add mod">
        <pc:chgData name="Ronan Ogor" userId="473d6ea9-be06-4609-b78d-125cc115ecf4" providerId="ADAL" clId="{5D582920-844C-4F4C-89C7-A2DE3BBEB8B3}" dt="2025-06-29T10:02:17.809" v="2662" actId="207"/>
        <pc:sldMkLst>
          <pc:docMk/>
          <pc:sldMk cId="544456021" sldId="4783"/>
        </pc:sldMkLst>
        <pc:spChg chg="add mod">
          <ac:chgData name="Ronan Ogor" userId="473d6ea9-be06-4609-b78d-125cc115ecf4" providerId="ADAL" clId="{5D582920-844C-4F4C-89C7-A2DE3BBEB8B3}" dt="2025-06-29T10:02:17.809" v="2662" actId="207"/>
          <ac:spMkLst>
            <pc:docMk/>
            <pc:sldMk cId="544456021" sldId="4783"/>
            <ac:spMk id="2" creationId="{FC881964-4B1F-EF82-A937-A5F36E30F2CC}"/>
          </ac:spMkLst>
        </pc:spChg>
        <pc:spChg chg="add del mod">
          <ac:chgData name="Ronan Ogor" userId="473d6ea9-be06-4609-b78d-125cc115ecf4" providerId="ADAL" clId="{5D582920-844C-4F4C-89C7-A2DE3BBEB8B3}" dt="2025-06-29T10:01:19.094" v="2650" actId="478"/>
          <ac:spMkLst>
            <pc:docMk/>
            <pc:sldMk cId="544456021" sldId="4783"/>
            <ac:spMk id="4" creationId="{5B78629B-3F5A-BA71-4CDA-3EA18DF6150E}"/>
          </ac:spMkLst>
        </pc:spChg>
        <pc:spChg chg="add mod">
          <ac:chgData name="Ronan Ogor" userId="473d6ea9-be06-4609-b78d-125cc115ecf4" providerId="ADAL" clId="{5D582920-844C-4F4C-89C7-A2DE3BBEB8B3}" dt="2025-06-29T09:59:41.064" v="2631" actId="1076"/>
          <ac:spMkLst>
            <pc:docMk/>
            <pc:sldMk cId="544456021" sldId="4783"/>
            <ac:spMk id="7" creationId="{C7DE42E7-1BDF-5460-1782-B6CE1B7A7BA3}"/>
          </ac:spMkLst>
        </pc:spChg>
        <pc:spChg chg="add mod">
          <ac:chgData name="Ronan Ogor" userId="473d6ea9-be06-4609-b78d-125cc115ecf4" providerId="ADAL" clId="{5D582920-844C-4F4C-89C7-A2DE3BBEB8B3}" dt="2025-06-29T09:42:42.204" v="2246" actId="20577"/>
          <ac:spMkLst>
            <pc:docMk/>
            <pc:sldMk cId="544456021" sldId="4783"/>
            <ac:spMk id="10" creationId="{48EECFCE-6CA8-7786-4E59-8FE0B39904E1}"/>
          </ac:spMkLst>
        </pc:spChg>
        <pc:spChg chg="add mod">
          <ac:chgData name="Ronan Ogor" userId="473d6ea9-be06-4609-b78d-125cc115ecf4" providerId="ADAL" clId="{5D582920-844C-4F4C-89C7-A2DE3BBEB8B3}" dt="2025-06-29T10:00:44.441" v="2632" actId="14100"/>
          <ac:spMkLst>
            <pc:docMk/>
            <pc:sldMk cId="544456021" sldId="4783"/>
            <ac:spMk id="11" creationId="{AB953110-0666-FC4E-5B17-C48ADAD6D4B6}"/>
          </ac:spMkLst>
        </pc:spChg>
        <pc:spChg chg="add mod">
          <ac:chgData name="Ronan Ogor" userId="473d6ea9-be06-4609-b78d-125cc115ecf4" providerId="ADAL" clId="{5D582920-844C-4F4C-89C7-A2DE3BBEB8B3}" dt="2025-06-29T09:54:49.313" v="2487" actId="1076"/>
          <ac:spMkLst>
            <pc:docMk/>
            <pc:sldMk cId="544456021" sldId="4783"/>
            <ac:spMk id="12" creationId="{138D86C9-8619-D812-3D7A-A2099473A55D}"/>
          </ac:spMkLst>
        </pc:spChg>
        <pc:spChg chg="add mod">
          <ac:chgData name="Ronan Ogor" userId="473d6ea9-be06-4609-b78d-125cc115ecf4" providerId="ADAL" clId="{5D582920-844C-4F4C-89C7-A2DE3BBEB8B3}" dt="2025-06-29T10:01:49.043" v="2652" actId="207"/>
          <ac:spMkLst>
            <pc:docMk/>
            <pc:sldMk cId="544456021" sldId="4783"/>
            <ac:spMk id="15" creationId="{C11F01D1-8DBB-A04B-0E2E-8BAE3CE26171}"/>
          </ac:spMkLst>
        </pc:spChg>
        <pc:spChg chg="add mod">
          <ac:chgData name="Ronan Ogor" userId="473d6ea9-be06-4609-b78d-125cc115ecf4" providerId="ADAL" clId="{5D582920-844C-4F4C-89C7-A2DE3BBEB8B3}" dt="2025-06-29T09:59:41.064" v="2631" actId="1076"/>
          <ac:spMkLst>
            <pc:docMk/>
            <pc:sldMk cId="544456021" sldId="4783"/>
            <ac:spMk id="16" creationId="{160F7868-1A0B-6421-B36F-D2057F3BE6EB}"/>
          </ac:spMkLst>
        </pc:spChg>
        <pc:spChg chg="add mod">
          <ac:chgData name="Ronan Ogor" userId="473d6ea9-be06-4609-b78d-125cc115ecf4" providerId="ADAL" clId="{5D582920-844C-4F4C-89C7-A2DE3BBEB8B3}" dt="2025-06-29T10:01:57.600" v="2655" actId="113"/>
          <ac:spMkLst>
            <pc:docMk/>
            <pc:sldMk cId="544456021" sldId="4783"/>
            <ac:spMk id="17" creationId="{1DE29036-7478-64C2-8A3A-209B406FA863}"/>
          </ac:spMkLst>
        </pc:spChg>
        <pc:spChg chg="add del mod">
          <ac:chgData name="Ronan Ogor" userId="473d6ea9-be06-4609-b78d-125cc115ecf4" providerId="ADAL" clId="{5D582920-844C-4F4C-89C7-A2DE3BBEB8B3}" dt="2025-06-29T10:01:19.094" v="2650" actId="478"/>
          <ac:spMkLst>
            <pc:docMk/>
            <pc:sldMk cId="544456021" sldId="4783"/>
            <ac:spMk id="20" creationId="{8F4E2CCC-2592-A0EC-772A-DAB914614EA7}"/>
          </ac:spMkLst>
        </pc:spChg>
        <pc:spChg chg="add mod">
          <ac:chgData name="Ronan Ogor" userId="473d6ea9-be06-4609-b78d-125cc115ecf4" providerId="ADAL" clId="{5D582920-844C-4F4C-89C7-A2DE3BBEB8B3}" dt="2025-06-29T09:59:41.064" v="2631" actId="1076"/>
          <ac:spMkLst>
            <pc:docMk/>
            <pc:sldMk cId="544456021" sldId="4783"/>
            <ac:spMk id="21" creationId="{E210E942-3C50-E41B-7559-2E64D4A317FE}"/>
          </ac:spMkLst>
        </pc:spChg>
        <pc:spChg chg="add mod">
          <ac:chgData name="Ronan Ogor" userId="473d6ea9-be06-4609-b78d-125cc115ecf4" providerId="ADAL" clId="{5D582920-844C-4F4C-89C7-A2DE3BBEB8B3}" dt="2025-06-29T09:59:41.064" v="2631" actId="1076"/>
          <ac:spMkLst>
            <pc:docMk/>
            <pc:sldMk cId="544456021" sldId="4783"/>
            <ac:spMk id="22" creationId="{3AF81C6F-D814-390E-3D4C-BC2EA8D61EAF}"/>
          </ac:spMkLst>
        </pc:spChg>
        <pc:spChg chg="add mod">
          <ac:chgData name="Ronan Ogor" userId="473d6ea9-be06-4609-b78d-125cc115ecf4" providerId="ADAL" clId="{5D582920-844C-4F4C-89C7-A2DE3BBEB8B3}" dt="2025-06-29T09:59:41.064" v="2631" actId="1076"/>
          <ac:spMkLst>
            <pc:docMk/>
            <pc:sldMk cId="544456021" sldId="4783"/>
            <ac:spMk id="24" creationId="{3D7D359B-8786-49EB-B0C4-F694DA0CEEC2}"/>
          </ac:spMkLst>
        </pc:spChg>
        <pc:spChg chg="add mod">
          <ac:chgData name="Ronan Ogor" userId="473d6ea9-be06-4609-b78d-125cc115ecf4" providerId="ADAL" clId="{5D582920-844C-4F4C-89C7-A2DE3BBEB8B3}" dt="2025-06-29T10:02:10.739" v="2661" actId="1076"/>
          <ac:spMkLst>
            <pc:docMk/>
            <pc:sldMk cId="544456021" sldId="4783"/>
            <ac:spMk id="26" creationId="{3F44566E-667F-37CF-EBD9-A6420B442387}"/>
          </ac:spMkLst>
        </pc:spChg>
        <pc:spChg chg="add mod">
          <ac:chgData name="Ronan Ogor" userId="473d6ea9-be06-4609-b78d-125cc115ecf4" providerId="ADAL" clId="{5D582920-844C-4F4C-89C7-A2DE3BBEB8B3}" dt="2025-06-29T10:01:11.619" v="2648" actId="1076"/>
          <ac:spMkLst>
            <pc:docMk/>
            <pc:sldMk cId="544456021" sldId="4783"/>
            <ac:spMk id="29" creationId="{DF87201C-0B78-5FE0-01C0-2310AC790C87}"/>
          </ac:spMkLst>
        </pc:spChg>
        <pc:picChg chg="add mod">
          <ac:chgData name="Ronan Ogor" userId="473d6ea9-be06-4609-b78d-125cc115ecf4" providerId="ADAL" clId="{5D582920-844C-4F4C-89C7-A2DE3BBEB8B3}" dt="2025-06-29T09:42:39.599" v="2245"/>
          <ac:picMkLst>
            <pc:docMk/>
            <pc:sldMk cId="544456021" sldId="4783"/>
            <ac:picMk id="8" creationId="{12B63A3F-7D6E-4AAB-F9A5-942BEB43BE30}"/>
          </ac:picMkLst>
        </pc:picChg>
        <pc:picChg chg="add mod">
          <ac:chgData name="Ronan Ogor" userId="473d6ea9-be06-4609-b78d-125cc115ecf4" providerId="ADAL" clId="{5D582920-844C-4F4C-89C7-A2DE3BBEB8B3}" dt="2025-06-29T09:42:39.599" v="2245"/>
          <ac:picMkLst>
            <pc:docMk/>
            <pc:sldMk cId="544456021" sldId="4783"/>
            <ac:picMk id="9" creationId="{F117B91F-5993-E85D-AA3A-48242D75C219}"/>
          </ac:picMkLst>
        </pc:picChg>
        <pc:cxnChg chg="add mod">
          <ac:chgData name="Ronan Ogor" userId="473d6ea9-be06-4609-b78d-125cc115ecf4" providerId="ADAL" clId="{5D582920-844C-4F4C-89C7-A2DE3BBEB8B3}" dt="2025-06-29T09:59:41.064" v="2631" actId="1076"/>
          <ac:cxnSpMkLst>
            <pc:docMk/>
            <pc:sldMk cId="544456021" sldId="4783"/>
            <ac:cxnSpMk id="3" creationId="{CECEF221-615E-A9AA-7A4B-AD7DC9F4A044}"/>
          </ac:cxnSpMkLst>
        </pc:cxnChg>
        <pc:cxnChg chg="add del mod">
          <ac:chgData name="Ronan Ogor" userId="473d6ea9-be06-4609-b78d-125cc115ecf4" providerId="ADAL" clId="{5D582920-844C-4F4C-89C7-A2DE3BBEB8B3}" dt="2025-06-29T10:01:19.094" v="2650" actId="478"/>
          <ac:cxnSpMkLst>
            <pc:docMk/>
            <pc:sldMk cId="544456021" sldId="4783"/>
            <ac:cxnSpMk id="6" creationId="{C48D17C5-92BD-1689-DF62-1EE96F2ED87B}"/>
          </ac:cxnSpMkLst>
        </pc:cxnChg>
        <pc:cxnChg chg="add mod">
          <ac:chgData name="Ronan Ogor" userId="473d6ea9-be06-4609-b78d-125cc115ecf4" providerId="ADAL" clId="{5D582920-844C-4F4C-89C7-A2DE3BBEB8B3}" dt="2025-06-29T10:02:01.310" v="2656" actId="1076"/>
          <ac:cxnSpMkLst>
            <pc:docMk/>
            <pc:sldMk cId="544456021" sldId="4783"/>
            <ac:cxnSpMk id="13" creationId="{8453FB17-5EF5-66A4-0CAE-5256302AED60}"/>
          </ac:cxnSpMkLst>
        </pc:cxnChg>
        <pc:cxnChg chg="add del mod">
          <ac:chgData name="Ronan Ogor" userId="473d6ea9-be06-4609-b78d-125cc115ecf4" providerId="ADAL" clId="{5D582920-844C-4F4C-89C7-A2DE3BBEB8B3}" dt="2025-06-29T10:01:19.094" v="2650" actId="478"/>
          <ac:cxnSpMkLst>
            <pc:docMk/>
            <pc:sldMk cId="544456021" sldId="4783"/>
            <ac:cxnSpMk id="19" creationId="{02427CBE-C36D-8958-5973-0EDF2960AA8F}"/>
          </ac:cxnSpMkLst>
        </pc:cxnChg>
        <pc:cxnChg chg="add mod">
          <ac:chgData name="Ronan Ogor" userId="473d6ea9-be06-4609-b78d-125cc115ecf4" providerId="ADAL" clId="{5D582920-844C-4F4C-89C7-A2DE3BBEB8B3}" dt="2025-06-29T09:58:42.868" v="2576" actId="571"/>
          <ac:cxnSpMkLst>
            <pc:docMk/>
            <pc:sldMk cId="544456021" sldId="4783"/>
            <ac:cxnSpMk id="25" creationId="{BEB582DA-081D-63E7-D2D5-E5B5BE7D5A8F}"/>
          </ac:cxnSpMkLst>
        </pc:cxnChg>
      </pc:sldChg>
      <pc:sldChg chg="add del ord">
        <pc:chgData name="Ronan Ogor" userId="473d6ea9-be06-4609-b78d-125cc115ecf4" providerId="ADAL" clId="{5D582920-844C-4F4C-89C7-A2DE3BBEB8B3}" dt="2025-06-29T10:10:21.307" v="2689" actId="47"/>
        <pc:sldMkLst>
          <pc:docMk/>
          <pc:sldMk cId="85008909" sldId="4784"/>
        </pc:sldMkLst>
      </pc:sldChg>
      <pc:sldChg chg="addSp delSp modSp add mod ord">
        <pc:chgData name="Ronan Ogor" userId="473d6ea9-be06-4609-b78d-125cc115ecf4" providerId="ADAL" clId="{5D582920-844C-4F4C-89C7-A2DE3BBEB8B3}" dt="2025-06-29T15:05:08.880" v="5744" actId="1076"/>
        <pc:sldMkLst>
          <pc:docMk/>
          <pc:sldMk cId="64631456" sldId="4785"/>
        </pc:sldMkLst>
        <pc:spChg chg="add del mod">
          <ac:chgData name="Ronan Ogor" userId="473d6ea9-be06-4609-b78d-125cc115ecf4" providerId="ADAL" clId="{5D582920-844C-4F4C-89C7-A2DE3BBEB8B3}" dt="2025-06-29T11:24:40.643" v="4241" actId="478"/>
          <ac:spMkLst>
            <pc:docMk/>
            <pc:sldMk cId="64631456" sldId="4785"/>
            <ac:spMk id="2" creationId="{D0FFF2CC-3628-48A3-8A6D-B3A0C8FAE021}"/>
          </ac:spMkLst>
        </pc:spChg>
        <pc:spChg chg="add mod">
          <ac:chgData name="Ronan Ogor" userId="473d6ea9-be06-4609-b78d-125cc115ecf4" providerId="ADAL" clId="{5D582920-844C-4F4C-89C7-A2DE3BBEB8B3}" dt="2025-06-29T11:30:27.629" v="4442" actId="1076"/>
          <ac:spMkLst>
            <pc:docMk/>
            <pc:sldMk cId="64631456" sldId="4785"/>
            <ac:spMk id="3" creationId="{F34E8DCE-9F9C-A0C8-C4B4-A08C224F9982}"/>
          </ac:spMkLst>
        </pc:spChg>
        <pc:spChg chg="add del mod">
          <ac:chgData name="Ronan Ogor" userId="473d6ea9-be06-4609-b78d-125cc115ecf4" providerId="ADAL" clId="{5D582920-844C-4F4C-89C7-A2DE3BBEB8B3}" dt="2025-06-29T11:23:59.711" v="4172" actId="478"/>
          <ac:spMkLst>
            <pc:docMk/>
            <pc:sldMk cId="64631456" sldId="4785"/>
            <ac:spMk id="4" creationId="{3A36FD20-8365-04FA-E24A-2DBAC9CAC39B}"/>
          </ac:spMkLst>
        </pc:spChg>
        <pc:spChg chg="add mod">
          <ac:chgData name="Ronan Ogor" userId="473d6ea9-be06-4609-b78d-125cc115ecf4" providerId="ADAL" clId="{5D582920-844C-4F4C-89C7-A2DE3BBEB8B3}" dt="2025-06-29T15:02:17.284" v="5708"/>
          <ac:spMkLst>
            <pc:docMk/>
            <pc:sldMk cId="64631456" sldId="4785"/>
            <ac:spMk id="5" creationId="{A337F03C-8917-8BCE-88DC-A1524BFB807D}"/>
          </ac:spMkLst>
        </pc:spChg>
        <pc:spChg chg="add del mod">
          <ac:chgData name="Ronan Ogor" userId="473d6ea9-be06-4609-b78d-125cc115ecf4" providerId="ADAL" clId="{5D582920-844C-4F4C-89C7-A2DE3BBEB8B3}" dt="2025-06-29T11:30:23.809" v="4441" actId="478"/>
          <ac:spMkLst>
            <pc:docMk/>
            <pc:sldMk cId="64631456" sldId="4785"/>
            <ac:spMk id="7" creationId="{5E83F222-4BA6-1F35-6D62-BA59BF6C942F}"/>
          </ac:spMkLst>
        </pc:spChg>
        <pc:spChg chg="add del mod">
          <ac:chgData name="Ronan Ogor" userId="473d6ea9-be06-4609-b78d-125cc115ecf4" providerId="ADAL" clId="{5D582920-844C-4F4C-89C7-A2DE3BBEB8B3}" dt="2025-06-29T11:30:23.809" v="4441" actId="478"/>
          <ac:spMkLst>
            <pc:docMk/>
            <pc:sldMk cId="64631456" sldId="4785"/>
            <ac:spMk id="13" creationId="{A431D5AA-FD56-B066-AB6C-D290B702CA3D}"/>
          </ac:spMkLst>
        </pc:spChg>
        <pc:spChg chg="add del mod">
          <ac:chgData name="Ronan Ogor" userId="473d6ea9-be06-4609-b78d-125cc115ecf4" providerId="ADAL" clId="{5D582920-844C-4F4C-89C7-A2DE3BBEB8B3}" dt="2025-06-29T11:28:51.922" v="4383" actId="478"/>
          <ac:spMkLst>
            <pc:docMk/>
            <pc:sldMk cId="64631456" sldId="4785"/>
            <ac:spMk id="16" creationId="{6F0ED541-8102-3A83-A8D5-BF5DADAD5A0B}"/>
          </ac:spMkLst>
        </pc:spChg>
        <pc:spChg chg="add mod">
          <ac:chgData name="Ronan Ogor" userId="473d6ea9-be06-4609-b78d-125cc115ecf4" providerId="ADAL" clId="{5D582920-844C-4F4C-89C7-A2DE3BBEB8B3}" dt="2025-06-29T11:24:00.076" v="4173"/>
          <ac:spMkLst>
            <pc:docMk/>
            <pc:sldMk cId="64631456" sldId="4785"/>
            <ac:spMk id="17" creationId="{844AC781-EA15-3AE1-3EED-595AD900251A}"/>
          </ac:spMkLst>
        </pc:spChg>
        <pc:spChg chg="add mod">
          <ac:chgData name="Ronan Ogor" userId="473d6ea9-be06-4609-b78d-125cc115ecf4" providerId="ADAL" clId="{5D582920-844C-4F4C-89C7-A2DE3BBEB8B3}" dt="2025-06-29T11:24:00.076" v="4173"/>
          <ac:spMkLst>
            <pc:docMk/>
            <pc:sldMk cId="64631456" sldId="4785"/>
            <ac:spMk id="18" creationId="{414EB041-0223-4DC7-56A4-BD9E08A1CA2B}"/>
          </ac:spMkLst>
        </pc:spChg>
        <pc:spChg chg="add mod">
          <ac:chgData name="Ronan Ogor" userId="473d6ea9-be06-4609-b78d-125cc115ecf4" providerId="ADAL" clId="{5D582920-844C-4F4C-89C7-A2DE3BBEB8B3}" dt="2025-06-29T11:24:00.076" v="4173"/>
          <ac:spMkLst>
            <pc:docMk/>
            <pc:sldMk cId="64631456" sldId="4785"/>
            <ac:spMk id="19" creationId="{056A4151-7961-F0F4-31FC-1A29D97D0B0F}"/>
          </ac:spMkLst>
        </pc:spChg>
        <pc:spChg chg="add mod">
          <ac:chgData name="Ronan Ogor" userId="473d6ea9-be06-4609-b78d-125cc115ecf4" providerId="ADAL" clId="{5D582920-844C-4F4C-89C7-A2DE3BBEB8B3}" dt="2025-06-29T14:33:20.443" v="5243" actId="1076"/>
          <ac:spMkLst>
            <pc:docMk/>
            <pc:sldMk cId="64631456" sldId="4785"/>
            <ac:spMk id="20" creationId="{310433EB-F34A-1C71-65A8-39FE889B11A4}"/>
          </ac:spMkLst>
        </pc:spChg>
        <pc:spChg chg="add mod">
          <ac:chgData name="Ronan Ogor" userId="473d6ea9-be06-4609-b78d-125cc115ecf4" providerId="ADAL" clId="{5D582920-844C-4F4C-89C7-A2DE3BBEB8B3}" dt="2025-06-29T15:02:18.410" v="5709"/>
          <ac:spMkLst>
            <pc:docMk/>
            <pc:sldMk cId="64631456" sldId="4785"/>
            <ac:spMk id="21" creationId="{DC88F4CC-0678-AF66-2586-75D2B90F5DED}"/>
          </ac:spMkLst>
        </pc:spChg>
        <pc:spChg chg="add">
          <ac:chgData name="Ronan Ogor" userId="473d6ea9-be06-4609-b78d-125cc115ecf4" providerId="ADAL" clId="{5D582920-844C-4F4C-89C7-A2DE3BBEB8B3}" dt="2025-06-29T11:26:32.237" v="4304"/>
          <ac:spMkLst>
            <pc:docMk/>
            <pc:sldMk cId="64631456" sldId="4785"/>
            <ac:spMk id="22" creationId="{2385C48E-3238-5649-09A9-E887F35FC3FD}"/>
          </ac:spMkLst>
        </pc:spChg>
        <pc:spChg chg="add mod">
          <ac:chgData name="Ronan Ogor" userId="473d6ea9-be06-4609-b78d-125cc115ecf4" providerId="ADAL" clId="{5D582920-844C-4F4C-89C7-A2DE3BBEB8B3}" dt="2025-06-29T11:30:27.629" v="4442" actId="1076"/>
          <ac:spMkLst>
            <pc:docMk/>
            <pc:sldMk cId="64631456" sldId="4785"/>
            <ac:spMk id="23" creationId="{C62B421E-ADC1-AC52-5BA1-35B58C5A64CC}"/>
          </ac:spMkLst>
        </pc:spChg>
        <pc:spChg chg="add mod">
          <ac:chgData name="Ronan Ogor" userId="473d6ea9-be06-4609-b78d-125cc115ecf4" providerId="ADAL" clId="{5D582920-844C-4F4C-89C7-A2DE3BBEB8B3}" dt="2025-06-29T11:30:27.629" v="4442" actId="1076"/>
          <ac:spMkLst>
            <pc:docMk/>
            <pc:sldMk cId="64631456" sldId="4785"/>
            <ac:spMk id="24" creationId="{5B839D3A-B978-68BE-82BD-744F233F2D37}"/>
          </ac:spMkLst>
        </pc:spChg>
        <pc:spChg chg="add mod">
          <ac:chgData name="Ronan Ogor" userId="473d6ea9-be06-4609-b78d-125cc115ecf4" providerId="ADAL" clId="{5D582920-844C-4F4C-89C7-A2DE3BBEB8B3}" dt="2025-06-29T11:30:27.629" v="4442" actId="1076"/>
          <ac:spMkLst>
            <pc:docMk/>
            <pc:sldMk cId="64631456" sldId="4785"/>
            <ac:spMk id="25" creationId="{32FA70C4-F70B-1011-3E69-13435FEFBEF0}"/>
          </ac:spMkLst>
        </pc:spChg>
        <pc:spChg chg="add mod">
          <ac:chgData name="Ronan Ogor" userId="473d6ea9-be06-4609-b78d-125cc115ecf4" providerId="ADAL" clId="{5D582920-844C-4F4C-89C7-A2DE3BBEB8B3}" dt="2025-06-29T11:30:27.629" v="4442" actId="1076"/>
          <ac:spMkLst>
            <pc:docMk/>
            <pc:sldMk cId="64631456" sldId="4785"/>
            <ac:spMk id="26" creationId="{232FB4DC-1124-C7C8-B86E-73AAC19554E8}"/>
          </ac:spMkLst>
        </pc:spChg>
        <pc:spChg chg="add mod">
          <ac:chgData name="Ronan Ogor" userId="473d6ea9-be06-4609-b78d-125cc115ecf4" providerId="ADAL" clId="{5D582920-844C-4F4C-89C7-A2DE3BBEB8B3}" dt="2025-06-29T11:30:27.629" v="4442" actId="1076"/>
          <ac:spMkLst>
            <pc:docMk/>
            <pc:sldMk cId="64631456" sldId="4785"/>
            <ac:spMk id="27" creationId="{FF17E87F-893A-95C6-A9D8-C2058E262FD9}"/>
          </ac:spMkLst>
        </pc:spChg>
        <pc:spChg chg="add mod">
          <ac:chgData name="Ronan Ogor" userId="473d6ea9-be06-4609-b78d-125cc115ecf4" providerId="ADAL" clId="{5D582920-844C-4F4C-89C7-A2DE3BBEB8B3}" dt="2025-06-29T11:30:27.629" v="4442" actId="1076"/>
          <ac:spMkLst>
            <pc:docMk/>
            <pc:sldMk cId="64631456" sldId="4785"/>
            <ac:spMk id="28" creationId="{5584760C-ADD6-AA71-16A9-15AAB4A8AFEA}"/>
          </ac:spMkLst>
        </pc:spChg>
        <pc:picChg chg="add del mod">
          <ac:chgData name="Ronan Ogor" userId="473d6ea9-be06-4609-b78d-125cc115ecf4" providerId="ADAL" clId="{5D582920-844C-4F4C-89C7-A2DE3BBEB8B3}" dt="2025-06-29T11:18:57.474" v="4085" actId="478"/>
          <ac:picMkLst>
            <pc:docMk/>
            <pc:sldMk cId="64631456" sldId="4785"/>
            <ac:picMk id="10" creationId="{1AFABA74-707D-1454-D8E4-591D4F2D598F}"/>
          </ac:picMkLst>
        </pc:picChg>
        <pc:picChg chg="add del mod">
          <ac:chgData name="Ronan Ogor" userId="473d6ea9-be06-4609-b78d-125cc115ecf4" providerId="ADAL" clId="{5D582920-844C-4F4C-89C7-A2DE3BBEB8B3}" dt="2025-06-29T11:28:51.922" v="4383" actId="478"/>
          <ac:picMkLst>
            <pc:docMk/>
            <pc:sldMk cId="64631456" sldId="4785"/>
            <ac:picMk id="15" creationId="{34000320-5A78-3ECD-ED82-22637F746CA0}"/>
          </ac:picMkLst>
        </pc:picChg>
        <pc:picChg chg="add mod">
          <ac:chgData name="Ronan Ogor" userId="473d6ea9-be06-4609-b78d-125cc115ecf4" providerId="ADAL" clId="{5D582920-844C-4F4C-89C7-A2DE3BBEB8B3}" dt="2025-06-29T15:05:08.880" v="5744" actId="1076"/>
          <ac:picMkLst>
            <pc:docMk/>
            <pc:sldMk cId="64631456" sldId="4785"/>
            <ac:picMk id="33" creationId="{F5AC1325-F77E-F634-65AB-C0E6D85C8389}"/>
          </ac:picMkLst>
        </pc:picChg>
        <pc:cxnChg chg="add mod">
          <ac:chgData name="Ronan Ogor" userId="473d6ea9-be06-4609-b78d-125cc115ecf4" providerId="ADAL" clId="{5D582920-844C-4F4C-89C7-A2DE3BBEB8B3}" dt="2025-06-29T11:30:27.629" v="4442" actId="1076"/>
          <ac:cxnSpMkLst>
            <pc:docMk/>
            <pc:sldMk cId="64631456" sldId="4785"/>
            <ac:cxnSpMk id="6" creationId="{71DCF72B-F95E-BC5A-CDF7-3FCA38C339D9}"/>
          </ac:cxnSpMkLst>
        </pc:cxnChg>
        <pc:cxnChg chg="add del mod">
          <ac:chgData name="Ronan Ogor" userId="473d6ea9-be06-4609-b78d-125cc115ecf4" providerId="ADAL" clId="{5D582920-844C-4F4C-89C7-A2DE3BBEB8B3}" dt="2025-06-29T11:30:23.809" v="4441" actId="478"/>
          <ac:cxnSpMkLst>
            <pc:docMk/>
            <pc:sldMk cId="64631456" sldId="4785"/>
            <ac:cxnSpMk id="11" creationId="{EC2CAD6D-356F-859B-BC1B-443FE73212F2}"/>
          </ac:cxnSpMkLst>
        </pc:cxnChg>
        <pc:cxnChg chg="add mod">
          <ac:chgData name="Ronan Ogor" userId="473d6ea9-be06-4609-b78d-125cc115ecf4" providerId="ADAL" clId="{5D582920-844C-4F4C-89C7-A2DE3BBEB8B3}" dt="2025-06-29T11:30:21.340" v="4440" actId="1076"/>
          <ac:cxnSpMkLst>
            <pc:docMk/>
            <pc:sldMk cId="64631456" sldId="4785"/>
            <ac:cxnSpMk id="31" creationId="{C69093B6-45F2-5208-2A08-15406BA26068}"/>
          </ac:cxnSpMkLst>
        </pc:cxnChg>
      </pc:sldChg>
      <pc:sldChg chg="addSp delSp modSp add mod ord">
        <pc:chgData name="Ronan Ogor" userId="473d6ea9-be06-4609-b78d-125cc115ecf4" providerId="ADAL" clId="{5D582920-844C-4F4C-89C7-A2DE3BBEB8B3}" dt="2025-06-29T10:49:37.656" v="3601" actId="1076"/>
        <pc:sldMkLst>
          <pc:docMk/>
          <pc:sldMk cId="4151848347" sldId="4786"/>
        </pc:sldMkLst>
        <pc:spChg chg="mod">
          <ac:chgData name="Ronan Ogor" userId="473d6ea9-be06-4609-b78d-125cc115ecf4" providerId="ADAL" clId="{5D582920-844C-4F4C-89C7-A2DE3BBEB8B3}" dt="2025-06-29T10:07:19.959" v="2688" actId="207"/>
          <ac:spMkLst>
            <pc:docMk/>
            <pc:sldMk cId="4151848347" sldId="4786"/>
            <ac:spMk id="2" creationId="{9E086417-D75F-93CD-24BA-E95CD25E9677}"/>
          </ac:spMkLst>
        </pc:spChg>
        <pc:spChg chg="add mod">
          <ac:chgData name="Ronan Ogor" userId="473d6ea9-be06-4609-b78d-125cc115ecf4" providerId="ADAL" clId="{5D582920-844C-4F4C-89C7-A2DE3BBEB8B3}" dt="2025-06-29T10:06:15.524" v="2665"/>
          <ac:spMkLst>
            <pc:docMk/>
            <pc:sldMk cId="4151848347" sldId="4786"/>
            <ac:spMk id="4" creationId="{56BF388B-062E-5CC0-75D7-FFB37CC7E9ED}"/>
          </ac:spMkLst>
        </pc:spChg>
        <pc:spChg chg="mod">
          <ac:chgData name="Ronan Ogor" userId="473d6ea9-be06-4609-b78d-125cc115ecf4" providerId="ADAL" clId="{5D582920-844C-4F4C-89C7-A2DE3BBEB8B3}" dt="2025-06-29T10:49:37.656" v="3601" actId="1076"/>
          <ac:spMkLst>
            <pc:docMk/>
            <pc:sldMk cId="4151848347" sldId="4786"/>
            <ac:spMk id="7" creationId="{29BDAF46-EEB3-BDBF-43F5-56508A71C0CD}"/>
          </ac:spMkLst>
        </pc:spChg>
        <pc:spChg chg="del">
          <ac:chgData name="Ronan Ogor" userId="473d6ea9-be06-4609-b78d-125cc115ecf4" providerId="ADAL" clId="{5D582920-844C-4F4C-89C7-A2DE3BBEB8B3}" dt="2025-06-29T10:06:05.730" v="2664" actId="478"/>
          <ac:spMkLst>
            <pc:docMk/>
            <pc:sldMk cId="4151848347" sldId="4786"/>
            <ac:spMk id="10" creationId="{2DF9201D-7BBB-BE09-0817-CCBB96AAE6E6}"/>
          </ac:spMkLst>
        </pc:spChg>
        <pc:spChg chg="del">
          <ac:chgData name="Ronan Ogor" userId="473d6ea9-be06-4609-b78d-125cc115ecf4" providerId="ADAL" clId="{5D582920-844C-4F4C-89C7-A2DE3BBEB8B3}" dt="2025-06-29T10:06:18.287" v="2666" actId="478"/>
          <ac:spMkLst>
            <pc:docMk/>
            <pc:sldMk cId="4151848347" sldId="4786"/>
            <ac:spMk id="15" creationId="{68E0A1DD-2967-09BD-CC2A-99F2F01B8E15}"/>
          </ac:spMkLst>
        </pc:spChg>
        <pc:spChg chg="del">
          <ac:chgData name="Ronan Ogor" userId="473d6ea9-be06-4609-b78d-125cc115ecf4" providerId="ADAL" clId="{5D582920-844C-4F4C-89C7-A2DE3BBEB8B3}" dt="2025-06-29T10:06:18.287" v="2666" actId="478"/>
          <ac:spMkLst>
            <pc:docMk/>
            <pc:sldMk cId="4151848347" sldId="4786"/>
            <ac:spMk id="16" creationId="{A6E70DDD-697A-6724-B2ED-C9399E7E3326}"/>
          </ac:spMkLst>
        </pc:spChg>
        <pc:spChg chg="del">
          <ac:chgData name="Ronan Ogor" userId="473d6ea9-be06-4609-b78d-125cc115ecf4" providerId="ADAL" clId="{5D582920-844C-4F4C-89C7-A2DE3BBEB8B3}" dt="2025-06-29T10:06:18.287" v="2666" actId="478"/>
          <ac:spMkLst>
            <pc:docMk/>
            <pc:sldMk cId="4151848347" sldId="4786"/>
            <ac:spMk id="17" creationId="{5083DA74-CA77-F107-D69D-6862EA5572EE}"/>
          </ac:spMkLst>
        </pc:spChg>
        <pc:spChg chg="del">
          <ac:chgData name="Ronan Ogor" userId="473d6ea9-be06-4609-b78d-125cc115ecf4" providerId="ADAL" clId="{5D582920-844C-4F4C-89C7-A2DE3BBEB8B3}" dt="2025-06-29T10:06:18.287" v="2666" actId="478"/>
          <ac:spMkLst>
            <pc:docMk/>
            <pc:sldMk cId="4151848347" sldId="4786"/>
            <ac:spMk id="21" creationId="{661E5D50-2E1D-E017-F543-E0E2D7C62C98}"/>
          </ac:spMkLst>
        </pc:spChg>
        <pc:spChg chg="del">
          <ac:chgData name="Ronan Ogor" userId="473d6ea9-be06-4609-b78d-125cc115ecf4" providerId="ADAL" clId="{5D582920-844C-4F4C-89C7-A2DE3BBEB8B3}" dt="2025-06-29T10:06:18.287" v="2666" actId="478"/>
          <ac:spMkLst>
            <pc:docMk/>
            <pc:sldMk cId="4151848347" sldId="4786"/>
            <ac:spMk id="22" creationId="{3328ACBC-74C3-AD72-255C-12BB676811CE}"/>
          </ac:spMkLst>
        </pc:spChg>
        <pc:spChg chg="mod">
          <ac:chgData name="Ronan Ogor" userId="473d6ea9-be06-4609-b78d-125cc115ecf4" providerId="ADAL" clId="{5D582920-844C-4F4C-89C7-A2DE3BBEB8B3}" dt="2025-06-29T10:07:02.073" v="2682" actId="1076"/>
          <ac:spMkLst>
            <pc:docMk/>
            <pc:sldMk cId="4151848347" sldId="4786"/>
            <ac:spMk id="24" creationId="{F4505939-2B9B-B0B1-4EE2-EC2EDDF078FE}"/>
          </ac:spMkLst>
        </pc:spChg>
        <pc:spChg chg="del">
          <ac:chgData name="Ronan Ogor" userId="473d6ea9-be06-4609-b78d-125cc115ecf4" providerId="ADAL" clId="{5D582920-844C-4F4C-89C7-A2DE3BBEB8B3}" dt="2025-06-29T10:06:25.172" v="2668" actId="478"/>
          <ac:spMkLst>
            <pc:docMk/>
            <pc:sldMk cId="4151848347" sldId="4786"/>
            <ac:spMk id="26" creationId="{D1762BB8-616D-9126-55CF-4F3B8C9B1583}"/>
          </ac:spMkLst>
        </pc:spChg>
        <pc:picChg chg="del">
          <ac:chgData name="Ronan Ogor" userId="473d6ea9-be06-4609-b78d-125cc115ecf4" providerId="ADAL" clId="{5D582920-844C-4F4C-89C7-A2DE3BBEB8B3}" dt="2025-06-29T10:06:05.730" v="2664" actId="478"/>
          <ac:picMkLst>
            <pc:docMk/>
            <pc:sldMk cId="4151848347" sldId="4786"/>
            <ac:picMk id="8" creationId="{495E2A59-A99E-3C18-E7BE-54DBCAF91A4E}"/>
          </ac:picMkLst>
        </pc:picChg>
        <pc:picChg chg="del">
          <ac:chgData name="Ronan Ogor" userId="473d6ea9-be06-4609-b78d-125cc115ecf4" providerId="ADAL" clId="{5D582920-844C-4F4C-89C7-A2DE3BBEB8B3}" dt="2025-06-29T10:06:05.730" v="2664" actId="478"/>
          <ac:picMkLst>
            <pc:docMk/>
            <pc:sldMk cId="4151848347" sldId="4786"/>
            <ac:picMk id="9" creationId="{D2A70261-4EC3-F4FF-826F-57E0A7BE8152}"/>
          </ac:picMkLst>
        </pc:picChg>
        <pc:cxnChg chg="del">
          <ac:chgData name="Ronan Ogor" userId="473d6ea9-be06-4609-b78d-125cc115ecf4" providerId="ADAL" clId="{5D582920-844C-4F4C-89C7-A2DE3BBEB8B3}" dt="2025-06-29T10:06:27.524" v="2669" actId="478"/>
          <ac:cxnSpMkLst>
            <pc:docMk/>
            <pc:sldMk cId="4151848347" sldId="4786"/>
            <ac:cxnSpMk id="3" creationId="{AF1933B6-14AC-094B-C7DF-DDD322946DAE}"/>
          </ac:cxnSpMkLst>
        </pc:cxnChg>
        <pc:cxnChg chg="add mod">
          <ac:chgData name="Ronan Ogor" userId="473d6ea9-be06-4609-b78d-125cc115ecf4" providerId="ADAL" clId="{5D582920-844C-4F4C-89C7-A2DE3BBEB8B3}" dt="2025-06-29T10:07:13.614" v="2687" actId="208"/>
          <ac:cxnSpMkLst>
            <pc:docMk/>
            <pc:sldMk cId="4151848347" sldId="4786"/>
            <ac:cxnSpMk id="5" creationId="{2DF2F722-4FE8-1B2F-FD3E-FA572FEC1ECD}"/>
          </ac:cxnSpMkLst>
        </pc:cxnChg>
        <pc:cxnChg chg="del">
          <ac:chgData name="Ronan Ogor" userId="473d6ea9-be06-4609-b78d-125cc115ecf4" providerId="ADAL" clId="{5D582920-844C-4F4C-89C7-A2DE3BBEB8B3}" dt="2025-06-29T10:06:18.287" v="2666" actId="478"/>
          <ac:cxnSpMkLst>
            <pc:docMk/>
            <pc:sldMk cId="4151848347" sldId="4786"/>
            <ac:cxnSpMk id="13" creationId="{9F335E28-B9F9-18F1-117C-988FC5A4B38B}"/>
          </ac:cxnSpMkLst>
        </pc:cxnChg>
        <pc:cxnChg chg="del">
          <ac:chgData name="Ronan Ogor" userId="473d6ea9-be06-4609-b78d-125cc115ecf4" providerId="ADAL" clId="{5D582920-844C-4F4C-89C7-A2DE3BBEB8B3}" dt="2025-06-29T10:06:25.172" v="2668" actId="478"/>
          <ac:cxnSpMkLst>
            <pc:docMk/>
            <pc:sldMk cId="4151848347" sldId="4786"/>
            <ac:cxnSpMk id="25" creationId="{0B8B8B48-E5CF-9F4E-C91B-0F84490A0D8C}"/>
          </ac:cxnSpMkLst>
        </pc:cxnChg>
      </pc:sldChg>
      <pc:sldChg chg="addSp delSp modSp add mod">
        <pc:chgData name="Ronan Ogor" userId="473d6ea9-be06-4609-b78d-125cc115ecf4" providerId="ADAL" clId="{5D582920-844C-4F4C-89C7-A2DE3BBEB8B3}" dt="2025-06-29T10:29:58.278" v="3220" actId="113"/>
        <pc:sldMkLst>
          <pc:docMk/>
          <pc:sldMk cId="503947240" sldId="4787"/>
        </pc:sldMkLst>
        <pc:spChg chg="del">
          <ac:chgData name="Ronan Ogor" userId="473d6ea9-be06-4609-b78d-125cc115ecf4" providerId="ADAL" clId="{5D582920-844C-4F4C-89C7-A2DE3BBEB8B3}" dt="2025-06-29T10:15:50.949" v="2875" actId="478"/>
          <ac:spMkLst>
            <pc:docMk/>
            <pc:sldMk cId="503947240" sldId="4787"/>
            <ac:spMk id="2" creationId="{F49A66A2-AEF4-5F2C-9250-012BA0F70AD0}"/>
          </ac:spMkLst>
        </pc:spChg>
        <pc:spChg chg="add del mod">
          <ac:chgData name="Ronan Ogor" userId="473d6ea9-be06-4609-b78d-125cc115ecf4" providerId="ADAL" clId="{5D582920-844C-4F4C-89C7-A2DE3BBEB8B3}" dt="2025-06-29T10:28:28.290" v="3190" actId="478"/>
          <ac:spMkLst>
            <pc:docMk/>
            <pc:sldMk cId="503947240" sldId="4787"/>
            <ac:spMk id="4" creationId="{8F5C28AA-AC08-8804-3390-987334BF0D25}"/>
          </ac:spMkLst>
        </pc:spChg>
        <pc:spChg chg="add mod">
          <ac:chgData name="Ronan Ogor" userId="473d6ea9-be06-4609-b78d-125cc115ecf4" providerId="ADAL" clId="{5D582920-844C-4F4C-89C7-A2DE3BBEB8B3}" dt="2025-06-29T10:29:58.278" v="3220" actId="113"/>
          <ac:spMkLst>
            <pc:docMk/>
            <pc:sldMk cId="503947240" sldId="4787"/>
            <ac:spMk id="5" creationId="{DEECD372-80F6-011C-34CD-EC81F9B4ED7E}"/>
          </ac:spMkLst>
        </pc:spChg>
        <pc:spChg chg="del">
          <ac:chgData name="Ronan Ogor" userId="473d6ea9-be06-4609-b78d-125cc115ecf4" providerId="ADAL" clId="{5D582920-844C-4F4C-89C7-A2DE3BBEB8B3}" dt="2025-06-29T10:15:50.949" v="2875" actId="478"/>
          <ac:spMkLst>
            <pc:docMk/>
            <pc:sldMk cId="503947240" sldId="4787"/>
            <ac:spMk id="7" creationId="{CD6E0903-B574-779E-A6F0-3D42F6E100FC}"/>
          </ac:spMkLst>
        </pc:spChg>
        <pc:spChg chg="del mod">
          <ac:chgData name="Ronan Ogor" userId="473d6ea9-be06-4609-b78d-125cc115ecf4" providerId="ADAL" clId="{5D582920-844C-4F4C-89C7-A2DE3BBEB8B3}" dt="2025-06-29T10:27:45.244" v="3178" actId="478"/>
          <ac:spMkLst>
            <pc:docMk/>
            <pc:sldMk cId="503947240" sldId="4787"/>
            <ac:spMk id="10" creationId="{937A9FCC-6F94-A1C4-168E-BDAC356AB951}"/>
          </ac:spMkLst>
        </pc:spChg>
        <pc:spChg chg="mod">
          <ac:chgData name="Ronan Ogor" userId="473d6ea9-be06-4609-b78d-125cc115ecf4" providerId="ADAL" clId="{5D582920-844C-4F4C-89C7-A2DE3BBEB8B3}" dt="2025-06-29T10:27:30.360" v="3176" actId="20577"/>
          <ac:spMkLst>
            <pc:docMk/>
            <pc:sldMk cId="503947240" sldId="4787"/>
            <ac:spMk id="11" creationId="{4D1EC042-9904-10E0-DE2D-AC53B1626C00}"/>
          </ac:spMkLst>
        </pc:spChg>
        <pc:spChg chg="mod">
          <ac:chgData name="Ronan Ogor" userId="473d6ea9-be06-4609-b78d-125cc115ecf4" providerId="ADAL" clId="{5D582920-844C-4F4C-89C7-A2DE3BBEB8B3}" dt="2025-06-29T10:27:00.770" v="3106" actId="1076"/>
          <ac:spMkLst>
            <pc:docMk/>
            <pc:sldMk cId="503947240" sldId="4787"/>
            <ac:spMk id="12" creationId="{5E068CA5-DBFD-5E7F-753B-51A46FE74068}"/>
          </ac:spMkLst>
        </pc:spChg>
        <pc:spChg chg="del">
          <ac:chgData name="Ronan Ogor" userId="473d6ea9-be06-4609-b78d-125cc115ecf4" providerId="ADAL" clId="{5D582920-844C-4F4C-89C7-A2DE3BBEB8B3}" dt="2025-06-29T10:15:11.079" v="2778" actId="478"/>
          <ac:spMkLst>
            <pc:docMk/>
            <pc:sldMk cId="503947240" sldId="4787"/>
            <ac:spMk id="15" creationId="{EBBF1EE1-724E-5B53-54B3-606CB9E4ED9D}"/>
          </ac:spMkLst>
        </pc:spChg>
        <pc:spChg chg="del">
          <ac:chgData name="Ronan Ogor" userId="473d6ea9-be06-4609-b78d-125cc115ecf4" providerId="ADAL" clId="{5D582920-844C-4F4C-89C7-A2DE3BBEB8B3}" dt="2025-06-29T10:15:11.079" v="2778" actId="478"/>
          <ac:spMkLst>
            <pc:docMk/>
            <pc:sldMk cId="503947240" sldId="4787"/>
            <ac:spMk id="16" creationId="{31BA8042-F215-BCA2-AD98-ED1110274237}"/>
          </ac:spMkLst>
        </pc:spChg>
        <pc:spChg chg="del">
          <ac:chgData name="Ronan Ogor" userId="473d6ea9-be06-4609-b78d-125cc115ecf4" providerId="ADAL" clId="{5D582920-844C-4F4C-89C7-A2DE3BBEB8B3}" dt="2025-06-29T10:15:11.079" v="2778" actId="478"/>
          <ac:spMkLst>
            <pc:docMk/>
            <pc:sldMk cId="503947240" sldId="4787"/>
            <ac:spMk id="17" creationId="{CAA07AB3-5861-EF46-4578-74EE6A1CAF1F}"/>
          </ac:spMkLst>
        </pc:spChg>
        <pc:spChg chg="add del mod">
          <ac:chgData name="Ronan Ogor" userId="473d6ea9-be06-4609-b78d-125cc115ecf4" providerId="ADAL" clId="{5D582920-844C-4F4C-89C7-A2DE3BBEB8B3}" dt="2025-06-29T10:28:28.290" v="3190" actId="478"/>
          <ac:spMkLst>
            <pc:docMk/>
            <pc:sldMk cId="503947240" sldId="4787"/>
            <ac:spMk id="18" creationId="{E91CC37B-AA59-0313-92FF-631618A83BA5}"/>
          </ac:spMkLst>
        </pc:spChg>
        <pc:spChg chg="add del mod">
          <ac:chgData name="Ronan Ogor" userId="473d6ea9-be06-4609-b78d-125cc115ecf4" providerId="ADAL" clId="{5D582920-844C-4F4C-89C7-A2DE3BBEB8B3}" dt="2025-06-29T10:27:48.980" v="3180" actId="478"/>
          <ac:spMkLst>
            <pc:docMk/>
            <pc:sldMk cId="503947240" sldId="4787"/>
            <ac:spMk id="20" creationId="{C02C143D-7EB1-5EF5-6463-292CA659F1F1}"/>
          </ac:spMkLst>
        </pc:spChg>
        <pc:spChg chg="del mod">
          <ac:chgData name="Ronan Ogor" userId="473d6ea9-be06-4609-b78d-125cc115ecf4" providerId="ADAL" clId="{5D582920-844C-4F4C-89C7-A2DE3BBEB8B3}" dt="2025-06-29T10:27:48.980" v="3180" actId="478"/>
          <ac:spMkLst>
            <pc:docMk/>
            <pc:sldMk cId="503947240" sldId="4787"/>
            <ac:spMk id="21" creationId="{3C6F0E84-BD53-D492-1425-0E168819627D}"/>
          </ac:spMkLst>
        </pc:spChg>
        <pc:spChg chg="del mod">
          <ac:chgData name="Ronan Ogor" userId="473d6ea9-be06-4609-b78d-125cc115ecf4" providerId="ADAL" clId="{5D582920-844C-4F4C-89C7-A2DE3BBEB8B3}" dt="2025-06-29T10:27:48.980" v="3180" actId="478"/>
          <ac:spMkLst>
            <pc:docMk/>
            <pc:sldMk cId="503947240" sldId="4787"/>
            <ac:spMk id="22" creationId="{0A9038D6-0DE7-B81C-A19B-1772AF3F3C69}"/>
          </ac:spMkLst>
        </pc:spChg>
        <pc:spChg chg="add mod">
          <ac:chgData name="Ronan Ogor" userId="473d6ea9-be06-4609-b78d-125cc115ecf4" providerId="ADAL" clId="{5D582920-844C-4F4C-89C7-A2DE3BBEB8B3}" dt="2025-06-29T10:27:45.450" v="3179"/>
          <ac:spMkLst>
            <pc:docMk/>
            <pc:sldMk cId="503947240" sldId="4787"/>
            <ac:spMk id="23" creationId="{18F9749B-6858-F914-164F-F64A2A914FCC}"/>
          </ac:spMkLst>
        </pc:spChg>
        <pc:spChg chg="del">
          <ac:chgData name="Ronan Ogor" userId="473d6ea9-be06-4609-b78d-125cc115ecf4" providerId="ADAL" clId="{5D582920-844C-4F4C-89C7-A2DE3BBEB8B3}" dt="2025-06-29T10:15:50.949" v="2875" actId="478"/>
          <ac:spMkLst>
            <pc:docMk/>
            <pc:sldMk cId="503947240" sldId="4787"/>
            <ac:spMk id="24" creationId="{E8BED092-602B-B72E-481B-F9C917D5902C}"/>
          </ac:spMkLst>
        </pc:spChg>
        <pc:spChg chg="del">
          <ac:chgData name="Ronan Ogor" userId="473d6ea9-be06-4609-b78d-125cc115ecf4" providerId="ADAL" clId="{5D582920-844C-4F4C-89C7-A2DE3BBEB8B3}" dt="2025-06-29T10:15:50.949" v="2875" actId="478"/>
          <ac:spMkLst>
            <pc:docMk/>
            <pc:sldMk cId="503947240" sldId="4787"/>
            <ac:spMk id="26" creationId="{2150AEF0-8095-A90D-3456-1E3512F09922}"/>
          </ac:spMkLst>
        </pc:spChg>
        <pc:spChg chg="add mod">
          <ac:chgData name="Ronan Ogor" userId="473d6ea9-be06-4609-b78d-125cc115ecf4" providerId="ADAL" clId="{5D582920-844C-4F4C-89C7-A2DE3BBEB8B3}" dt="2025-06-29T10:29:56.825" v="3219" actId="113"/>
          <ac:spMkLst>
            <pc:docMk/>
            <pc:sldMk cId="503947240" sldId="4787"/>
            <ac:spMk id="27" creationId="{A15E799B-1DE2-BFB7-BD6B-2F5C0115E7A4}"/>
          </ac:spMkLst>
        </pc:spChg>
        <pc:spChg chg="del">
          <ac:chgData name="Ronan Ogor" userId="473d6ea9-be06-4609-b78d-125cc115ecf4" providerId="ADAL" clId="{5D582920-844C-4F4C-89C7-A2DE3BBEB8B3}" dt="2025-06-29T10:17:17.958" v="2919" actId="478"/>
          <ac:spMkLst>
            <pc:docMk/>
            <pc:sldMk cId="503947240" sldId="4787"/>
            <ac:spMk id="29" creationId="{2B6FDE2D-8E59-DA5E-2978-9932C16ED4D9}"/>
          </ac:spMkLst>
        </pc:spChg>
        <pc:picChg chg="del">
          <ac:chgData name="Ronan Ogor" userId="473d6ea9-be06-4609-b78d-125cc115ecf4" providerId="ADAL" clId="{5D582920-844C-4F4C-89C7-A2DE3BBEB8B3}" dt="2025-06-29T10:27:45.244" v="3178" actId="478"/>
          <ac:picMkLst>
            <pc:docMk/>
            <pc:sldMk cId="503947240" sldId="4787"/>
            <ac:picMk id="8" creationId="{A552ED14-500C-0F51-8B9D-E130FB998FB3}"/>
          </ac:picMkLst>
        </pc:picChg>
        <pc:picChg chg="del">
          <ac:chgData name="Ronan Ogor" userId="473d6ea9-be06-4609-b78d-125cc115ecf4" providerId="ADAL" clId="{5D582920-844C-4F4C-89C7-A2DE3BBEB8B3}" dt="2025-06-29T10:27:45.244" v="3178" actId="478"/>
          <ac:picMkLst>
            <pc:docMk/>
            <pc:sldMk cId="503947240" sldId="4787"/>
            <ac:picMk id="9" creationId="{929D7C7D-2BBC-DD47-C690-CD6A1AB4F8C7}"/>
          </ac:picMkLst>
        </pc:picChg>
        <pc:cxnChg chg="del">
          <ac:chgData name="Ronan Ogor" userId="473d6ea9-be06-4609-b78d-125cc115ecf4" providerId="ADAL" clId="{5D582920-844C-4F4C-89C7-A2DE3BBEB8B3}" dt="2025-06-29T10:15:50.949" v="2875" actId="478"/>
          <ac:cxnSpMkLst>
            <pc:docMk/>
            <pc:sldMk cId="503947240" sldId="4787"/>
            <ac:cxnSpMk id="3" creationId="{BD5183C6-EE33-4529-4CE8-3E132A3B7D12}"/>
          </ac:cxnSpMkLst>
        </pc:cxnChg>
        <pc:cxnChg chg="add del mod">
          <ac:chgData name="Ronan Ogor" userId="473d6ea9-be06-4609-b78d-125cc115ecf4" providerId="ADAL" clId="{5D582920-844C-4F4C-89C7-A2DE3BBEB8B3}" dt="2025-06-29T10:28:28.290" v="3190" actId="478"/>
          <ac:cxnSpMkLst>
            <pc:docMk/>
            <pc:sldMk cId="503947240" sldId="4787"/>
            <ac:cxnSpMk id="6" creationId="{F6A7BFF7-D4AF-9B79-ACB9-E79C9C91AD4F}"/>
          </ac:cxnSpMkLst>
        </pc:cxnChg>
        <pc:cxnChg chg="del">
          <ac:chgData name="Ronan Ogor" userId="473d6ea9-be06-4609-b78d-125cc115ecf4" providerId="ADAL" clId="{5D582920-844C-4F4C-89C7-A2DE3BBEB8B3}" dt="2025-06-29T10:15:11.079" v="2778" actId="478"/>
          <ac:cxnSpMkLst>
            <pc:docMk/>
            <pc:sldMk cId="503947240" sldId="4787"/>
            <ac:cxnSpMk id="13" creationId="{785B6CD5-1DF5-7706-CF8D-404B43ECBEA1}"/>
          </ac:cxnSpMkLst>
        </pc:cxnChg>
        <pc:cxnChg chg="del">
          <ac:chgData name="Ronan Ogor" userId="473d6ea9-be06-4609-b78d-125cc115ecf4" providerId="ADAL" clId="{5D582920-844C-4F4C-89C7-A2DE3BBEB8B3}" dt="2025-06-29T10:15:50.949" v="2875" actId="478"/>
          <ac:cxnSpMkLst>
            <pc:docMk/>
            <pc:sldMk cId="503947240" sldId="4787"/>
            <ac:cxnSpMk id="25" creationId="{6DFED306-5410-C602-CBD9-9CF8BB4C06C9}"/>
          </ac:cxnSpMkLst>
        </pc:cxnChg>
      </pc:sldChg>
      <pc:sldChg chg="add ord">
        <pc:chgData name="Ronan Ogor" userId="473d6ea9-be06-4609-b78d-125cc115ecf4" providerId="ADAL" clId="{5D582920-844C-4F4C-89C7-A2DE3BBEB8B3}" dt="2025-06-29T10:30:11.641" v="3222"/>
        <pc:sldMkLst>
          <pc:docMk/>
          <pc:sldMk cId="1247995947" sldId="4788"/>
        </pc:sldMkLst>
      </pc:sldChg>
      <pc:sldChg chg="add del ord">
        <pc:chgData name="Ronan Ogor" userId="473d6ea9-be06-4609-b78d-125cc115ecf4" providerId="ADAL" clId="{5D582920-844C-4F4C-89C7-A2DE3BBEB8B3}" dt="2025-06-29T16:58:16.635" v="6882" actId="47"/>
        <pc:sldMkLst>
          <pc:docMk/>
          <pc:sldMk cId="3114567691" sldId="4789"/>
        </pc:sldMkLst>
      </pc:sldChg>
      <pc:sldChg chg="add del">
        <pc:chgData name="Ronan Ogor" userId="473d6ea9-be06-4609-b78d-125cc115ecf4" providerId="ADAL" clId="{5D582920-844C-4F4C-89C7-A2DE3BBEB8B3}" dt="2025-06-29T16:58:16.635" v="6882" actId="47"/>
        <pc:sldMkLst>
          <pc:docMk/>
          <pc:sldMk cId="1373675876" sldId="4790"/>
        </pc:sldMkLst>
      </pc:sldChg>
      <pc:sldChg chg="add del">
        <pc:chgData name="Ronan Ogor" userId="473d6ea9-be06-4609-b78d-125cc115ecf4" providerId="ADAL" clId="{5D582920-844C-4F4C-89C7-A2DE3BBEB8B3}" dt="2025-06-29T16:58:16.635" v="6882" actId="47"/>
        <pc:sldMkLst>
          <pc:docMk/>
          <pc:sldMk cId="749426674" sldId="4791"/>
        </pc:sldMkLst>
      </pc:sldChg>
      <pc:sldChg chg="add del">
        <pc:chgData name="Ronan Ogor" userId="473d6ea9-be06-4609-b78d-125cc115ecf4" providerId="ADAL" clId="{5D582920-844C-4F4C-89C7-A2DE3BBEB8B3}" dt="2025-06-29T16:58:16.635" v="6882" actId="47"/>
        <pc:sldMkLst>
          <pc:docMk/>
          <pc:sldMk cId="3843236473" sldId="4792"/>
        </pc:sldMkLst>
      </pc:sldChg>
      <pc:sldChg chg="add del">
        <pc:chgData name="Ronan Ogor" userId="473d6ea9-be06-4609-b78d-125cc115ecf4" providerId="ADAL" clId="{5D582920-844C-4F4C-89C7-A2DE3BBEB8B3}" dt="2025-06-29T16:58:16.635" v="6882" actId="47"/>
        <pc:sldMkLst>
          <pc:docMk/>
          <pc:sldMk cId="3916330280" sldId="4793"/>
        </pc:sldMkLst>
      </pc:sldChg>
      <pc:sldChg chg="addSp modSp add mod">
        <pc:chgData name="Ronan Ogor" userId="473d6ea9-be06-4609-b78d-125cc115ecf4" providerId="ADAL" clId="{5D582920-844C-4F4C-89C7-A2DE3BBEB8B3}" dt="2025-06-29T10:49:06.367" v="3594" actId="1076"/>
        <pc:sldMkLst>
          <pc:docMk/>
          <pc:sldMk cId="3878390853" sldId="4794"/>
        </pc:sldMkLst>
        <pc:spChg chg="mod">
          <ac:chgData name="Ronan Ogor" userId="473d6ea9-be06-4609-b78d-125cc115ecf4" providerId="ADAL" clId="{5D582920-844C-4F4C-89C7-A2DE3BBEB8B3}" dt="2025-06-29T10:49:06.367" v="3594" actId="1076"/>
          <ac:spMkLst>
            <pc:docMk/>
            <pc:sldMk cId="3878390853" sldId="4794"/>
            <ac:spMk id="2" creationId="{3B171D3B-BA11-FDFD-7A3E-0DA643C22893}"/>
          </ac:spMkLst>
        </pc:spChg>
        <pc:spChg chg="add mod">
          <ac:chgData name="Ronan Ogor" userId="473d6ea9-be06-4609-b78d-125cc115ecf4" providerId="ADAL" clId="{5D582920-844C-4F4C-89C7-A2DE3BBEB8B3}" dt="2025-06-29T10:38:30.090" v="3279" actId="20577"/>
          <ac:spMkLst>
            <pc:docMk/>
            <pc:sldMk cId="3878390853" sldId="4794"/>
            <ac:spMk id="4" creationId="{C97482AD-EBCF-C965-F785-EA233FF3CFA9}"/>
          </ac:spMkLst>
        </pc:spChg>
        <pc:spChg chg="mod">
          <ac:chgData name="Ronan Ogor" userId="473d6ea9-be06-4609-b78d-125cc115ecf4" providerId="ADAL" clId="{5D582920-844C-4F4C-89C7-A2DE3BBEB8B3}" dt="2025-06-29T10:37:29.784" v="3230" actId="1582"/>
          <ac:spMkLst>
            <pc:docMk/>
            <pc:sldMk cId="3878390853" sldId="4794"/>
            <ac:spMk id="43" creationId="{8E461035-854D-1B01-77BE-97213CC47219}"/>
          </ac:spMkLst>
        </pc:spChg>
        <pc:spChg chg="mod">
          <ac:chgData name="Ronan Ogor" userId="473d6ea9-be06-4609-b78d-125cc115ecf4" providerId="ADAL" clId="{5D582920-844C-4F4C-89C7-A2DE3BBEB8B3}" dt="2025-06-29T10:37:34.214" v="3231" actId="207"/>
          <ac:spMkLst>
            <pc:docMk/>
            <pc:sldMk cId="3878390853" sldId="4794"/>
            <ac:spMk id="44" creationId="{37C9EE7D-B1AD-4EC2-46D6-E3EBE136F9B7}"/>
          </ac:spMkLst>
        </pc:spChg>
      </pc:sldChg>
      <pc:sldChg chg="add del">
        <pc:chgData name="Ronan Ogor" userId="473d6ea9-be06-4609-b78d-125cc115ecf4" providerId="ADAL" clId="{5D582920-844C-4F4C-89C7-A2DE3BBEB8B3}" dt="2025-06-29T10:39:07.671" v="3281" actId="47"/>
        <pc:sldMkLst>
          <pc:docMk/>
          <pc:sldMk cId="2708130891" sldId="4795"/>
        </pc:sldMkLst>
      </pc:sldChg>
      <pc:sldChg chg="add del">
        <pc:chgData name="Ronan Ogor" userId="473d6ea9-be06-4609-b78d-125cc115ecf4" providerId="ADAL" clId="{5D582920-844C-4F4C-89C7-A2DE3BBEB8B3}" dt="2025-06-29T10:39:20.479" v="3282" actId="47"/>
        <pc:sldMkLst>
          <pc:docMk/>
          <pc:sldMk cId="736594464" sldId="4796"/>
        </pc:sldMkLst>
      </pc:sldChg>
      <pc:sldChg chg="add del">
        <pc:chgData name="Ronan Ogor" userId="473d6ea9-be06-4609-b78d-125cc115ecf4" providerId="ADAL" clId="{5D582920-844C-4F4C-89C7-A2DE3BBEB8B3}" dt="2025-06-29T10:39:20.479" v="3282" actId="47"/>
        <pc:sldMkLst>
          <pc:docMk/>
          <pc:sldMk cId="2483443071" sldId="4797"/>
        </pc:sldMkLst>
      </pc:sldChg>
      <pc:sldChg chg="add del">
        <pc:chgData name="Ronan Ogor" userId="473d6ea9-be06-4609-b78d-125cc115ecf4" providerId="ADAL" clId="{5D582920-844C-4F4C-89C7-A2DE3BBEB8B3}" dt="2025-06-29T10:38:49.779" v="3280" actId="47"/>
        <pc:sldMkLst>
          <pc:docMk/>
          <pc:sldMk cId="2083732705" sldId="4798"/>
        </pc:sldMkLst>
      </pc:sldChg>
      <pc:sldChg chg="add del">
        <pc:chgData name="Ronan Ogor" userId="473d6ea9-be06-4609-b78d-125cc115ecf4" providerId="ADAL" clId="{5D582920-844C-4F4C-89C7-A2DE3BBEB8B3}" dt="2025-06-29T10:38:49.779" v="3280" actId="47"/>
        <pc:sldMkLst>
          <pc:docMk/>
          <pc:sldMk cId="375240790" sldId="4799"/>
        </pc:sldMkLst>
      </pc:sldChg>
      <pc:sldChg chg="add del">
        <pc:chgData name="Ronan Ogor" userId="473d6ea9-be06-4609-b78d-125cc115ecf4" providerId="ADAL" clId="{5D582920-844C-4F4C-89C7-A2DE3BBEB8B3}" dt="2025-06-29T10:38:49.779" v="3280" actId="47"/>
        <pc:sldMkLst>
          <pc:docMk/>
          <pc:sldMk cId="1101458125" sldId="4800"/>
        </pc:sldMkLst>
      </pc:sldChg>
      <pc:sldChg chg="addSp delSp modSp add mod">
        <pc:chgData name="Ronan Ogor" userId="473d6ea9-be06-4609-b78d-125cc115ecf4" providerId="ADAL" clId="{5D582920-844C-4F4C-89C7-A2DE3BBEB8B3}" dt="2025-06-29T14:34:18.827" v="5254" actId="20577"/>
        <pc:sldMkLst>
          <pc:docMk/>
          <pc:sldMk cId="2703331782" sldId="4801"/>
        </pc:sldMkLst>
        <pc:spChg chg="del">
          <ac:chgData name="Ronan Ogor" userId="473d6ea9-be06-4609-b78d-125cc115ecf4" providerId="ADAL" clId="{5D582920-844C-4F4C-89C7-A2DE3BBEB8B3}" dt="2025-06-29T10:49:09.241" v="3596" actId="478"/>
          <ac:spMkLst>
            <pc:docMk/>
            <pc:sldMk cId="2703331782" sldId="4801"/>
            <ac:spMk id="2" creationId="{A40786EB-61B4-AF95-90B1-5ABC11591584}"/>
          </ac:spMkLst>
        </pc:spChg>
        <pc:spChg chg="del mod">
          <ac:chgData name="Ronan Ogor" userId="473d6ea9-be06-4609-b78d-125cc115ecf4" providerId="ADAL" clId="{5D582920-844C-4F4C-89C7-A2DE3BBEB8B3}" dt="2025-06-29T11:08:11.227" v="3894" actId="478"/>
          <ac:spMkLst>
            <pc:docMk/>
            <pc:sldMk cId="2703331782" sldId="4801"/>
            <ac:spMk id="3" creationId="{D7346D41-7A64-C57D-E209-5FEECCB71DFF}"/>
          </ac:spMkLst>
        </pc:spChg>
        <pc:spChg chg="del mod">
          <ac:chgData name="Ronan Ogor" userId="473d6ea9-be06-4609-b78d-125cc115ecf4" providerId="ADAL" clId="{5D582920-844C-4F4C-89C7-A2DE3BBEB8B3}" dt="2025-06-29T14:09:35.576" v="5068" actId="478"/>
          <ac:spMkLst>
            <pc:docMk/>
            <pc:sldMk cId="2703331782" sldId="4801"/>
            <ac:spMk id="4" creationId="{C6AD4E1C-1A63-D7C1-3C0D-F2119C7BA8E8}"/>
          </ac:spMkLst>
        </pc:spChg>
        <pc:spChg chg="del mod">
          <ac:chgData name="Ronan Ogor" userId="473d6ea9-be06-4609-b78d-125cc115ecf4" providerId="ADAL" clId="{5D582920-844C-4F4C-89C7-A2DE3BBEB8B3}" dt="2025-06-29T14:09:35.576" v="5068" actId="478"/>
          <ac:spMkLst>
            <pc:docMk/>
            <pc:sldMk cId="2703331782" sldId="4801"/>
            <ac:spMk id="5" creationId="{F1748DBD-3304-D83B-FAE2-10FADD3C0034}"/>
          </ac:spMkLst>
        </pc:spChg>
        <pc:spChg chg="del mod">
          <ac:chgData name="Ronan Ogor" userId="473d6ea9-be06-4609-b78d-125cc115ecf4" providerId="ADAL" clId="{5D582920-844C-4F4C-89C7-A2DE3BBEB8B3}" dt="2025-06-29T14:09:36.852" v="5069" actId="478"/>
          <ac:spMkLst>
            <pc:docMk/>
            <pc:sldMk cId="2703331782" sldId="4801"/>
            <ac:spMk id="7" creationId="{759468D5-B14D-6CA3-0A94-25A45F7D686F}"/>
          </ac:spMkLst>
        </pc:spChg>
        <pc:spChg chg="del mod">
          <ac:chgData name="Ronan Ogor" userId="473d6ea9-be06-4609-b78d-125cc115ecf4" providerId="ADAL" clId="{5D582920-844C-4F4C-89C7-A2DE3BBEB8B3}" dt="2025-06-29T14:09:36.852" v="5069" actId="478"/>
          <ac:spMkLst>
            <pc:docMk/>
            <pc:sldMk cId="2703331782" sldId="4801"/>
            <ac:spMk id="8" creationId="{FC54AC59-FA54-5A49-1DDF-043CFA1BBAB7}"/>
          </ac:spMkLst>
        </pc:spChg>
        <pc:spChg chg="add del mod">
          <ac:chgData name="Ronan Ogor" userId="473d6ea9-be06-4609-b78d-125cc115ecf4" providerId="ADAL" clId="{5D582920-844C-4F4C-89C7-A2DE3BBEB8B3}" dt="2025-06-29T14:05:52.961" v="5021" actId="478"/>
          <ac:spMkLst>
            <pc:docMk/>
            <pc:sldMk cId="2703331782" sldId="4801"/>
            <ac:spMk id="9" creationId="{FDE64962-3E91-1936-305C-738FABBF4840}"/>
          </ac:spMkLst>
        </pc:spChg>
        <pc:spChg chg="add del mod">
          <ac:chgData name="Ronan Ogor" userId="473d6ea9-be06-4609-b78d-125cc115ecf4" providerId="ADAL" clId="{5D582920-844C-4F4C-89C7-A2DE3BBEB8B3}" dt="2025-06-29T14:05:54.303" v="5022" actId="478"/>
          <ac:spMkLst>
            <pc:docMk/>
            <pc:sldMk cId="2703331782" sldId="4801"/>
            <ac:spMk id="10" creationId="{9FD2DB72-2440-4C10-9E52-C98041370F40}"/>
          </ac:spMkLst>
        </pc:spChg>
        <pc:spChg chg="del">
          <ac:chgData name="Ronan Ogor" userId="473d6ea9-be06-4609-b78d-125cc115ecf4" providerId="ADAL" clId="{5D582920-844C-4F4C-89C7-A2DE3BBEB8B3}" dt="2025-06-29T10:42:32.793" v="3400" actId="478"/>
          <ac:spMkLst>
            <pc:docMk/>
            <pc:sldMk cId="2703331782" sldId="4801"/>
            <ac:spMk id="11" creationId="{2A1E71D2-F2F6-B488-F7AA-A11F79BD8A2C}"/>
          </ac:spMkLst>
        </pc:spChg>
        <pc:spChg chg="add del mod">
          <ac:chgData name="Ronan Ogor" userId="473d6ea9-be06-4609-b78d-125cc115ecf4" providerId="ADAL" clId="{5D582920-844C-4F4C-89C7-A2DE3BBEB8B3}" dt="2025-06-29T14:09:35.576" v="5068" actId="478"/>
          <ac:spMkLst>
            <pc:docMk/>
            <pc:sldMk cId="2703331782" sldId="4801"/>
            <ac:spMk id="15" creationId="{2F4A5155-0503-A524-A641-4D77A47091DE}"/>
          </ac:spMkLst>
        </pc:spChg>
        <pc:spChg chg="add del mod">
          <ac:chgData name="Ronan Ogor" userId="473d6ea9-be06-4609-b78d-125cc115ecf4" providerId="ADAL" clId="{5D582920-844C-4F4C-89C7-A2DE3BBEB8B3}" dt="2025-06-29T14:06:07.111" v="5025" actId="478"/>
          <ac:spMkLst>
            <pc:docMk/>
            <pc:sldMk cId="2703331782" sldId="4801"/>
            <ac:spMk id="18" creationId="{73F6B665-89EB-6949-49BF-8A4B5E1A690C}"/>
          </ac:spMkLst>
        </pc:spChg>
        <pc:spChg chg="del mod">
          <ac:chgData name="Ronan Ogor" userId="473d6ea9-be06-4609-b78d-125cc115ecf4" providerId="ADAL" clId="{5D582920-844C-4F4C-89C7-A2DE3BBEB8B3}" dt="2025-06-29T10:42:42.142" v="3404" actId="478"/>
          <ac:spMkLst>
            <pc:docMk/>
            <pc:sldMk cId="2703331782" sldId="4801"/>
            <ac:spMk id="19" creationId="{4EE9DA7C-D676-36F3-90EE-BF739DDEF841}"/>
          </ac:spMkLst>
        </pc:spChg>
        <pc:spChg chg="add del mod">
          <ac:chgData name="Ronan Ogor" userId="473d6ea9-be06-4609-b78d-125cc115ecf4" providerId="ADAL" clId="{5D582920-844C-4F4C-89C7-A2DE3BBEB8B3}" dt="2025-06-29T14:09:35.576" v="5068" actId="478"/>
          <ac:spMkLst>
            <pc:docMk/>
            <pc:sldMk cId="2703331782" sldId="4801"/>
            <ac:spMk id="20" creationId="{1E837B3A-0B6B-E5A0-B799-C5615FC46872}"/>
          </ac:spMkLst>
        </pc:spChg>
        <pc:spChg chg="del mod">
          <ac:chgData name="Ronan Ogor" userId="473d6ea9-be06-4609-b78d-125cc115ecf4" providerId="ADAL" clId="{5D582920-844C-4F4C-89C7-A2DE3BBEB8B3}" dt="2025-06-29T10:42:42.142" v="3404" actId="478"/>
          <ac:spMkLst>
            <pc:docMk/>
            <pc:sldMk cId="2703331782" sldId="4801"/>
            <ac:spMk id="23" creationId="{0A7038F8-2F76-27EF-F3AF-A61A24700962}"/>
          </ac:spMkLst>
        </pc:spChg>
        <pc:spChg chg="del mod">
          <ac:chgData name="Ronan Ogor" userId="473d6ea9-be06-4609-b78d-125cc115ecf4" providerId="ADAL" clId="{5D582920-844C-4F4C-89C7-A2DE3BBEB8B3}" dt="2025-06-29T10:45:36.548" v="3453" actId="478"/>
          <ac:spMkLst>
            <pc:docMk/>
            <pc:sldMk cId="2703331782" sldId="4801"/>
            <ac:spMk id="24" creationId="{3718CFB4-D0E7-D4AB-384B-F049BC362E9D}"/>
          </ac:spMkLst>
        </pc:spChg>
        <pc:spChg chg="mod">
          <ac:chgData name="Ronan Ogor" userId="473d6ea9-be06-4609-b78d-125cc115ecf4" providerId="ADAL" clId="{5D582920-844C-4F4C-89C7-A2DE3BBEB8B3}" dt="2025-06-29T10:39:29.118" v="3288" actId="20577"/>
          <ac:spMkLst>
            <pc:docMk/>
            <pc:sldMk cId="2703331782" sldId="4801"/>
            <ac:spMk id="25" creationId="{C4215225-39C2-B278-93A9-89D4151ED0BF}"/>
          </ac:spMkLst>
        </pc:spChg>
        <pc:spChg chg="add del mod">
          <ac:chgData name="Ronan Ogor" userId="473d6ea9-be06-4609-b78d-125cc115ecf4" providerId="ADAL" clId="{5D582920-844C-4F4C-89C7-A2DE3BBEB8B3}" dt="2025-06-29T14:09:35.576" v="5068" actId="478"/>
          <ac:spMkLst>
            <pc:docMk/>
            <pc:sldMk cId="2703331782" sldId="4801"/>
            <ac:spMk id="26" creationId="{206F98C2-4DC2-EFA1-1585-1DB241E0E707}"/>
          </ac:spMkLst>
        </pc:spChg>
        <pc:spChg chg="add del mod">
          <ac:chgData name="Ronan Ogor" userId="473d6ea9-be06-4609-b78d-125cc115ecf4" providerId="ADAL" clId="{5D582920-844C-4F4C-89C7-A2DE3BBEB8B3}" dt="2025-06-29T14:09:35.576" v="5068" actId="478"/>
          <ac:spMkLst>
            <pc:docMk/>
            <pc:sldMk cId="2703331782" sldId="4801"/>
            <ac:spMk id="27" creationId="{983F7601-53DF-4546-2B1F-6182E5E41795}"/>
          </ac:spMkLst>
        </pc:spChg>
        <pc:spChg chg="add del mod">
          <ac:chgData name="Ronan Ogor" userId="473d6ea9-be06-4609-b78d-125cc115ecf4" providerId="ADAL" clId="{5D582920-844C-4F4C-89C7-A2DE3BBEB8B3}" dt="2025-06-29T14:33:49.847" v="5246" actId="478"/>
          <ac:spMkLst>
            <pc:docMk/>
            <pc:sldMk cId="2703331782" sldId="4801"/>
            <ac:spMk id="28" creationId="{C25293C5-785A-6244-5571-0F714719B302}"/>
          </ac:spMkLst>
        </pc:spChg>
        <pc:spChg chg="add mod">
          <ac:chgData name="Ronan Ogor" userId="473d6ea9-be06-4609-b78d-125cc115ecf4" providerId="ADAL" clId="{5D582920-844C-4F4C-89C7-A2DE3BBEB8B3}" dt="2025-06-29T14:34:07.857" v="5251" actId="1076"/>
          <ac:spMkLst>
            <pc:docMk/>
            <pc:sldMk cId="2703331782" sldId="4801"/>
            <ac:spMk id="29" creationId="{A5811CC6-9E44-2C66-0C49-6AA91F1FED98}"/>
          </ac:spMkLst>
        </pc:spChg>
        <pc:spChg chg="del mod">
          <ac:chgData name="Ronan Ogor" userId="473d6ea9-be06-4609-b78d-125cc115ecf4" providerId="ADAL" clId="{5D582920-844C-4F4C-89C7-A2DE3BBEB8B3}" dt="2025-06-29T14:09:35.576" v="5068" actId="478"/>
          <ac:spMkLst>
            <pc:docMk/>
            <pc:sldMk cId="2703331782" sldId="4801"/>
            <ac:spMk id="30" creationId="{ABC39CC5-00F9-C862-F502-FCF4FB590F8C}"/>
          </ac:spMkLst>
        </pc:spChg>
        <pc:spChg chg="del mod">
          <ac:chgData name="Ronan Ogor" userId="473d6ea9-be06-4609-b78d-125cc115ecf4" providerId="ADAL" clId="{5D582920-844C-4F4C-89C7-A2DE3BBEB8B3}" dt="2025-06-29T14:09:35.576" v="5068" actId="478"/>
          <ac:spMkLst>
            <pc:docMk/>
            <pc:sldMk cId="2703331782" sldId="4801"/>
            <ac:spMk id="31" creationId="{79388216-C1C3-4219-396E-927F3DEA622D}"/>
          </ac:spMkLst>
        </pc:spChg>
        <pc:spChg chg="add mod">
          <ac:chgData name="Ronan Ogor" userId="473d6ea9-be06-4609-b78d-125cc115ecf4" providerId="ADAL" clId="{5D582920-844C-4F4C-89C7-A2DE3BBEB8B3}" dt="2025-06-29T10:49:07.393" v="3595"/>
          <ac:spMkLst>
            <pc:docMk/>
            <pc:sldMk cId="2703331782" sldId="4801"/>
            <ac:spMk id="32" creationId="{40606904-2AC3-AAC4-859D-23DB8457DA52}"/>
          </ac:spMkLst>
        </pc:spChg>
        <pc:spChg chg="add mod">
          <ac:chgData name="Ronan Ogor" userId="473d6ea9-be06-4609-b78d-125cc115ecf4" providerId="ADAL" clId="{5D582920-844C-4F4C-89C7-A2DE3BBEB8B3}" dt="2025-06-29T10:59:53.675" v="3620"/>
          <ac:spMkLst>
            <pc:docMk/>
            <pc:sldMk cId="2703331782" sldId="4801"/>
            <ac:spMk id="34" creationId="{698BFD08-B8E5-94BC-D0D9-6387A5FC7F9E}"/>
          </ac:spMkLst>
        </pc:spChg>
        <pc:spChg chg="mod">
          <ac:chgData name="Ronan Ogor" userId="473d6ea9-be06-4609-b78d-125cc115ecf4" providerId="ADAL" clId="{5D582920-844C-4F4C-89C7-A2DE3BBEB8B3}" dt="2025-06-29T14:34:18.827" v="5254" actId="20577"/>
          <ac:spMkLst>
            <pc:docMk/>
            <pc:sldMk cId="2703331782" sldId="4801"/>
            <ac:spMk id="35" creationId="{618FC30F-142D-8D95-71D0-FB5C12D26957}"/>
          </ac:spMkLst>
        </pc:spChg>
        <pc:spChg chg="add">
          <ac:chgData name="Ronan Ogor" userId="473d6ea9-be06-4609-b78d-125cc115ecf4" providerId="ADAL" clId="{5D582920-844C-4F4C-89C7-A2DE3BBEB8B3}" dt="2025-06-29T11:00:35.126" v="3629"/>
          <ac:spMkLst>
            <pc:docMk/>
            <pc:sldMk cId="2703331782" sldId="4801"/>
            <ac:spMk id="36" creationId="{1598F02F-3D45-B9F4-71A3-B598592107A2}"/>
          </ac:spMkLst>
        </pc:spChg>
        <pc:spChg chg="add del mod">
          <ac:chgData name="Ronan Ogor" userId="473d6ea9-be06-4609-b78d-125cc115ecf4" providerId="ADAL" clId="{5D582920-844C-4F4C-89C7-A2DE3BBEB8B3}" dt="2025-06-29T11:08:19.434" v="3897" actId="478"/>
          <ac:spMkLst>
            <pc:docMk/>
            <pc:sldMk cId="2703331782" sldId="4801"/>
            <ac:spMk id="37" creationId="{77D75EEB-3AB7-C0D4-64F3-76DE03C5F18C}"/>
          </ac:spMkLst>
        </pc:spChg>
        <pc:spChg chg="add del mod">
          <ac:chgData name="Ronan Ogor" userId="473d6ea9-be06-4609-b78d-125cc115ecf4" providerId="ADAL" clId="{5D582920-844C-4F4C-89C7-A2DE3BBEB8B3}" dt="2025-06-29T11:08:19.434" v="3897" actId="478"/>
          <ac:spMkLst>
            <pc:docMk/>
            <pc:sldMk cId="2703331782" sldId="4801"/>
            <ac:spMk id="38" creationId="{EAA9B4D2-6CAE-F4A9-3F78-168EE73D62A3}"/>
          </ac:spMkLst>
        </pc:spChg>
        <pc:spChg chg="add mod">
          <ac:chgData name="Ronan Ogor" userId="473d6ea9-be06-4609-b78d-125cc115ecf4" providerId="ADAL" clId="{5D582920-844C-4F4C-89C7-A2DE3BBEB8B3}" dt="2025-06-29T11:05:42.183" v="3804" actId="571"/>
          <ac:spMkLst>
            <pc:docMk/>
            <pc:sldMk cId="2703331782" sldId="4801"/>
            <ac:spMk id="39" creationId="{A4F673CE-074B-99BF-D3B2-903D163670BE}"/>
          </ac:spMkLst>
        </pc:spChg>
        <pc:spChg chg="add mod">
          <ac:chgData name="Ronan Ogor" userId="473d6ea9-be06-4609-b78d-125cc115ecf4" providerId="ADAL" clId="{5D582920-844C-4F4C-89C7-A2DE3BBEB8B3}" dt="2025-06-29T11:07:15.956" v="3821"/>
          <ac:spMkLst>
            <pc:docMk/>
            <pc:sldMk cId="2703331782" sldId="4801"/>
            <ac:spMk id="40" creationId="{877AFEAC-44C5-61D2-DD23-A3B29E2D66F9}"/>
          </ac:spMkLst>
        </pc:spChg>
        <pc:spChg chg="add mod">
          <ac:chgData name="Ronan Ogor" userId="473d6ea9-be06-4609-b78d-125cc115ecf4" providerId="ADAL" clId="{5D582920-844C-4F4C-89C7-A2DE3BBEB8B3}" dt="2025-06-29T14:10:06.875" v="5076" actId="207"/>
          <ac:spMkLst>
            <pc:docMk/>
            <pc:sldMk cId="2703331782" sldId="4801"/>
            <ac:spMk id="41" creationId="{EC0D1BCF-8529-9648-1B26-046A6B9ED81A}"/>
          </ac:spMkLst>
        </pc:spChg>
        <pc:spChg chg="add mod">
          <ac:chgData name="Ronan Ogor" userId="473d6ea9-be06-4609-b78d-125cc115ecf4" providerId="ADAL" clId="{5D582920-844C-4F4C-89C7-A2DE3BBEB8B3}" dt="2025-06-29T14:07:46.179" v="5038"/>
          <ac:spMkLst>
            <pc:docMk/>
            <pc:sldMk cId="2703331782" sldId="4801"/>
            <ac:spMk id="46" creationId="{4BC14744-F70F-39A9-6FD7-5E403EC6925B}"/>
          </ac:spMkLst>
        </pc:spChg>
        <pc:spChg chg="add mod">
          <ac:chgData name="Ronan Ogor" userId="473d6ea9-be06-4609-b78d-125cc115ecf4" providerId="ADAL" clId="{5D582920-844C-4F4C-89C7-A2DE3BBEB8B3}" dt="2025-06-29T14:10:41.596" v="5089" actId="1076"/>
          <ac:spMkLst>
            <pc:docMk/>
            <pc:sldMk cId="2703331782" sldId="4801"/>
            <ac:spMk id="48" creationId="{926CE39A-1C22-F5BC-7719-988C738275F0}"/>
          </ac:spMkLst>
        </pc:spChg>
        <pc:spChg chg="add mod">
          <ac:chgData name="Ronan Ogor" userId="473d6ea9-be06-4609-b78d-125cc115ecf4" providerId="ADAL" clId="{5D582920-844C-4F4C-89C7-A2DE3BBEB8B3}" dt="2025-06-29T14:10:41.596" v="5089" actId="1076"/>
          <ac:spMkLst>
            <pc:docMk/>
            <pc:sldMk cId="2703331782" sldId="4801"/>
            <ac:spMk id="49" creationId="{41F1B57F-718C-0FF6-16C9-8AB53BE91230}"/>
          </ac:spMkLst>
        </pc:spChg>
        <pc:spChg chg="add mod">
          <ac:chgData name="Ronan Ogor" userId="473d6ea9-be06-4609-b78d-125cc115ecf4" providerId="ADAL" clId="{5D582920-844C-4F4C-89C7-A2DE3BBEB8B3}" dt="2025-06-29T14:10:41.596" v="5089" actId="1076"/>
          <ac:spMkLst>
            <pc:docMk/>
            <pc:sldMk cId="2703331782" sldId="4801"/>
            <ac:spMk id="50" creationId="{BED1804F-E171-957F-E3FA-0E8C1E26C0A9}"/>
          </ac:spMkLst>
        </pc:spChg>
        <pc:spChg chg="add mod">
          <ac:chgData name="Ronan Ogor" userId="473d6ea9-be06-4609-b78d-125cc115ecf4" providerId="ADAL" clId="{5D582920-844C-4F4C-89C7-A2DE3BBEB8B3}" dt="2025-06-29T14:10:41.596" v="5089" actId="1076"/>
          <ac:spMkLst>
            <pc:docMk/>
            <pc:sldMk cId="2703331782" sldId="4801"/>
            <ac:spMk id="52" creationId="{820BD4D2-EAF8-1B00-2846-F0AA3F4D27BC}"/>
          </ac:spMkLst>
        </pc:spChg>
        <pc:spChg chg="add mod">
          <ac:chgData name="Ronan Ogor" userId="473d6ea9-be06-4609-b78d-125cc115ecf4" providerId="ADAL" clId="{5D582920-844C-4F4C-89C7-A2DE3BBEB8B3}" dt="2025-06-29T14:07:46.179" v="5038"/>
          <ac:spMkLst>
            <pc:docMk/>
            <pc:sldMk cId="2703331782" sldId="4801"/>
            <ac:spMk id="53" creationId="{CD0679E5-A86D-93F1-A6B9-1FD9B61FFF7F}"/>
          </ac:spMkLst>
        </pc:spChg>
        <pc:spChg chg="add mod">
          <ac:chgData name="Ronan Ogor" userId="473d6ea9-be06-4609-b78d-125cc115ecf4" providerId="ADAL" clId="{5D582920-844C-4F4C-89C7-A2DE3BBEB8B3}" dt="2025-06-29T14:09:08.779" v="5062" actId="14100"/>
          <ac:spMkLst>
            <pc:docMk/>
            <pc:sldMk cId="2703331782" sldId="4801"/>
            <ac:spMk id="54" creationId="{F20B849F-E0CE-7BCB-F501-9F09E718EC9D}"/>
          </ac:spMkLst>
        </pc:spChg>
        <pc:spChg chg="add mod">
          <ac:chgData name="Ronan Ogor" userId="473d6ea9-be06-4609-b78d-125cc115ecf4" providerId="ADAL" clId="{5D582920-844C-4F4C-89C7-A2DE3BBEB8B3}" dt="2025-06-29T14:10:41.596" v="5089" actId="1076"/>
          <ac:spMkLst>
            <pc:docMk/>
            <pc:sldMk cId="2703331782" sldId="4801"/>
            <ac:spMk id="56" creationId="{228BF2F5-E4C4-C498-5DF0-72772718D152}"/>
          </ac:spMkLst>
        </pc:spChg>
        <pc:spChg chg="mod">
          <ac:chgData name="Ronan Ogor" userId="473d6ea9-be06-4609-b78d-125cc115ecf4" providerId="ADAL" clId="{5D582920-844C-4F4C-89C7-A2DE3BBEB8B3}" dt="2025-06-29T14:33:45.624" v="5244" actId="207"/>
          <ac:spMkLst>
            <pc:docMk/>
            <pc:sldMk cId="2703331782" sldId="4801"/>
            <ac:spMk id="57" creationId="{C7E390A1-FE0E-FCFC-ECD6-203630FBC4FB}"/>
          </ac:spMkLst>
        </pc:spChg>
        <pc:spChg chg="add del mod">
          <ac:chgData name="Ronan Ogor" userId="473d6ea9-be06-4609-b78d-125cc115ecf4" providerId="ADAL" clId="{5D582920-844C-4F4C-89C7-A2DE3BBEB8B3}" dt="2025-06-29T14:08:45.407" v="5056" actId="478"/>
          <ac:spMkLst>
            <pc:docMk/>
            <pc:sldMk cId="2703331782" sldId="4801"/>
            <ac:spMk id="60" creationId="{331431EE-85D4-1644-BD6B-7522CC36E4A0}"/>
          </ac:spMkLst>
        </pc:spChg>
        <pc:spChg chg="add mod">
          <ac:chgData name="Ronan Ogor" userId="473d6ea9-be06-4609-b78d-125cc115ecf4" providerId="ADAL" clId="{5D582920-844C-4F4C-89C7-A2DE3BBEB8B3}" dt="2025-06-29T14:10:41.596" v="5089" actId="1076"/>
          <ac:spMkLst>
            <pc:docMk/>
            <pc:sldMk cId="2703331782" sldId="4801"/>
            <ac:spMk id="61" creationId="{E766473A-B3C8-265D-0AF5-4EB414BA1714}"/>
          </ac:spMkLst>
        </pc:spChg>
        <pc:spChg chg="add mod">
          <ac:chgData name="Ronan Ogor" userId="473d6ea9-be06-4609-b78d-125cc115ecf4" providerId="ADAL" clId="{5D582920-844C-4F4C-89C7-A2DE3BBEB8B3}" dt="2025-06-29T14:10:41.596" v="5089" actId="1076"/>
          <ac:spMkLst>
            <pc:docMk/>
            <pc:sldMk cId="2703331782" sldId="4801"/>
            <ac:spMk id="65" creationId="{8993B781-99C2-2D24-9615-8B3A2DFD84EA}"/>
          </ac:spMkLst>
        </pc:spChg>
        <pc:spChg chg="add mod">
          <ac:chgData name="Ronan Ogor" userId="473d6ea9-be06-4609-b78d-125cc115ecf4" providerId="ADAL" clId="{5D582920-844C-4F4C-89C7-A2DE3BBEB8B3}" dt="2025-06-29T14:10:41.596" v="5089" actId="1076"/>
          <ac:spMkLst>
            <pc:docMk/>
            <pc:sldMk cId="2703331782" sldId="4801"/>
            <ac:spMk id="66" creationId="{D472EB9F-1DBF-2684-9B66-EBF4078A227C}"/>
          </ac:spMkLst>
        </pc:spChg>
        <pc:spChg chg="add mod">
          <ac:chgData name="Ronan Ogor" userId="473d6ea9-be06-4609-b78d-125cc115ecf4" providerId="ADAL" clId="{5D582920-844C-4F4C-89C7-A2DE3BBEB8B3}" dt="2025-06-29T14:08:43.405" v="5055" actId="571"/>
          <ac:spMkLst>
            <pc:docMk/>
            <pc:sldMk cId="2703331782" sldId="4801"/>
            <ac:spMk id="67" creationId="{7AD6753B-C381-860B-13A2-894C02F71441}"/>
          </ac:spMkLst>
        </pc:spChg>
        <pc:spChg chg="add del mod">
          <ac:chgData name="Ronan Ogor" userId="473d6ea9-be06-4609-b78d-125cc115ecf4" providerId="ADAL" clId="{5D582920-844C-4F4C-89C7-A2DE3BBEB8B3}" dt="2025-06-29T14:34:05.111" v="5250" actId="478"/>
          <ac:spMkLst>
            <pc:docMk/>
            <pc:sldMk cId="2703331782" sldId="4801"/>
            <ac:spMk id="69" creationId="{9A336286-1716-761B-A854-CF3EAD3E2CCC}"/>
          </ac:spMkLst>
        </pc:spChg>
        <pc:picChg chg="del">
          <ac:chgData name="Ronan Ogor" userId="473d6ea9-be06-4609-b78d-125cc115ecf4" providerId="ADAL" clId="{5D582920-844C-4F4C-89C7-A2DE3BBEB8B3}" dt="2025-06-29T10:42:32.793" v="3400" actId="478"/>
          <ac:picMkLst>
            <pc:docMk/>
            <pc:sldMk cId="2703331782" sldId="4801"/>
            <ac:picMk id="13" creationId="{092AAB5E-B683-8678-3CB2-1791D32AAED6}"/>
          </ac:picMkLst>
        </pc:picChg>
        <pc:picChg chg="add mod">
          <ac:chgData name="Ronan Ogor" userId="473d6ea9-be06-4609-b78d-125cc115ecf4" providerId="ADAL" clId="{5D582920-844C-4F4C-89C7-A2DE3BBEB8B3}" dt="2025-06-29T14:34:09.620" v="5252" actId="1076"/>
          <ac:picMkLst>
            <pc:docMk/>
            <pc:sldMk cId="2703331782" sldId="4801"/>
            <ac:picMk id="33" creationId="{DDFB2A9F-DFD1-8816-9C94-C4090C06D13F}"/>
          </ac:picMkLst>
        </pc:picChg>
        <pc:cxnChg chg="del mod">
          <ac:chgData name="Ronan Ogor" userId="473d6ea9-be06-4609-b78d-125cc115ecf4" providerId="ADAL" clId="{5D582920-844C-4F4C-89C7-A2DE3BBEB8B3}" dt="2025-06-29T14:09:36.852" v="5069" actId="478"/>
          <ac:cxnSpMkLst>
            <pc:docMk/>
            <pc:sldMk cId="2703331782" sldId="4801"/>
            <ac:cxnSpMk id="6" creationId="{4C00E0DF-8315-A7B0-2431-873ECE1921AC}"/>
          </ac:cxnSpMkLst>
        </pc:cxnChg>
        <pc:cxnChg chg="del mod">
          <ac:chgData name="Ronan Ogor" userId="473d6ea9-be06-4609-b78d-125cc115ecf4" providerId="ADAL" clId="{5D582920-844C-4F4C-89C7-A2DE3BBEB8B3}" dt="2025-06-29T10:42:42.142" v="3404" actId="478"/>
          <ac:cxnSpMkLst>
            <pc:docMk/>
            <pc:sldMk cId="2703331782" sldId="4801"/>
            <ac:cxnSpMk id="14" creationId="{EAE418EA-FAAD-011B-02C9-0899E9E215F8}"/>
          </ac:cxnSpMkLst>
        </pc:cxnChg>
        <pc:cxnChg chg="add del mod">
          <ac:chgData name="Ronan Ogor" userId="473d6ea9-be06-4609-b78d-125cc115ecf4" providerId="ADAL" clId="{5D582920-844C-4F4C-89C7-A2DE3BBEB8B3}" dt="2025-06-29T14:09:35.576" v="5068" actId="478"/>
          <ac:cxnSpMkLst>
            <pc:docMk/>
            <pc:sldMk cId="2703331782" sldId="4801"/>
            <ac:cxnSpMk id="17" creationId="{C00FBCF3-B5C4-EDED-58CD-344CDA5BE2AB}"/>
          </ac:cxnSpMkLst>
        </pc:cxnChg>
        <pc:cxnChg chg="del mod">
          <ac:chgData name="Ronan Ogor" userId="473d6ea9-be06-4609-b78d-125cc115ecf4" providerId="ADAL" clId="{5D582920-844C-4F4C-89C7-A2DE3BBEB8B3}" dt="2025-06-29T10:42:42.142" v="3404" actId="478"/>
          <ac:cxnSpMkLst>
            <pc:docMk/>
            <pc:sldMk cId="2703331782" sldId="4801"/>
            <ac:cxnSpMk id="21" creationId="{DBA77AAE-BA86-FB07-5D7D-4137FC5599DF}"/>
          </ac:cxnSpMkLst>
        </pc:cxnChg>
        <pc:cxnChg chg="add del mod">
          <ac:chgData name="Ronan Ogor" userId="473d6ea9-be06-4609-b78d-125cc115ecf4" providerId="ADAL" clId="{5D582920-844C-4F4C-89C7-A2DE3BBEB8B3}" dt="2025-06-29T14:09:35.576" v="5068" actId="478"/>
          <ac:cxnSpMkLst>
            <pc:docMk/>
            <pc:sldMk cId="2703331782" sldId="4801"/>
            <ac:cxnSpMk id="22" creationId="{38D40FAB-78AA-BE0A-6433-E16306CDFECA}"/>
          </ac:cxnSpMkLst>
        </pc:cxnChg>
        <pc:cxnChg chg="mod">
          <ac:chgData name="Ronan Ogor" userId="473d6ea9-be06-4609-b78d-125cc115ecf4" providerId="ADAL" clId="{5D582920-844C-4F4C-89C7-A2DE3BBEB8B3}" dt="2025-06-29T14:09:02.732" v="5059"/>
          <ac:cxnSpMkLst>
            <pc:docMk/>
            <pc:sldMk cId="2703331782" sldId="4801"/>
            <ac:cxnSpMk id="58" creationId="{65957F7F-0CBC-AADC-0BA2-F1F15D47B40F}"/>
          </ac:cxnSpMkLst>
        </pc:cxnChg>
        <pc:cxnChg chg="del mod">
          <ac:chgData name="Ronan Ogor" userId="473d6ea9-be06-4609-b78d-125cc115ecf4" providerId="ADAL" clId="{5D582920-844C-4F4C-89C7-A2DE3BBEB8B3}" dt="2025-06-29T14:08:46.490" v="5057" actId="478"/>
          <ac:cxnSpMkLst>
            <pc:docMk/>
            <pc:sldMk cId="2703331782" sldId="4801"/>
            <ac:cxnSpMk id="59" creationId="{159E4255-DC46-4509-2C22-3D5CA8D6FBCE}"/>
          </ac:cxnSpMkLst>
        </pc:cxnChg>
        <pc:cxnChg chg="add mod">
          <ac:chgData name="Ronan Ogor" userId="473d6ea9-be06-4609-b78d-125cc115ecf4" providerId="ADAL" clId="{5D582920-844C-4F4C-89C7-A2DE3BBEB8B3}" dt="2025-06-29T14:08:15.540" v="5050" actId="14100"/>
          <ac:cxnSpMkLst>
            <pc:docMk/>
            <pc:sldMk cId="2703331782" sldId="4801"/>
            <ac:cxnSpMk id="63" creationId="{1BAD5A42-BF99-A829-CA2C-06EB89E2ED8D}"/>
          </ac:cxnSpMkLst>
        </pc:cxnChg>
        <pc:cxnChg chg="add mod">
          <ac:chgData name="Ronan Ogor" userId="473d6ea9-be06-4609-b78d-125cc115ecf4" providerId="ADAL" clId="{5D582920-844C-4F4C-89C7-A2DE3BBEB8B3}" dt="2025-06-29T14:33:59.968" v="5248" actId="1076"/>
          <ac:cxnSpMkLst>
            <pc:docMk/>
            <pc:sldMk cId="2703331782" sldId="4801"/>
            <ac:cxnSpMk id="68" creationId="{1D0D1ADA-8C62-EF18-43F6-B26DBC94A33D}"/>
          </ac:cxnSpMkLst>
        </pc:cxnChg>
      </pc:sldChg>
      <pc:sldChg chg="modSp add del mod ord">
        <pc:chgData name="Ronan Ogor" userId="473d6ea9-be06-4609-b78d-125cc115ecf4" providerId="ADAL" clId="{5D582920-844C-4F4C-89C7-A2DE3BBEB8B3}" dt="2025-06-29T11:33:40.619" v="4449" actId="47"/>
        <pc:sldMkLst>
          <pc:docMk/>
          <pc:sldMk cId="1437600136" sldId="4802"/>
        </pc:sldMkLst>
        <pc:spChg chg="mod">
          <ac:chgData name="Ronan Ogor" userId="473d6ea9-be06-4609-b78d-125cc115ecf4" providerId="ADAL" clId="{5D582920-844C-4F4C-89C7-A2DE3BBEB8B3}" dt="2025-06-29T11:00:15.336" v="3628" actId="20577"/>
          <ac:spMkLst>
            <pc:docMk/>
            <pc:sldMk cId="1437600136" sldId="4802"/>
            <ac:spMk id="3" creationId="{58B022AB-5372-0A6E-A738-3A7541E26AE7}"/>
          </ac:spMkLst>
        </pc:spChg>
      </pc:sldChg>
      <pc:sldChg chg="addSp delSp modSp add mod">
        <pc:chgData name="Ronan Ogor" userId="473d6ea9-be06-4609-b78d-125cc115ecf4" providerId="ADAL" clId="{5D582920-844C-4F4C-89C7-A2DE3BBEB8B3}" dt="2025-06-29T14:34:48.231" v="5255" actId="1076"/>
        <pc:sldMkLst>
          <pc:docMk/>
          <pc:sldMk cId="151302955" sldId="4803"/>
        </pc:sldMkLst>
        <pc:spChg chg="mod">
          <ac:chgData name="Ronan Ogor" userId="473d6ea9-be06-4609-b78d-125cc115ecf4" providerId="ADAL" clId="{5D582920-844C-4F4C-89C7-A2DE3BBEB8B3}" dt="2025-06-29T14:29:02.094" v="5141" actId="1076"/>
          <ac:spMkLst>
            <pc:docMk/>
            <pc:sldMk cId="151302955" sldId="4803"/>
            <ac:spMk id="3" creationId="{382B38A8-AB8D-3E18-83DC-CD7437336922}"/>
          </ac:spMkLst>
        </pc:spChg>
        <pc:spChg chg="del">
          <ac:chgData name="Ronan Ogor" userId="473d6ea9-be06-4609-b78d-125cc115ecf4" providerId="ADAL" clId="{5D582920-844C-4F4C-89C7-A2DE3BBEB8B3}" dt="2025-06-29T14:28:19.348" v="5131" actId="478"/>
          <ac:spMkLst>
            <pc:docMk/>
            <pc:sldMk cId="151302955" sldId="4803"/>
            <ac:spMk id="4" creationId="{780AB03F-6932-859D-9AE7-54C9525F67D1}"/>
          </ac:spMkLst>
        </pc:spChg>
        <pc:spChg chg="del mod">
          <ac:chgData name="Ronan Ogor" userId="473d6ea9-be06-4609-b78d-125cc115ecf4" providerId="ADAL" clId="{5D582920-844C-4F4C-89C7-A2DE3BBEB8B3}" dt="2025-06-29T14:28:19.348" v="5131" actId="478"/>
          <ac:spMkLst>
            <pc:docMk/>
            <pc:sldMk cId="151302955" sldId="4803"/>
            <ac:spMk id="5" creationId="{AE73650F-AF6A-62F2-881B-F34B163EBE69}"/>
          </ac:spMkLst>
        </pc:spChg>
        <pc:spChg chg="del">
          <ac:chgData name="Ronan Ogor" userId="473d6ea9-be06-4609-b78d-125cc115ecf4" providerId="ADAL" clId="{5D582920-844C-4F4C-89C7-A2DE3BBEB8B3}" dt="2025-06-29T14:28:19.348" v="5131" actId="478"/>
          <ac:spMkLst>
            <pc:docMk/>
            <pc:sldMk cId="151302955" sldId="4803"/>
            <ac:spMk id="7" creationId="{D77241E8-8671-EEBF-ED61-F7883ACF5162}"/>
          </ac:spMkLst>
        </pc:spChg>
        <pc:spChg chg="add mod">
          <ac:chgData name="Ronan Ogor" userId="473d6ea9-be06-4609-b78d-125cc115ecf4" providerId="ADAL" clId="{5D582920-844C-4F4C-89C7-A2DE3BBEB8B3}" dt="2025-06-29T14:34:48.231" v="5255" actId="1076"/>
          <ac:spMkLst>
            <pc:docMk/>
            <pc:sldMk cId="151302955" sldId="4803"/>
            <ac:spMk id="9" creationId="{04B84BEF-3DB3-F675-C84C-B5CF2FB4D1FF}"/>
          </ac:spMkLst>
        </pc:spChg>
        <pc:spChg chg="mod">
          <ac:chgData name="Ronan Ogor" userId="473d6ea9-be06-4609-b78d-125cc115ecf4" providerId="ADAL" clId="{5D582920-844C-4F4C-89C7-A2DE3BBEB8B3}" dt="2025-06-29T14:34:48.231" v="5255" actId="1076"/>
          <ac:spMkLst>
            <pc:docMk/>
            <pc:sldMk cId="151302955" sldId="4803"/>
            <ac:spMk id="11" creationId="{78F0FA55-D4E3-E759-93D0-4530C0CE658A}"/>
          </ac:spMkLst>
        </pc:spChg>
        <pc:spChg chg="add mod">
          <ac:chgData name="Ronan Ogor" userId="473d6ea9-be06-4609-b78d-125cc115ecf4" providerId="ADAL" clId="{5D582920-844C-4F4C-89C7-A2DE3BBEB8B3}" dt="2025-06-29T14:28:51.495" v="5139" actId="1076"/>
          <ac:spMkLst>
            <pc:docMk/>
            <pc:sldMk cId="151302955" sldId="4803"/>
            <ac:spMk id="12" creationId="{5911FDF7-0321-AD71-78DC-D43127C2D9B4}"/>
          </ac:spMkLst>
        </pc:spChg>
        <pc:spChg chg="add mod">
          <ac:chgData name="Ronan Ogor" userId="473d6ea9-be06-4609-b78d-125cc115ecf4" providerId="ADAL" clId="{5D582920-844C-4F4C-89C7-A2DE3BBEB8B3}" dt="2025-06-29T14:28:51.495" v="5139" actId="1076"/>
          <ac:spMkLst>
            <pc:docMk/>
            <pc:sldMk cId="151302955" sldId="4803"/>
            <ac:spMk id="13" creationId="{5BEE51C6-CC80-18A5-E9DF-6D6A49C11F5C}"/>
          </ac:spMkLst>
        </pc:spChg>
        <pc:spChg chg="del mod">
          <ac:chgData name="Ronan Ogor" userId="473d6ea9-be06-4609-b78d-125cc115ecf4" providerId="ADAL" clId="{5D582920-844C-4F4C-89C7-A2DE3BBEB8B3}" dt="2025-06-29T14:28:19.348" v="5131" actId="478"/>
          <ac:spMkLst>
            <pc:docMk/>
            <pc:sldMk cId="151302955" sldId="4803"/>
            <ac:spMk id="15" creationId="{3374C2D5-37D7-31F0-F69F-020536666BA1}"/>
          </ac:spMkLst>
        </pc:spChg>
        <pc:spChg chg="add mod">
          <ac:chgData name="Ronan Ogor" userId="473d6ea9-be06-4609-b78d-125cc115ecf4" providerId="ADAL" clId="{5D582920-844C-4F4C-89C7-A2DE3BBEB8B3}" dt="2025-06-29T14:34:48.231" v="5255" actId="1076"/>
          <ac:spMkLst>
            <pc:docMk/>
            <pc:sldMk cId="151302955" sldId="4803"/>
            <ac:spMk id="16" creationId="{90716038-6EA8-904F-0E43-AC7FC0EB67D1}"/>
          </ac:spMkLst>
        </pc:spChg>
        <pc:spChg chg="del">
          <ac:chgData name="Ronan Ogor" userId="473d6ea9-be06-4609-b78d-125cc115ecf4" providerId="ADAL" clId="{5D582920-844C-4F4C-89C7-A2DE3BBEB8B3}" dt="2025-06-29T14:28:19.348" v="5131" actId="478"/>
          <ac:spMkLst>
            <pc:docMk/>
            <pc:sldMk cId="151302955" sldId="4803"/>
            <ac:spMk id="18" creationId="{C6D68A38-3EE1-7F10-17F8-F92207470023}"/>
          </ac:spMkLst>
        </pc:spChg>
        <pc:spChg chg="add mod">
          <ac:chgData name="Ronan Ogor" userId="473d6ea9-be06-4609-b78d-125cc115ecf4" providerId="ADAL" clId="{5D582920-844C-4F4C-89C7-A2DE3BBEB8B3}" dt="2025-06-29T14:28:51.495" v="5139" actId="1076"/>
          <ac:spMkLst>
            <pc:docMk/>
            <pc:sldMk cId="151302955" sldId="4803"/>
            <ac:spMk id="19" creationId="{B35E43C1-250F-3F74-928B-0DD6A0F5A91B}"/>
          </ac:spMkLst>
        </pc:spChg>
        <pc:spChg chg="del">
          <ac:chgData name="Ronan Ogor" userId="473d6ea9-be06-4609-b78d-125cc115ecf4" providerId="ADAL" clId="{5D582920-844C-4F4C-89C7-A2DE3BBEB8B3}" dt="2025-06-29T14:28:19.348" v="5131" actId="478"/>
          <ac:spMkLst>
            <pc:docMk/>
            <pc:sldMk cId="151302955" sldId="4803"/>
            <ac:spMk id="20" creationId="{99A21A29-86A8-B551-928E-7556BF3B6784}"/>
          </ac:spMkLst>
        </pc:spChg>
        <pc:spChg chg="mod">
          <ac:chgData name="Ronan Ogor" userId="473d6ea9-be06-4609-b78d-125cc115ecf4" providerId="ADAL" clId="{5D582920-844C-4F4C-89C7-A2DE3BBEB8B3}" dt="2025-06-29T14:34:48.231" v="5255" actId="1076"/>
          <ac:spMkLst>
            <pc:docMk/>
            <pc:sldMk cId="151302955" sldId="4803"/>
            <ac:spMk id="21" creationId="{E62D19A1-4F6D-EAA8-DCA1-77F80BA0354D}"/>
          </ac:spMkLst>
        </pc:spChg>
        <pc:spChg chg="add mod">
          <ac:chgData name="Ronan Ogor" userId="473d6ea9-be06-4609-b78d-125cc115ecf4" providerId="ADAL" clId="{5D582920-844C-4F4C-89C7-A2DE3BBEB8B3}" dt="2025-06-29T14:34:48.231" v="5255" actId="1076"/>
          <ac:spMkLst>
            <pc:docMk/>
            <pc:sldMk cId="151302955" sldId="4803"/>
            <ac:spMk id="24" creationId="{132C9D45-EDA8-7D9D-51C2-5B3385229521}"/>
          </ac:spMkLst>
        </pc:spChg>
        <pc:spChg chg="mod">
          <ac:chgData name="Ronan Ogor" userId="473d6ea9-be06-4609-b78d-125cc115ecf4" providerId="ADAL" clId="{5D582920-844C-4F4C-89C7-A2DE3BBEB8B3}" dt="2025-06-29T14:29:02.094" v="5141" actId="1076"/>
          <ac:spMkLst>
            <pc:docMk/>
            <pc:sldMk cId="151302955" sldId="4803"/>
            <ac:spMk id="25" creationId="{181C94DD-0409-4D53-00CA-1F3D2032D4C3}"/>
          </ac:spMkLst>
        </pc:spChg>
        <pc:spChg chg="del mod">
          <ac:chgData name="Ronan Ogor" userId="473d6ea9-be06-4609-b78d-125cc115ecf4" providerId="ADAL" clId="{5D582920-844C-4F4C-89C7-A2DE3BBEB8B3}" dt="2025-06-29T14:28:19.348" v="5131" actId="478"/>
          <ac:spMkLst>
            <pc:docMk/>
            <pc:sldMk cId="151302955" sldId="4803"/>
            <ac:spMk id="26" creationId="{B386350A-6B2D-6045-78F9-2D91F500790D}"/>
          </ac:spMkLst>
        </pc:spChg>
        <pc:spChg chg="del mod">
          <ac:chgData name="Ronan Ogor" userId="473d6ea9-be06-4609-b78d-125cc115ecf4" providerId="ADAL" clId="{5D582920-844C-4F4C-89C7-A2DE3BBEB8B3}" dt="2025-06-29T14:28:19.348" v="5131" actId="478"/>
          <ac:spMkLst>
            <pc:docMk/>
            <pc:sldMk cId="151302955" sldId="4803"/>
            <ac:spMk id="27" creationId="{81D02AD3-1B53-EBE1-08BF-BDE527858555}"/>
          </ac:spMkLst>
        </pc:spChg>
        <pc:spChg chg="del">
          <ac:chgData name="Ronan Ogor" userId="473d6ea9-be06-4609-b78d-125cc115ecf4" providerId="ADAL" clId="{5D582920-844C-4F4C-89C7-A2DE3BBEB8B3}" dt="2025-06-29T11:08:41.660" v="3903" actId="478"/>
          <ac:spMkLst>
            <pc:docMk/>
            <pc:sldMk cId="151302955" sldId="4803"/>
            <ac:spMk id="28" creationId="{7AAE59AF-E376-B807-A3F2-02F331A5174C}"/>
          </ac:spMkLst>
        </pc:spChg>
        <pc:spChg chg="del">
          <ac:chgData name="Ronan Ogor" userId="473d6ea9-be06-4609-b78d-125cc115ecf4" providerId="ADAL" clId="{5D582920-844C-4F4C-89C7-A2DE3BBEB8B3}" dt="2025-06-29T11:08:41.660" v="3903" actId="478"/>
          <ac:spMkLst>
            <pc:docMk/>
            <pc:sldMk cId="151302955" sldId="4803"/>
            <ac:spMk id="29" creationId="{545BC627-FD50-0ED2-D1BE-4E72D12EE559}"/>
          </ac:spMkLst>
        </pc:spChg>
        <pc:spChg chg="del mod">
          <ac:chgData name="Ronan Ogor" userId="473d6ea9-be06-4609-b78d-125cc115ecf4" providerId="ADAL" clId="{5D582920-844C-4F4C-89C7-A2DE3BBEB8B3}" dt="2025-06-29T14:28:19.348" v="5131" actId="478"/>
          <ac:spMkLst>
            <pc:docMk/>
            <pc:sldMk cId="151302955" sldId="4803"/>
            <ac:spMk id="30" creationId="{4DD0ED17-F6E2-99D4-4B20-2EAC30BE8E23}"/>
          </ac:spMkLst>
        </pc:spChg>
        <pc:spChg chg="del mod">
          <ac:chgData name="Ronan Ogor" userId="473d6ea9-be06-4609-b78d-125cc115ecf4" providerId="ADAL" clId="{5D582920-844C-4F4C-89C7-A2DE3BBEB8B3}" dt="2025-06-29T14:28:19.348" v="5131" actId="478"/>
          <ac:spMkLst>
            <pc:docMk/>
            <pc:sldMk cId="151302955" sldId="4803"/>
            <ac:spMk id="31" creationId="{7F71686E-FE4C-1200-2CE1-8FEB057E2CF8}"/>
          </ac:spMkLst>
        </pc:spChg>
        <pc:spChg chg="mod">
          <ac:chgData name="Ronan Ogor" userId="473d6ea9-be06-4609-b78d-125cc115ecf4" providerId="ADAL" clId="{5D582920-844C-4F4C-89C7-A2DE3BBEB8B3}" dt="2025-06-29T14:34:48.231" v="5255" actId="1076"/>
          <ac:spMkLst>
            <pc:docMk/>
            <pc:sldMk cId="151302955" sldId="4803"/>
            <ac:spMk id="35" creationId="{99CDCC6E-CDF2-C5D5-F02A-D7E5959A5327}"/>
          </ac:spMkLst>
        </pc:spChg>
        <pc:spChg chg="add mod">
          <ac:chgData name="Ronan Ogor" userId="473d6ea9-be06-4609-b78d-125cc115ecf4" providerId="ADAL" clId="{5D582920-844C-4F4C-89C7-A2DE3BBEB8B3}" dt="2025-06-29T14:34:48.231" v="5255" actId="1076"/>
          <ac:spMkLst>
            <pc:docMk/>
            <pc:sldMk cId="151302955" sldId="4803"/>
            <ac:spMk id="36" creationId="{64C7A1F9-B16F-58C5-F345-8886404A09F7}"/>
          </ac:spMkLst>
        </pc:spChg>
        <pc:spChg chg="mod">
          <ac:chgData name="Ronan Ogor" userId="473d6ea9-be06-4609-b78d-125cc115ecf4" providerId="ADAL" clId="{5D582920-844C-4F4C-89C7-A2DE3BBEB8B3}" dt="2025-06-29T14:34:48.231" v="5255" actId="1076"/>
          <ac:spMkLst>
            <pc:docMk/>
            <pc:sldMk cId="151302955" sldId="4803"/>
            <ac:spMk id="37" creationId="{96E470DB-8528-8A3D-B373-AE1E3E0A35CF}"/>
          </ac:spMkLst>
        </pc:spChg>
        <pc:spChg chg="mod">
          <ac:chgData name="Ronan Ogor" userId="473d6ea9-be06-4609-b78d-125cc115ecf4" providerId="ADAL" clId="{5D582920-844C-4F4C-89C7-A2DE3BBEB8B3}" dt="2025-06-29T14:34:48.231" v="5255" actId="1076"/>
          <ac:spMkLst>
            <pc:docMk/>
            <pc:sldMk cId="151302955" sldId="4803"/>
            <ac:spMk id="38" creationId="{6BAB63A1-FF1B-6C84-3FB9-88F468866114}"/>
          </ac:spMkLst>
        </pc:spChg>
        <pc:spChg chg="mod">
          <ac:chgData name="Ronan Ogor" userId="473d6ea9-be06-4609-b78d-125cc115ecf4" providerId="ADAL" clId="{5D582920-844C-4F4C-89C7-A2DE3BBEB8B3}" dt="2025-06-29T14:28:58.536" v="5140" actId="1076"/>
          <ac:spMkLst>
            <pc:docMk/>
            <pc:sldMk cId="151302955" sldId="4803"/>
            <ac:spMk id="39" creationId="{E460DA48-79E7-15B5-8938-04B06C8ACAA2}"/>
          </ac:spMkLst>
        </pc:spChg>
        <pc:spChg chg="add mod">
          <ac:chgData name="Ronan Ogor" userId="473d6ea9-be06-4609-b78d-125cc115ecf4" providerId="ADAL" clId="{5D582920-844C-4F4C-89C7-A2DE3BBEB8B3}" dt="2025-06-29T14:29:34.335" v="5144" actId="1076"/>
          <ac:spMkLst>
            <pc:docMk/>
            <pc:sldMk cId="151302955" sldId="4803"/>
            <ac:spMk id="41" creationId="{35016452-98B3-8753-8FC0-6F16F08E2510}"/>
          </ac:spMkLst>
        </pc:spChg>
        <pc:spChg chg="mod">
          <ac:chgData name="Ronan Ogor" userId="473d6ea9-be06-4609-b78d-125cc115ecf4" providerId="ADAL" clId="{5D582920-844C-4F4C-89C7-A2DE3BBEB8B3}" dt="2025-06-29T14:34:48.231" v="5255" actId="1076"/>
          <ac:spMkLst>
            <pc:docMk/>
            <pc:sldMk cId="151302955" sldId="4803"/>
            <ac:spMk id="43" creationId="{2A8F7CE7-8172-7FB1-919C-BC7A031A13BD}"/>
          </ac:spMkLst>
        </pc:spChg>
        <pc:spChg chg="add mod">
          <ac:chgData name="Ronan Ogor" userId="473d6ea9-be06-4609-b78d-125cc115ecf4" providerId="ADAL" clId="{5D582920-844C-4F4C-89C7-A2DE3BBEB8B3}" dt="2025-06-29T14:28:51.495" v="5139" actId="1076"/>
          <ac:spMkLst>
            <pc:docMk/>
            <pc:sldMk cId="151302955" sldId="4803"/>
            <ac:spMk id="44" creationId="{3117F7F7-F726-8F68-21F0-0DFC039FF8E0}"/>
          </ac:spMkLst>
        </pc:spChg>
        <pc:spChg chg="add mod">
          <ac:chgData name="Ronan Ogor" userId="473d6ea9-be06-4609-b78d-125cc115ecf4" providerId="ADAL" clId="{5D582920-844C-4F4C-89C7-A2DE3BBEB8B3}" dt="2025-06-29T14:28:51.495" v="5139" actId="1076"/>
          <ac:spMkLst>
            <pc:docMk/>
            <pc:sldMk cId="151302955" sldId="4803"/>
            <ac:spMk id="45" creationId="{E358F467-22C4-EB5C-676D-EAA8709AE0E4}"/>
          </ac:spMkLst>
        </pc:spChg>
        <pc:picChg chg="del">
          <ac:chgData name="Ronan Ogor" userId="473d6ea9-be06-4609-b78d-125cc115ecf4" providerId="ADAL" clId="{5D582920-844C-4F4C-89C7-A2DE3BBEB8B3}" dt="2025-06-29T14:29:19.060" v="5142" actId="478"/>
          <ac:picMkLst>
            <pc:docMk/>
            <pc:sldMk cId="151302955" sldId="4803"/>
            <ac:picMk id="2" creationId="{EFC4D98C-B1DB-EA01-4D3E-A1E9266A4468}"/>
          </ac:picMkLst>
        </pc:picChg>
        <pc:picChg chg="del">
          <ac:chgData name="Ronan Ogor" userId="473d6ea9-be06-4609-b78d-125cc115ecf4" providerId="ADAL" clId="{5D582920-844C-4F4C-89C7-A2DE3BBEB8B3}" dt="2025-06-29T11:08:41.660" v="3903" actId="478"/>
          <ac:picMkLst>
            <pc:docMk/>
            <pc:sldMk cId="151302955" sldId="4803"/>
            <ac:picMk id="33" creationId="{774980AD-8288-B14B-8042-0856A3964062}"/>
          </ac:picMkLst>
        </pc:picChg>
        <pc:cxnChg chg="mod">
          <ac:chgData name="Ronan Ogor" userId="473d6ea9-be06-4609-b78d-125cc115ecf4" providerId="ADAL" clId="{5D582920-844C-4F4C-89C7-A2DE3BBEB8B3}" dt="2025-06-29T14:29:34.335" v="5144" actId="1076"/>
          <ac:cxnSpMkLst>
            <pc:docMk/>
            <pc:sldMk cId="151302955" sldId="4803"/>
            <ac:cxnSpMk id="23" creationId="{28E420B1-1E4B-0D04-655D-C06CBD82F60A}"/>
          </ac:cxnSpMkLst>
        </pc:cxnChg>
        <pc:cxnChg chg="mod">
          <ac:chgData name="Ronan Ogor" userId="473d6ea9-be06-4609-b78d-125cc115ecf4" providerId="ADAL" clId="{5D582920-844C-4F4C-89C7-A2DE3BBEB8B3}" dt="2025-06-29T14:29:37.280" v="5145" actId="14100"/>
          <ac:cxnSpMkLst>
            <pc:docMk/>
            <pc:sldMk cId="151302955" sldId="4803"/>
            <ac:cxnSpMk id="40" creationId="{47A72408-3363-DCA6-889D-2DB6FF45251F}"/>
          </ac:cxnSpMkLst>
        </pc:cxnChg>
      </pc:sldChg>
      <pc:sldChg chg="addSp delSp modSp add mod ord">
        <pc:chgData name="Ronan Ogor" userId="473d6ea9-be06-4609-b78d-125cc115ecf4" providerId="ADAL" clId="{5D582920-844C-4F4C-89C7-A2DE3BBEB8B3}" dt="2025-06-29T15:05:10.713" v="5746"/>
        <pc:sldMkLst>
          <pc:docMk/>
          <pc:sldMk cId="432151525" sldId="4804"/>
        </pc:sldMkLst>
        <pc:spChg chg="mod">
          <ac:chgData name="Ronan Ogor" userId="473d6ea9-be06-4609-b78d-125cc115ecf4" providerId="ADAL" clId="{5D582920-844C-4F4C-89C7-A2DE3BBEB8B3}" dt="2025-06-29T11:23:26.839" v="4164" actId="1076"/>
          <ac:spMkLst>
            <pc:docMk/>
            <pc:sldMk cId="432151525" sldId="4804"/>
            <ac:spMk id="2" creationId="{B2E8DAA8-C597-1229-65CF-A6DDE0D8854E}"/>
          </ac:spMkLst>
        </pc:spChg>
        <pc:spChg chg="mod">
          <ac:chgData name="Ronan Ogor" userId="473d6ea9-be06-4609-b78d-125cc115ecf4" providerId="ADAL" clId="{5D582920-844C-4F4C-89C7-A2DE3BBEB8B3}" dt="2025-06-29T14:33:13.682" v="5241" actId="1076"/>
          <ac:spMkLst>
            <pc:docMk/>
            <pc:sldMk cId="432151525" sldId="4804"/>
            <ac:spMk id="3" creationId="{4B11A362-0189-1FD2-FB9C-A16B112E4BEA}"/>
          </ac:spMkLst>
        </pc:spChg>
        <pc:spChg chg="mod">
          <ac:chgData name="Ronan Ogor" userId="473d6ea9-be06-4609-b78d-125cc115ecf4" providerId="ADAL" clId="{5D582920-844C-4F4C-89C7-A2DE3BBEB8B3}" dt="2025-06-29T15:02:20.665" v="5711"/>
          <ac:spMkLst>
            <pc:docMk/>
            <pc:sldMk cId="432151525" sldId="4804"/>
            <ac:spMk id="5" creationId="{6BD5E430-A123-2C9F-0928-00700A393F3E}"/>
          </ac:spMkLst>
        </pc:spChg>
        <pc:spChg chg="mod">
          <ac:chgData name="Ronan Ogor" userId="473d6ea9-be06-4609-b78d-125cc115ecf4" providerId="ADAL" clId="{5D582920-844C-4F4C-89C7-A2DE3BBEB8B3}" dt="2025-06-29T11:22:38.870" v="4129" actId="1076"/>
          <ac:spMkLst>
            <pc:docMk/>
            <pc:sldMk cId="432151525" sldId="4804"/>
            <ac:spMk id="7" creationId="{558E79C5-0E6E-AEF8-443A-3A046A7CA84B}"/>
          </ac:spMkLst>
        </pc:spChg>
        <pc:spChg chg="add mod">
          <ac:chgData name="Ronan Ogor" userId="473d6ea9-be06-4609-b78d-125cc115ecf4" providerId="ADAL" clId="{5D582920-844C-4F4C-89C7-A2DE3BBEB8B3}" dt="2025-06-29T11:23:28.016" v="4166" actId="1076"/>
          <ac:spMkLst>
            <pc:docMk/>
            <pc:sldMk cId="432151525" sldId="4804"/>
            <ac:spMk id="8" creationId="{6D613983-88F5-CD4B-6210-BAD36C073560}"/>
          </ac:spMkLst>
        </pc:spChg>
        <pc:spChg chg="add mod">
          <ac:chgData name="Ronan Ogor" userId="473d6ea9-be06-4609-b78d-125cc115ecf4" providerId="ADAL" clId="{5D582920-844C-4F4C-89C7-A2DE3BBEB8B3}" dt="2025-06-29T14:30:10.047" v="5146"/>
          <ac:spMkLst>
            <pc:docMk/>
            <pc:sldMk cId="432151525" sldId="4804"/>
            <ac:spMk id="12" creationId="{C37C506E-C40F-547F-A3AF-BA895BE2E6BD}"/>
          </ac:spMkLst>
        </pc:spChg>
        <pc:spChg chg="mod">
          <ac:chgData name="Ronan Ogor" userId="473d6ea9-be06-4609-b78d-125cc115ecf4" providerId="ADAL" clId="{5D582920-844C-4F4C-89C7-A2DE3BBEB8B3}" dt="2025-06-29T14:31:13.334" v="5198" actId="20577"/>
          <ac:spMkLst>
            <pc:docMk/>
            <pc:sldMk cId="432151525" sldId="4804"/>
            <ac:spMk id="13" creationId="{200393B9-7B25-FC09-887F-7024473DB4DF}"/>
          </ac:spMkLst>
        </pc:spChg>
        <pc:spChg chg="del mod">
          <ac:chgData name="Ronan Ogor" userId="473d6ea9-be06-4609-b78d-125cc115ecf4" providerId="ADAL" clId="{5D582920-844C-4F4C-89C7-A2DE3BBEB8B3}" dt="2025-06-29T11:21:32.499" v="4118" actId="478"/>
          <ac:spMkLst>
            <pc:docMk/>
            <pc:sldMk cId="432151525" sldId="4804"/>
            <ac:spMk id="16" creationId="{C00B8B77-8B99-60AE-DCF3-933F34C6AF8E}"/>
          </ac:spMkLst>
        </pc:spChg>
        <pc:spChg chg="add mod">
          <ac:chgData name="Ronan Ogor" userId="473d6ea9-be06-4609-b78d-125cc115ecf4" providerId="ADAL" clId="{5D582920-844C-4F4C-89C7-A2DE3BBEB8B3}" dt="2025-06-29T14:30:25.248" v="5150" actId="1076"/>
          <ac:spMkLst>
            <pc:docMk/>
            <pc:sldMk cId="432151525" sldId="4804"/>
            <ac:spMk id="18" creationId="{0773CF44-B85A-FEA1-4596-32436FE78AAC}"/>
          </ac:spMkLst>
        </pc:spChg>
        <pc:picChg chg="add del mod">
          <ac:chgData name="Ronan Ogor" userId="473d6ea9-be06-4609-b78d-125cc115ecf4" providerId="ADAL" clId="{5D582920-844C-4F4C-89C7-A2DE3BBEB8B3}" dt="2025-06-29T15:05:10.551" v="5745" actId="478"/>
          <ac:picMkLst>
            <pc:docMk/>
            <pc:sldMk cId="432151525" sldId="4804"/>
            <ac:picMk id="10" creationId="{D5EAD085-DD83-1B64-862F-1507C75D9FC4}"/>
          </ac:picMkLst>
        </pc:picChg>
        <pc:picChg chg="del">
          <ac:chgData name="Ronan Ogor" userId="473d6ea9-be06-4609-b78d-125cc115ecf4" providerId="ADAL" clId="{5D582920-844C-4F4C-89C7-A2DE3BBEB8B3}" dt="2025-06-29T11:21:32.499" v="4118" actId="478"/>
          <ac:picMkLst>
            <pc:docMk/>
            <pc:sldMk cId="432151525" sldId="4804"/>
            <ac:picMk id="15" creationId="{691FB391-016F-7284-5675-1D1403902633}"/>
          </ac:picMkLst>
        </pc:picChg>
        <pc:picChg chg="add mod">
          <ac:chgData name="Ronan Ogor" userId="473d6ea9-be06-4609-b78d-125cc115ecf4" providerId="ADAL" clId="{5D582920-844C-4F4C-89C7-A2DE3BBEB8B3}" dt="2025-06-29T15:05:10.713" v="5746"/>
          <ac:picMkLst>
            <pc:docMk/>
            <pc:sldMk cId="432151525" sldId="4804"/>
            <ac:picMk id="25" creationId="{63256394-01AC-6A43-6C9A-4F588AD47CDF}"/>
          </ac:picMkLst>
        </pc:picChg>
        <pc:cxnChg chg="mod">
          <ac:chgData name="Ronan Ogor" userId="473d6ea9-be06-4609-b78d-125cc115ecf4" providerId="ADAL" clId="{5D582920-844C-4F4C-89C7-A2DE3BBEB8B3}" dt="2025-06-29T14:30:35.879" v="5156" actId="14100"/>
          <ac:cxnSpMkLst>
            <pc:docMk/>
            <pc:sldMk cId="432151525" sldId="4804"/>
            <ac:cxnSpMk id="6" creationId="{5A3980ED-6967-75CA-9D4C-378A6C2688F9}"/>
          </ac:cxnSpMkLst>
        </pc:cxnChg>
        <pc:cxnChg chg="mod">
          <ac:chgData name="Ronan Ogor" userId="473d6ea9-be06-4609-b78d-125cc115ecf4" providerId="ADAL" clId="{5D582920-844C-4F4C-89C7-A2DE3BBEB8B3}" dt="2025-06-29T14:30:31.321" v="5153" actId="14100"/>
          <ac:cxnSpMkLst>
            <pc:docMk/>
            <pc:sldMk cId="432151525" sldId="4804"/>
            <ac:cxnSpMk id="11" creationId="{5895FB7F-308E-6A2F-F29C-10D381FF75B9}"/>
          </ac:cxnSpMkLst>
        </pc:cxnChg>
        <pc:cxnChg chg="add mod">
          <ac:chgData name="Ronan Ogor" userId="473d6ea9-be06-4609-b78d-125cc115ecf4" providerId="ADAL" clId="{5D582920-844C-4F4C-89C7-A2DE3BBEB8B3}" dt="2025-06-29T14:31:12.872" v="5194" actId="20577"/>
          <ac:cxnSpMkLst>
            <pc:docMk/>
            <pc:sldMk cId="432151525" sldId="4804"/>
            <ac:cxnSpMk id="14" creationId="{B435DB94-8B51-3F54-11E3-58F603389039}"/>
          </ac:cxnSpMkLst>
        </pc:cxnChg>
        <pc:cxnChg chg="add mod">
          <ac:chgData name="Ronan Ogor" userId="473d6ea9-be06-4609-b78d-125cc115ecf4" providerId="ADAL" clId="{5D582920-844C-4F4C-89C7-A2DE3BBEB8B3}" dt="2025-06-29T14:30:34.523" v="5155" actId="14100"/>
          <ac:cxnSpMkLst>
            <pc:docMk/>
            <pc:sldMk cId="432151525" sldId="4804"/>
            <ac:cxnSpMk id="19" creationId="{2C8D9060-C55F-4706-3E62-035F117B3D58}"/>
          </ac:cxnSpMkLst>
        </pc:cxnChg>
      </pc:sldChg>
      <pc:sldChg chg="addSp delSp modSp add mod">
        <pc:chgData name="Ronan Ogor" userId="473d6ea9-be06-4609-b78d-125cc115ecf4" providerId="ADAL" clId="{5D582920-844C-4F4C-89C7-A2DE3BBEB8B3}" dt="2025-06-29T15:05:03.636" v="5741"/>
        <pc:sldMkLst>
          <pc:docMk/>
          <pc:sldMk cId="355478927" sldId="4805"/>
        </pc:sldMkLst>
        <pc:spChg chg="mod">
          <ac:chgData name="Ronan Ogor" userId="473d6ea9-be06-4609-b78d-125cc115ecf4" providerId="ADAL" clId="{5D582920-844C-4F4C-89C7-A2DE3BBEB8B3}" dt="2025-06-29T14:35:23.845" v="5256" actId="404"/>
          <ac:spMkLst>
            <pc:docMk/>
            <pc:sldMk cId="355478927" sldId="4805"/>
            <ac:spMk id="3" creationId="{BD67EA7F-D949-A90A-6D28-B1C88A138BA7}"/>
          </ac:spMkLst>
        </pc:spChg>
        <pc:spChg chg="mod">
          <ac:chgData name="Ronan Ogor" userId="473d6ea9-be06-4609-b78d-125cc115ecf4" providerId="ADAL" clId="{5D582920-844C-4F4C-89C7-A2DE3BBEB8B3}" dt="2025-06-29T15:02:13.735" v="5707" actId="207"/>
          <ac:spMkLst>
            <pc:docMk/>
            <pc:sldMk cId="355478927" sldId="4805"/>
            <ac:spMk id="5" creationId="{A1BEC2DC-DDDC-5132-F503-FB42B5992FDE}"/>
          </ac:spMkLst>
        </pc:spChg>
        <pc:spChg chg="del">
          <ac:chgData name="Ronan Ogor" userId="473d6ea9-be06-4609-b78d-125cc115ecf4" providerId="ADAL" clId="{5D582920-844C-4F4C-89C7-A2DE3BBEB8B3}" dt="2025-06-29T11:38:48.358" v="4490" actId="478"/>
          <ac:spMkLst>
            <pc:docMk/>
            <pc:sldMk cId="355478927" sldId="4805"/>
            <ac:spMk id="7" creationId="{5E855C5F-D698-69CF-76C5-A3FAF22E14BF}"/>
          </ac:spMkLst>
        </pc:spChg>
        <pc:spChg chg="mod">
          <ac:chgData name="Ronan Ogor" userId="473d6ea9-be06-4609-b78d-125cc115ecf4" providerId="ADAL" clId="{5D582920-844C-4F4C-89C7-A2DE3BBEB8B3}" dt="2025-06-29T11:34:32.348" v="4461" actId="20577"/>
          <ac:spMkLst>
            <pc:docMk/>
            <pc:sldMk cId="355478927" sldId="4805"/>
            <ac:spMk id="8" creationId="{0C0C8DDE-D11E-F686-9F1C-3497FE653100}"/>
          </ac:spMkLst>
        </pc:spChg>
        <pc:spChg chg="mod">
          <ac:chgData name="Ronan Ogor" userId="473d6ea9-be06-4609-b78d-125cc115ecf4" providerId="ADAL" clId="{5D582920-844C-4F4C-89C7-A2DE3BBEB8B3}" dt="2025-06-29T15:02:00.017" v="5704" actId="1076"/>
          <ac:spMkLst>
            <pc:docMk/>
            <pc:sldMk cId="355478927" sldId="4805"/>
            <ac:spMk id="13" creationId="{D97FA941-100B-C2A5-C3EA-635ED7CBF090}"/>
          </ac:spMkLst>
        </pc:spChg>
        <pc:spChg chg="add del mod">
          <ac:chgData name="Ronan Ogor" userId="473d6ea9-be06-4609-b78d-125cc115ecf4" providerId="ADAL" clId="{5D582920-844C-4F4C-89C7-A2DE3BBEB8B3}" dt="2025-06-29T15:01:55.178" v="5703" actId="478"/>
          <ac:spMkLst>
            <pc:docMk/>
            <pc:sldMk cId="355478927" sldId="4805"/>
            <ac:spMk id="15" creationId="{BE6C037E-4F74-C692-3597-312F2BDD3CAA}"/>
          </ac:spMkLst>
        </pc:spChg>
        <pc:spChg chg="add mod">
          <ac:chgData name="Ronan Ogor" userId="473d6ea9-be06-4609-b78d-125cc115ecf4" providerId="ADAL" clId="{5D582920-844C-4F4C-89C7-A2DE3BBEB8B3}" dt="2025-06-29T15:02:02.063" v="5705" actId="1076"/>
          <ac:spMkLst>
            <pc:docMk/>
            <pc:sldMk cId="355478927" sldId="4805"/>
            <ac:spMk id="16" creationId="{582FBAA9-E188-0C1C-C540-242048641B65}"/>
          </ac:spMkLst>
        </pc:spChg>
        <pc:spChg chg="add">
          <ac:chgData name="Ronan Ogor" userId="473d6ea9-be06-4609-b78d-125cc115ecf4" providerId="ADAL" clId="{5D582920-844C-4F4C-89C7-A2DE3BBEB8B3}" dt="2025-06-29T11:42:47.243" v="4529"/>
          <ac:spMkLst>
            <pc:docMk/>
            <pc:sldMk cId="355478927" sldId="4805"/>
            <ac:spMk id="17" creationId="{3CE67496-6007-CF9E-FE69-47F2A8AA0277}"/>
          </ac:spMkLst>
        </pc:spChg>
        <pc:spChg chg="add">
          <ac:chgData name="Ronan Ogor" userId="473d6ea9-be06-4609-b78d-125cc115ecf4" providerId="ADAL" clId="{5D582920-844C-4F4C-89C7-A2DE3BBEB8B3}" dt="2025-06-29T11:42:49.439" v="4530"/>
          <ac:spMkLst>
            <pc:docMk/>
            <pc:sldMk cId="355478927" sldId="4805"/>
            <ac:spMk id="18" creationId="{13C617F2-D96B-6A1C-5B5E-41CB19655290}"/>
          </ac:spMkLst>
        </pc:spChg>
        <pc:picChg chg="del">
          <ac:chgData name="Ronan Ogor" userId="473d6ea9-be06-4609-b78d-125cc115ecf4" providerId="ADAL" clId="{5D582920-844C-4F4C-89C7-A2DE3BBEB8B3}" dt="2025-06-29T11:34:27.303" v="4455" actId="478"/>
          <ac:picMkLst>
            <pc:docMk/>
            <pc:sldMk cId="355478927" sldId="4805"/>
            <ac:picMk id="10" creationId="{5D136BFF-DDD1-2690-A32D-CB885F4CD95D}"/>
          </ac:picMkLst>
        </pc:picChg>
        <pc:picChg chg="add del mod">
          <ac:chgData name="Ronan Ogor" userId="473d6ea9-be06-4609-b78d-125cc115ecf4" providerId="ADAL" clId="{5D582920-844C-4F4C-89C7-A2DE3BBEB8B3}" dt="2025-06-29T15:05:03.457" v="5740" actId="478"/>
          <ac:picMkLst>
            <pc:docMk/>
            <pc:sldMk cId="355478927" sldId="4805"/>
            <ac:picMk id="12" creationId="{EB501A50-307B-5C2C-851B-425D1050421F}"/>
          </ac:picMkLst>
        </pc:picChg>
        <pc:picChg chg="add mod">
          <ac:chgData name="Ronan Ogor" userId="473d6ea9-be06-4609-b78d-125cc115ecf4" providerId="ADAL" clId="{5D582920-844C-4F4C-89C7-A2DE3BBEB8B3}" dt="2025-06-29T15:05:03.636" v="5741"/>
          <ac:picMkLst>
            <pc:docMk/>
            <pc:sldMk cId="355478927" sldId="4805"/>
            <ac:picMk id="27" creationId="{9D597FA3-6CA1-4E13-1D0D-5A424B69565C}"/>
          </ac:picMkLst>
        </pc:picChg>
        <pc:cxnChg chg="del">
          <ac:chgData name="Ronan Ogor" userId="473d6ea9-be06-4609-b78d-125cc115ecf4" providerId="ADAL" clId="{5D582920-844C-4F4C-89C7-A2DE3BBEB8B3}" dt="2025-06-29T11:38:48.358" v="4490" actId="478"/>
          <ac:cxnSpMkLst>
            <pc:docMk/>
            <pc:sldMk cId="355478927" sldId="4805"/>
            <ac:cxnSpMk id="6" creationId="{9A07AEB0-DF43-3B99-5875-28F9E20A2A57}"/>
          </ac:cxnSpMkLst>
        </pc:cxnChg>
        <pc:cxnChg chg="mod">
          <ac:chgData name="Ronan Ogor" userId="473d6ea9-be06-4609-b78d-125cc115ecf4" providerId="ADAL" clId="{5D582920-844C-4F4C-89C7-A2DE3BBEB8B3}" dt="2025-06-29T15:02:00.017" v="5704" actId="1076"/>
          <ac:cxnSpMkLst>
            <pc:docMk/>
            <pc:sldMk cId="355478927" sldId="4805"/>
            <ac:cxnSpMk id="11" creationId="{A4AC72A8-E98D-D743-5ADB-60C84A861681}"/>
          </ac:cxnSpMkLst>
        </pc:cxnChg>
        <pc:cxnChg chg="add mod">
          <ac:chgData name="Ronan Ogor" userId="473d6ea9-be06-4609-b78d-125cc115ecf4" providerId="ADAL" clId="{5D582920-844C-4F4C-89C7-A2DE3BBEB8B3}" dt="2025-06-29T15:02:00.017" v="5704" actId="1076"/>
          <ac:cxnSpMkLst>
            <pc:docMk/>
            <pc:sldMk cId="355478927" sldId="4805"/>
            <ac:cxnSpMk id="21" creationId="{3E5483AF-68BF-45BB-04B6-7CE8175EAE2C}"/>
          </ac:cxnSpMkLst>
        </pc:cxnChg>
      </pc:sldChg>
      <pc:sldChg chg="addSp delSp modSp add mod">
        <pc:chgData name="Ronan Ogor" userId="473d6ea9-be06-4609-b78d-125cc115ecf4" providerId="ADAL" clId="{5D582920-844C-4F4C-89C7-A2DE3BBEB8B3}" dt="2025-06-29T15:35:08.747" v="5910" actId="1076"/>
        <pc:sldMkLst>
          <pc:docMk/>
          <pc:sldMk cId="3890952107" sldId="4806"/>
        </pc:sldMkLst>
        <pc:spChg chg="add del mod">
          <ac:chgData name="Ronan Ogor" userId="473d6ea9-be06-4609-b78d-125cc115ecf4" providerId="ADAL" clId="{5D582920-844C-4F4C-89C7-A2DE3BBEB8B3}" dt="2025-06-29T12:42:09.217" v="4763" actId="478"/>
          <ac:spMkLst>
            <pc:docMk/>
            <pc:sldMk cId="3890952107" sldId="4806"/>
            <ac:spMk id="2" creationId="{F234804E-BD4B-5689-EEDE-8FF88D43B6B4}"/>
          </ac:spMkLst>
        </pc:spChg>
        <pc:spChg chg="add del mod">
          <ac:chgData name="Ronan Ogor" userId="473d6ea9-be06-4609-b78d-125cc115ecf4" providerId="ADAL" clId="{5D582920-844C-4F4C-89C7-A2DE3BBEB8B3}" dt="2025-06-29T12:42:09.217" v="4763" actId="478"/>
          <ac:spMkLst>
            <pc:docMk/>
            <pc:sldMk cId="3890952107" sldId="4806"/>
            <ac:spMk id="3" creationId="{5B41861B-2659-B3A6-2200-E8727460C3A2}"/>
          </ac:spMkLst>
        </pc:spChg>
        <pc:spChg chg="del mod">
          <ac:chgData name="Ronan Ogor" userId="473d6ea9-be06-4609-b78d-125cc115ecf4" providerId="ADAL" clId="{5D582920-844C-4F4C-89C7-A2DE3BBEB8B3}" dt="2025-06-29T12:43:21.074" v="4807" actId="478"/>
          <ac:spMkLst>
            <pc:docMk/>
            <pc:sldMk cId="3890952107" sldId="4806"/>
            <ac:spMk id="4" creationId="{18DDA9DE-CA4B-26B2-3CD0-5382979B4384}"/>
          </ac:spMkLst>
        </pc:spChg>
        <pc:spChg chg="del mod">
          <ac:chgData name="Ronan Ogor" userId="473d6ea9-be06-4609-b78d-125cc115ecf4" providerId="ADAL" clId="{5D582920-844C-4F4C-89C7-A2DE3BBEB8B3}" dt="2025-06-29T12:43:21.074" v="4807" actId="478"/>
          <ac:spMkLst>
            <pc:docMk/>
            <pc:sldMk cId="3890952107" sldId="4806"/>
            <ac:spMk id="5" creationId="{86E34B8C-E403-DF63-BE85-4816834F17BE}"/>
          </ac:spMkLst>
        </pc:spChg>
        <pc:spChg chg="mod">
          <ac:chgData name="Ronan Ogor" userId="473d6ea9-be06-4609-b78d-125cc115ecf4" providerId="ADAL" clId="{5D582920-844C-4F4C-89C7-A2DE3BBEB8B3}" dt="2025-06-29T11:48:30.800" v="4595" actId="20577"/>
          <ac:spMkLst>
            <pc:docMk/>
            <pc:sldMk cId="3890952107" sldId="4806"/>
            <ac:spMk id="10" creationId="{FDB47320-2C4A-D06F-D3B0-568EC4B19B17}"/>
          </ac:spMkLst>
        </pc:spChg>
        <pc:spChg chg="mod">
          <ac:chgData name="Ronan Ogor" userId="473d6ea9-be06-4609-b78d-125cc115ecf4" providerId="ADAL" clId="{5D582920-844C-4F4C-89C7-A2DE3BBEB8B3}" dt="2025-06-29T15:28:53.207" v="5779" actId="1076"/>
          <ac:spMkLst>
            <pc:docMk/>
            <pc:sldMk cId="3890952107" sldId="4806"/>
            <ac:spMk id="11" creationId="{95607137-2C66-0F5A-AD16-3046C1996403}"/>
          </ac:spMkLst>
        </pc:spChg>
        <pc:spChg chg="mod">
          <ac:chgData name="Ronan Ogor" userId="473d6ea9-be06-4609-b78d-125cc115ecf4" providerId="ADAL" clId="{5D582920-844C-4F4C-89C7-A2DE3BBEB8B3}" dt="2025-06-29T15:34:12.412" v="5873" actId="1076"/>
          <ac:spMkLst>
            <pc:docMk/>
            <pc:sldMk cId="3890952107" sldId="4806"/>
            <ac:spMk id="12" creationId="{74B0AE02-C108-4975-D0ED-8848EB4801D7}"/>
          </ac:spMkLst>
        </pc:spChg>
        <pc:spChg chg="add del mod">
          <ac:chgData name="Ronan Ogor" userId="473d6ea9-be06-4609-b78d-125cc115ecf4" providerId="ADAL" clId="{5D582920-844C-4F4C-89C7-A2DE3BBEB8B3}" dt="2025-06-29T12:42:09.217" v="4763" actId="478"/>
          <ac:spMkLst>
            <pc:docMk/>
            <pc:sldMk cId="3890952107" sldId="4806"/>
            <ac:spMk id="13" creationId="{2958953B-6CC3-17D4-63E3-565778AF06BC}"/>
          </ac:spMkLst>
        </pc:spChg>
        <pc:spChg chg="add del mod">
          <ac:chgData name="Ronan Ogor" userId="473d6ea9-be06-4609-b78d-125cc115ecf4" providerId="ADAL" clId="{5D582920-844C-4F4C-89C7-A2DE3BBEB8B3}" dt="2025-06-29T12:42:09.217" v="4763" actId="478"/>
          <ac:spMkLst>
            <pc:docMk/>
            <pc:sldMk cId="3890952107" sldId="4806"/>
            <ac:spMk id="14" creationId="{11593F60-5A5A-98E8-A9E7-93C56921394D}"/>
          </ac:spMkLst>
        </pc:spChg>
        <pc:spChg chg="add del mod">
          <ac:chgData name="Ronan Ogor" userId="473d6ea9-be06-4609-b78d-125cc115ecf4" providerId="ADAL" clId="{5D582920-844C-4F4C-89C7-A2DE3BBEB8B3}" dt="2025-06-29T12:42:09.217" v="4763" actId="478"/>
          <ac:spMkLst>
            <pc:docMk/>
            <pc:sldMk cId="3890952107" sldId="4806"/>
            <ac:spMk id="15" creationId="{26EB2CB7-AAA9-7012-6DA6-52F32AEE35AA}"/>
          </ac:spMkLst>
        </pc:spChg>
        <pc:spChg chg="add del mod">
          <ac:chgData name="Ronan Ogor" userId="473d6ea9-be06-4609-b78d-125cc115ecf4" providerId="ADAL" clId="{5D582920-844C-4F4C-89C7-A2DE3BBEB8B3}" dt="2025-06-29T12:42:09.217" v="4763" actId="478"/>
          <ac:spMkLst>
            <pc:docMk/>
            <pc:sldMk cId="3890952107" sldId="4806"/>
            <ac:spMk id="16" creationId="{9A71930B-CBE4-DB37-B13B-C5173AAEB62E}"/>
          </ac:spMkLst>
        </pc:spChg>
        <pc:spChg chg="mod">
          <ac:chgData name="Ronan Ogor" userId="473d6ea9-be06-4609-b78d-125cc115ecf4" providerId="ADAL" clId="{5D582920-844C-4F4C-89C7-A2DE3BBEB8B3}" dt="2025-06-29T12:36:24.150" v="4603" actId="1076"/>
          <ac:spMkLst>
            <pc:docMk/>
            <pc:sldMk cId="3890952107" sldId="4806"/>
            <ac:spMk id="17" creationId="{59BAA17B-4355-8699-2120-B42E6083F9A9}"/>
          </ac:spMkLst>
        </pc:spChg>
        <pc:spChg chg="del mod">
          <ac:chgData name="Ronan Ogor" userId="473d6ea9-be06-4609-b78d-125cc115ecf4" providerId="ADAL" clId="{5D582920-844C-4F4C-89C7-A2DE3BBEB8B3}" dt="2025-06-29T12:43:21.074" v="4807" actId="478"/>
          <ac:spMkLst>
            <pc:docMk/>
            <pc:sldMk cId="3890952107" sldId="4806"/>
            <ac:spMk id="18" creationId="{B574EE22-D9EA-58A5-5686-2C2EA8BB8AC8}"/>
          </ac:spMkLst>
        </pc:spChg>
        <pc:spChg chg="del mod">
          <ac:chgData name="Ronan Ogor" userId="473d6ea9-be06-4609-b78d-125cc115ecf4" providerId="ADAL" clId="{5D582920-844C-4F4C-89C7-A2DE3BBEB8B3}" dt="2025-06-29T12:43:21.074" v="4807" actId="478"/>
          <ac:spMkLst>
            <pc:docMk/>
            <pc:sldMk cId="3890952107" sldId="4806"/>
            <ac:spMk id="20" creationId="{7707BD5A-1E7B-E1D8-5159-C6F079B2551D}"/>
          </ac:spMkLst>
        </pc:spChg>
        <pc:spChg chg="del mod">
          <ac:chgData name="Ronan Ogor" userId="473d6ea9-be06-4609-b78d-125cc115ecf4" providerId="ADAL" clId="{5D582920-844C-4F4C-89C7-A2DE3BBEB8B3}" dt="2025-06-29T12:43:21.074" v="4807" actId="478"/>
          <ac:spMkLst>
            <pc:docMk/>
            <pc:sldMk cId="3890952107" sldId="4806"/>
            <ac:spMk id="21" creationId="{70F1DE14-4317-F2B4-A0DA-3F17614BB5B6}"/>
          </ac:spMkLst>
        </pc:spChg>
        <pc:spChg chg="del mod">
          <ac:chgData name="Ronan Ogor" userId="473d6ea9-be06-4609-b78d-125cc115ecf4" providerId="ADAL" clId="{5D582920-844C-4F4C-89C7-A2DE3BBEB8B3}" dt="2025-06-29T12:43:21.074" v="4807" actId="478"/>
          <ac:spMkLst>
            <pc:docMk/>
            <pc:sldMk cId="3890952107" sldId="4806"/>
            <ac:spMk id="22" creationId="{636445EF-1996-C79B-2F91-4BBBCC676CF4}"/>
          </ac:spMkLst>
        </pc:spChg>
        <pc:spChg chg="add del mod">
          <ac:chgData name="Ronan Ogor" userId="473d6ea9-be06-4609-b78d-125cc115ecf4" providerId="ADAL" clId="{5D582920-844C-4F4C-89C7-A2DE3BBEB8B3}" dt="2025-06-29T12:42:09.217" v="4763" actId="478"/>
          <ac:spMkLst>
            <pc:docMk/>
            <pc:sldMk cId="3890952107" sldId="4806"/>
            <ac:spMk id="23" creationId="{F54176FF-278F-6C01-7BC9-CAD0DBB7DC18}"/>
          </ac:spMkLst>
        </pc:spChg>
        <pc:spChg chg="add del mod">
          <ac:chgData name="Ronan Ogor" userId="473d6ea9-be06-4609-b78d-125cc115ecf4" providerId="ADAL" clId="{5D582920-844C-4F4C-89C7-A2DE3BBEB8B3}" dt="2025-06-29T12:42:09.217" v="4763" actId="478"/>
          <ac:spMkLst>
            <pc:docMk/>
            <pc:sldMk cId="3890952107" sldId="4806"/>
            <ac:spMk id="24" creationId="{568FEAC9-81BA-8D1F-0061-B6D72AF739BD}"/>
          </ac:spMkLst>
        </pc:spChg>
        <pc:spChg chg="add del mod">
          <ac:chgData name="Ronan Ogor" userId="473d6ea9-be06-4609-b78d-125cc115ecf4" providerId="ADAL" clId="{5D582920-844C-4F4C-89C7-A2DE3BBEB8B3}" dt="2025-06-29T12:42:09.217" v="4763" actId="478"/>
          <ac:spMkLst>
            <pc:docMk/>
            <pc:sldMk cId="3890952107" sldId="4806"/>
            <ac:spMk id="26" creationId="{C72DB1C1-800F-B0C8-48BE-DE96D616453B}"/>
          </ac:spMkLst>
        </pc:spChg>
        <pc:spChg chg="add del mod">
          <ac:chgData name="Ronan Ogor" userId="473d6ea9-be06-4609-b78d-125cc115ecf4" providerId="ADAL" clId="{5D582920-844C-4F4C-89C7-A2DE3BBEB8B3}" dt="2025-06-29T12:42:09.217" v="4763" actId="478"/>
          <ac:spMkLst>
            <pc:docMk/>
            <pc:sldMk cId="3890952107" sldId="4806"/>
            <ac:spMk id="27" creationId="{8E8FCE9B-C1E9-B47D-1871-18AEF4DD2EE8}"/>
          </ac:spMkLst>
        </pc:spChg>
        <pc:spChg chg="add del mod">
          <ac:chgData name="Ronan Ogor" userId="473d6ea9-be06-4609-b78d-125cc115ecf4" providerId="ADAL" clId="{5D582920-844C-4F4C-89C7-A2DE3BBEB8B3}" dt="2025-06-29T15:35:01.448" v="5908" actId="478"/>
          <ac:spMkLst>
            <pc:docMk/>
            <pc:sldMk cId="3890952107" sldId="4806"/>
            <ac:spMk id="28" creationId="{E31E9618-5ADC-4E00-9967-6CF1C6487C12}"/>
          </ac:spMkLst>
        </pc:spChg>
        <pc:spChg chg="add del mod">
          <ac:chgData name="Ronan Ogor" userId="473d6ea9-be06-4609-b78d-125cc115ecf4" providerId="ADAL" clId="{5D582920-844C-4F4C-89C7-A2DE3BBEB8B3}" dt="2025-06-29T15:35:01.448" v="5908" actId="478"/>
          <ac:spMkLst>
            <pc:docMk/>
            <pc:sldMk cId="3890952107" sldId="4806"/>
            <ac:spMk id="30" creationId="{BE0EFB0C-46B8-92C0-7D42-7CC25ABE8631}"/>
          </ac:spMkLst>
        </pc:spChg>
        <pc:spChg chg="add mod">
          <ac:chgData name="Ronan Ogor" userId="473d6ea9-be06-4609-b78d-125cc115ecf4" providerId="ADAL" clId="{5D582920-844C-4F4C-89C7-A2DE3BBEB8B3}" dt="2025-06-29T12:46:46.753" v="5012" actId="1076"/>
          <ac:spMkLst>
            <pc:docMk/>
            <pc:sldMk cId="3890952107" sldId="4806"/>
            <ac:spMk id="31" creationId="{8A3E8CC6-E78B-257D-07E3-50412A904E92}"/>
          </ac:spMkLst>
        </pc:spChg>
        <pc:spChg chg="add del mod">
          <ac:chgData name="Ronan Ogor" userId="473d6ea9-be06-4609-b78d-125cc115ecf4" providerId="ADAL" clId="{5D582920-844C-4F4C-89C7-A2DE3BBEB8B3}" dt="2025-06-29T12:38:15.249" v="4659" actId="478"/>
          <ac:spMkLst>
            <pc:docMk/>
            <pc:sldMk cId="3890952107" sldId="4806"/>
            <ac:spMk id="32" creationId="{64D9A02C-4F21-C7B1-6799-C5BF0C5D4B1F}"/>
          </ac:spMkLst>
        </pc:spChg>
        <pc:spChg chg="add del mod">
          <ac:chgData name="Ronan Ogor" userId="473d6ea9-be06-4609-b78d-125cc115ecf4" providerId="ADAL" clId="{5D582920-844C-4F4C-89C7-A2DE3BBEB8B3}" dt="2025-06-29T12:38:15.249" v="4659" actId="478"/>
          <ac:spMkLst>
            <pc:docMk/>
            <pc:sldMk cId="3890952107" sldId="4806"/>
            <ac:spMk id="34" creationId="{9323EF95-7B76-DDD0-36B9-D976C739D254}"/>
          </ac:spMkLst>
        </pc:spChg>
        <pc:spChg chg="add del mod">
          <ac:chgData name="Ronan Ogor" userId="473d6ea9-be06-4609-b78d-125cc115ecf4" providerId="ADAL" clId="{5D582920-844C-4F4C-89C7-A2DE3BBEB8B3}" dt="2025-06-29T12:38:15.249" v="4659" actId="478"/>
          <ac:spMkLst>
            <pc:docMk/>
            <pc:sldMk cId="3890952107" sldId="4806"/>
            <ac:spMk id="35" creationId="{27CFF53B-685A-9484-61A2-62EC58184372}"/>
          </ac:spMkLst>
        </pc:spChg>
        <pc:spChg chg="add mod">
          <ac:chgData name="Ronan Ogor" userId="473d6ea9-be06-4609-b78d-125cc115ecf4" providerId="ADAL" clId="{5D582920-844C-4F4C-89C7-A2DE3BBEB8B3}" dt="2025-06-29T12:44:07.583" v="4815" actId="1076"/>
          <ac:spMkLst>
            <pc:docMk/>
            <pc:sldMk cId="3890952107" sldId="4806"/>
            <ac:spMk id="42" creationId="{B7B0A326-042E-DC4D-830E-D30C0FEF26B8}"/>
          </ac:spMkLst>
        </pc:spChg>
        <pc:spChg chg="add del mod">
          <ac:chgData name="Ronan Ogor" userId="473d6ea9-be06-4609-b78d-125cc115ecf4" providerId="ADAL" clId="{5D582920-844C-4F4C-89C7-A2DE3BBEB8B3}" dt="2025-06-29T15:35:01.448" v="5908" actId="478"/>
          <ac:spMkLst>
            <pc:docMk/>
            <pc:sldMk cId="3890952107" sldId="4806"/>
            <ac:spMk id="44" creationId="{8C433B75-4E05-7FC9-A811-59D6D99D8366}"/>
          </ac:spMkLst>
        </pc:spChg>
        <pc:spChg chg="add del mod">
          <ac:chgData name="Ronan Ogor" userId="473d6ea9-be06-4609-b78d-125cc115ecf4" providerId="ADAL" clId="{5D582920-844C-4F4C-89C7-A2DE3BBEB8B3}" dt="2025-06-29T15:35:01.448" v="5908" actId="478"/>
          <ac:spMkLst>
            <pc:docMk/>
            <pc:sldMk cId="3890952107" sldId="4806"/>
            <ac:spMk id="45" creationId="{CAD9022A-0F16-8871-EB7F-99231E839412}"/>
          </ac:spMkLst>
        </pc:spChg>
        <pc:spChg chg="add mod">
          <ac:chgData name="Ronan Ogor" userId="473d6ea9-be06-4609-b78d-125cc115ecf4" providerId="ADAL" clId="{5D582920-844C-4F4C-89C7-A2DE3BBEB8B3}" dt="2025-06-29T15:28:53.207" v="5779" actId="1076"/>
          <ac:spMkLst>
            <pc:docMk/>
            <pc:sldMk cId="3890952107" sldId="4806"/>
            <ac:spMk id="46" creationId="{70B7DD91-98F1-4056-E3FC-8DD28C7A9361}"/>
          </ac:spMkLst>
        </pc:spChg>
        <pc:spChg chg="add del mod">
          <ac:chgData name="Ronan Ogor" userId="473d6ea9-be06-4609-b78d-125cc115ecf4" providerId="ADAL" clId="{5D582920-844C-4F4C-89C7-A2DE3BBEB8B3}" dt="2025-06-29T15:35:01.448" v="5908" actId="478"/>
          <ac:spMkLst>
            <pc:docMk/>
            <pc:sldMk cId="3890952107" sldId="4806"/>
            <ac:spMk id="48" creationId="{72FB7C39-5FB8-1E1F-F4BC-529D4D1730A4}"/>
          </ac:spMkLst>
        </pc:spChg>
        <pc:spChg chg="add del mod">
          <ac:chgData name="Ronan Ogor" userId="473d6ea9-be06-4609-b78d-125cc115ecf4" providerId="ADAL" clId="{5D582920-844C-4F4C-89C7-A2DE3BBEB8B3}" dt="2025-06-29T15:35:01.448" v="5908" actId="478"/>
          <ac:spMkLst>
            <pc:docMk/>
            <pc:sldMk cId="3890952107" sldId="4806"/>
            <ac:spMk id="49" creationId="{F60702D2-A90C-A55F-588F-90D78DFD4926}"/>
          </ac:spMkLst>
        </pc:spChg>
        <pc:spChg chg="add del mod">
          <ac:chgData name="Ronan Ogor" userId="473d6ea9-be06-4609-b78d-125cc115ecf4" providerId="ADAL" clId="{5D582920-844C-4F4C-89C7-A2DE3BBEB8B3}" dt="2025-06-29T12:41:53.724" v="4759" actId="478"/>
          <ac:spMkLst>
            <pc:docMk/>
            <pc:sldMk cId="3890952107" sldId="4806"/>
            <ac:spMk id="58" creationId="{20E767B9-C28E-52C3-0291-3D43A70761B9}"/>
          </ac:spMkLst>
        </pc:spChg>
        <pc:spChg chg="add mod">
          <ac:chgData name="Ronan Ogor" userId="473d6ea9-be06-4609-b78d-125cc115ecf4" providerId="ADAL" clId="{5D582920-844C-4F4C-89C7-A2DE3BBEB8B3}" dt="2025-06-29T15:28:53.207" v="5779" actId="1076"/>
          <ac:spMkLst>
            <pc:docMk/>
            <pc:sldMk cId="3890952107" sldId="4806"/>
            <ac:spMk id="59" creationId="{8EF4EDCA-AE78-50FE-756B-E11D5679EF6B}"/>
          </ac:spMkLst>
        </pc:spChg>
        <pc:spChg chg="add mod">
          <ac:chgData name="Ronan Ogor" userId="473d6ea9-be06-4609-b78d-125cc115ecf4" providerId="ADAL" clId="{5D582920-844C-4F4C-89C7-A2DE3BBEB8B3}" dt="2025-06-29T12:44:07.583" v="4815" actId="1076"/>
          <ac:spMkLst>
            <pc:docMk/>
            <pc:sldMk cId="3890952107" sldId="4806"/>
            <ac:spMk id="60" creationId="{98CF1563-E36D-9BA2-9EA1-037019040254}"/>
          </ac:spMkLst>
        </pc:spChg>
        <pc:spChg chg="add del mod">
          <ac:chgData name="Ronan Ogor" userId="473d6ea9-be06-4609-b78d-125cc115ecf4" providerId="ADAL" clId="{5D582920-844C-4F4C-89C7-A2DE3BBEB8B3}" dt="2025-06-29T15:35:01.448" v="5908" actId="478"/>
          <ac:spMkLst>
            <pc:docMk/>
            <pc:sldMk cId="3890952107" sldId="4806"/>
            <ac:spMk id="64" creationId="{4A83AC9E-65D0-E2D4-AB38-3EF3F9A55CA9}"/>
          </ac:spMkLst>
        </pc:spChg>
        <pc:spChg chg="add mod">
          <ac:chgData name="Ronan Ogor" userId="473d6ea9-be06-4609-b78d-125cc115ecf4" providerId="ADAL" clId="{5D582920-844C-4F4C-89C7-A2DE3BBEB8B3}" dt="2025-06-29T12:43:49.175" v="4812" actId="20577"/>
          <ac:spMkLst>
            <pc:docMk/>
            <pc:sldMk cId="3890952107" sldId="4806"/>
            <ac:spMk id="65" creationId="{DB819478-5918-AF98-722B-7F677FD0B130}"/>
          </ac:spMkLst>
        </pc:spChg>
        <pc:spChg chg="add del mod">
          <ac:chgData name="Ronan Ogor" userId="473d6ea9-be06-4609-b78d-125cc115ecf4" providerId="ADAL" clId="{5D582920-844C-4F4C-89C7-A2DE3BBEB8B3}" dt="2025-06-29T12:45:25.407" v="4938" actId="478"/>
          <ac:spMkLst>
            <pc:docMk/>
            <pc:sldMk cId="3890952107" sldId="4806"/>
            <ac:spMk id="66" creationId="{D46E4D21-4C75-59D4-2585-C731CAC36179}"/>
          </ac:spMkLst>
        </pc:spChg>
        <pc:spChg chg="add del mod">
          <ac:chgData name="Ronan Ogor" userId="473d6ea9-be06-4609-b78d-125cc115ecf4" providerId="ADAL" clId="{5D582920-844C-4F4C-89C7-A2DE3BBEB8B3}" dt="2025-06-29T12:46:37.869" v="5010" actId="478"/>
          <ac:spMkLst>
            <pc:docMk/>
            <pc:sldMk cId="3890952107" sldId="4806"/>
            <ac:spMk id="68" creationId="{D4A4187C-5D1F-AC6E-917C-B2EE64074A17}"/>
          </ac:spMkLst>
        </pc:spChg>
        <pc:spChg chg="add mod">
          <ac:chgData name="Ronan Ogor" userId="473d6ea9-be06-4609-b78d-125cc115ecf4" providerId="ADAL" clId="{5D582920-844C-4F4C-89C7-A2DE3BBEB8B3}" dt="2025-06-29T15:28:53.207" v="5779" actId="1076"/>
          <ac:spMkLst>
            <pc:docMk/>
            <pc:sldMk cId="3890952107" sldId="4806"/>
            <ac:spMk id="70" creationId="{E6E5CB86-5223-6B92-FC40-2DD7AF99E971}"/>
          </ac:spMkLst>
        </pc:spChg>
        <pc:spChg chg="add del mod">
          <ac:chgData name="Ronan Ogor" userId="473d6ea9-be06-4609-b78d-125cc115ecf4" providerId="ADAL" clId="{5D582920-844C-4F4C-89C7-A2DE3BBEB8B3}" dt="2025-06-29T15:35:01.448" v="5908" actId="478"/>
          <ac:spMkLst>
            <pc:docMk/>
            <pc:sldMk cId="3890952107" sldId="4806"/>
            <ac:spMk id="75" creationId="{42E4F87F-8DAA-6C36-0B75-D4D2774B4CB3}"/>
          </ac:spMkLst>
        </pc:spChg>
        <pc:spChg chg="add mod">
          <ac:chgData name="Ronan Ogor" userId="473d6ea9-be06-4609-b78d-125cc115ecf4" providerId="ADAL" clId="{5D582920-844C-4F4C-89C7-A2DE3BBEB8B3}" dt="2025-06-29T15:29:52.119" v="5791" actId="1076"/>
          <ac:spMkLst>
            <pc:docMk/>
            <pc:sldMk cId="3890952107" sldId="4806"/>
            <ac:spMk id="76" creationId="{E2480C2B-CE38-854B-68ED-DEBEAA5D580A}"/>
          </ac:spMkLst>
        </pc:spChg>
        <pc:spChg chg="add del mod">
          <ac:chgData name="Ronan Ogor" userId="473d6ea9-be06-4609-b78d-125cc115ecf4" providerId="ADAL" clId="{5D582920-844C-4F4C-89C7-A2DE3BBEB8B3}" dt="2025-06-29T15:35:01.448" v="5908" actId="478"/>
          <ac:spMkLst>
            <pc:docMk/>
            <pc:sldMk cId="3890952107" sldId="4806"/>
            <ac:spMk id="78" creationId="{2CDAFA37-DED6-9465-5678-97E9881A6CF2}"/>
          </ac:spMkLst>
        </pc:spChg>
        <pc:spChg chg="add del mod">
          <ac:chgData name="Ronan Ogor" userId="473d6ea9-be06-4609-b78d-125cc115ecf4" providerId="ADAL" clId="{5D582920-844C-4F4C-89C7-A2DE3BBEB8B3}" dt="2025-06-29T15:35:02.751" v="5909" actId="478"/>
          <ac:spMkLst>
            <pc:docMk/>
            <pc:sldMk cId="3890952107" sldId="4806"/>
            <ac:spMk id="80" creationId="{9C3F26DB-F114-F4BA-5D90-8AC017458E22}"/>
          </ac:spMkLst>
        </pc:spChg>
        <pc:spChg chg="add mod">
          <ac:chgData name="Ronan Ogor" userId="473d6ea9-be06-4609-b78d-125cc115ecf4" providerId="ADAL" clId="{5D582920-844C-4F4C-89C7-A2DE3BBEB8B3}" dt="2025-06-29T15:34:57.451" v="5907" actId="688"/>
          <ac:spMkLst>
            <pc:docMk/>
            <pc:sldMk cId="3890952107" sldId="4806"/>
            <ac:spMk id="81" creationId="{4557A3B7-3D78-9547-E7AA-E44163BAB6EC}"/>
          </ac:spMkLst>
        </pc:spChg>
        <pc:spChg chg="add mod">
          <ac:chgData name="Ronan Ogor" userId="473d6ea9-be06-4609-b78d-125cc115ecf4" providerId="ADAL" clId="{5D582920-844C-4F4C-89C7-A2DE3BBEB8B3}" dt="2025-06-29T15:30:58.474" v="5807" actId="1076"/>
          <ac:spMkLst>
            <pc:docMk/>
            <pc:sldMk cId="3890952107" sldId="4806"/>
            <ac:spMk id="82" creationId="{99102E28-F3A7-7F48-8DB8-E35C281DC916}"/>
          </ac:spMkLst>
        </pc:spChg>
        <pc:spChg chg="add del mod">
          <ac:chgData name="Ronan Ogor" userId="473d6ea9-be06-4609-b78d-125cc115ecf4" providerId="ADAL" clId="{5D582920-844C-4F4C-89C7-A2DE3BBEB8B3}" dt="2025-06-29T15:29:20.379" v="5781" actId="478"/>
          <ac:spMkLst>
            <pc:docMk/>
            <pc:sldMk cId="3890952107" sldId="4806"/>
            <ac:spMk id="83" creationId="{7E4FBADA-B945-6F3A-8389-1D0FE86D8159}"/>
          </ac:spMkLst>
        </pc:spChg>
        <pc:spChg chg="add del mod">
          <ac:chgData name="Ronan Ogor" userId="473d6ea9-be06-4609-b78d-125cc115ecf4" providerId="ADAL" clId="{5D582920-844C-4F4C-89C7-A2DE3BBEB8B3}" dt="2025-06-29T15:29:20.379" v="5781" actId="478"/>
          <ac:spMkLst>
            <pc:docMk/>
            <pc:sldMk cId="3890952107" sldId="4806"/>
            <ac:spMk id="84" creationId="{374D85C3-8ABD-972B-EBC7-A8008D234D34}"/>
          </ac:spMkLst>
        </pc:spChg>
        <pc:spChg chg="add del mod">
          <ac:chgData name="Ronan Ogor" userId="473d6ea9-be06-4609-b78d-125cc115ecf4" providerId="ADAL" clId="{5D582920-844C-4F4C-89C7-A2DE3BBEB8B3}" dt="2025-06-29T15:35:01.448" v="5908" actId="478"/>
          <ac:spMkLst>
            <pc:docMk/>
            <pc:sldMk cId="3890952107" sldId="4806"/>
            <ac:spMk id="85" creationId="{A334B8BC-5E3D-0EE6-6395-72F69F9EDF9D}"/>
          </ac:spMkLst>
        </pc:spChg>
        <pc:spChg chg="add del mod">
          <ac:chgData name="Ronan Ogor" userId="473d6ea9-be06-4609-b78d-125cc115ecf4" providerId="ADAL" clId="{5D582920-844C-4F4C-89C7-A2DE3BBEB8B3}" dt="2025-06-29T15:35:02.751" v="5909" actId="478"/>
          <ac:spMkLst>
            <pc:docMk/>
            <pc:sldMk cId="3890952107" sldId="4806"/>
            <ac:spMk id="87" creationId="{F0F2D254-9D2D-2F54-3EFA-4FCC3F1F877B}"/>
          </ac:spMkLst>
        </pc:spChg>
        <pc:spChg chg="add mod">
          <ac:chgData name="Ronan Ogor" userId="473d6ea9-be06-4609-b78d-125cc115ecf4" providerId="ADAL" clId="{5D582920-844C-4F4C-89C7-A2DE3BBEB8B3}" dt="2025-06-29T15:30:45.937" v="5802" actId="1076"/>
          <ac:spMkLst>
            <pc:docMk/>
            <pc:sldMk cId="3890952107" sldId="4806"/>
            <ac:spMk id="88" creationId="{43AB13B9-47AA-CBD9-9989-29D6B8745FED}"/>
          </ac:spMkLst>
        </pc:spChg>
        <pc:spChg chg="add mod">
          <ac:chgData name="Ronan Ogor" userId="473d6ea9-be06-4609-b78d-125cc115ecf4" providerId="ADAL" clId="{5D582920-844C-4F4C-89C7-A2DE3BBEB8B3}" dt="2025-06-29T15:33:10.196" v="5832" actId="1076"/>
          <ac:spMkLst>
            <pc:docMk/>
            <pc:sldMk cId="3890952107" sldId="4806"/>
            <ac:spMk id="89" creationId="{2AEB61B1-92EC-4A98-F4E8-C7DC2CAA6E6D}"/>
          </ac:spMkLst>
        </pc:spChg>
        <pc:spChg chg="add mod">
          <ac:chgData name="Ronan Ogor" userId="473d6ea9-be06-4609-b78d-125cc115ecf4" providerId="ADAL" clId="{5D582920-844C-4F4C-89C7-A2DE3BBEB8B3}" dt="2025-06-29T15:33:37.681" v="5856" actId="1076"/>
          <ac:spMkLst>
            <pc:docMk/>
            <pc:sldMk cId="3890952107" sldId="4806"/>
            <ac:spMk id="90" creationId="{4D269E68-EBAE-ED21-C5A8-9350DFAB8144}"/>
          </ac:spMkLst>
        </pc:spChg>
        <pc:spChg chg="add mod">
          <ac:chgData name="Ronan Ogor" userId="473d6ea9-be06-4609-b78d-125cc115ecf4" providerId="ADAL" clId="{5D582920-844C-4F4C-89C7-A2DE3BBEB8B3}" dt="2025-06-29T15:35:08.747" v="5910" actId="1076"/>
          <ac:spMkLst>
            <pc:docMk/>
            <pc:sldMk cId="3890952107" sldId="4806"/>
            <ac:spMk id="91" creationId="{0977E926-F283-5CB9-AA1F-D9AE67AB01B0}"/>
          </ac:spMkLst>
        </pc:spChg>
        <pc:spChg chg="add mod">
          <ac:chgData name="Ronan Ogor" userId="473d6ea9-be06-4609-b78d-125cc115ecf4" providerId="ADAL" clId="{5D582920-844C-4F4C-89C7-A2DE3BBEB8B3}" dt="2025-06-29T15:34:40.434" v="5886" actId="1076"/>
          <ac:spMkLst>
            <pc:docMk/>
            <pc:sldMk cId="3890952107" sldId="4806"/>
            <ac:spMk id="94" creationId="{5B741581-33AD-2B80-1AD1-A0D5623788CB}"/>
          </ac:spMkLst>
        </pc:spChg>
        <pc:picChg chg="add mod">
          <ac:chgData name="Ronan Ogor" userId="473d6ea9-be06-4609-b78d-125cc115ecf4" providerId="ADAL" clId="{5D582920-844C-4F4C-89C7-A2DE3BBEB8B3}" dt="2025-06-29T15:35:08.747" v="5910" actId="1076"/>
          <ac:picMkLst>
            <pc:docMk/>
            <pc:sldMk cId="3890952107" sldId="4806"/>
            <ac:picMk id="92" creationId="{AD415DF1-06F6-8355-1D32-38B010CD4797}"/>
          </ac:picMkLst>
        </pc:picChg>
        <pc:cxnChg chg="del mod">
          <ac:chgData name="Ronan Ogor" userId="473d6ea9-be06-4609-b78d-125cc115ecf4" providerId="ADAL" clId="{5D582920-844C-4F4C-89C7-A2DE3BBEB8B3}" dt="2025-06-29T12:43:21.074" v="4807" actId="478"/>
          <ac:cxnSpMkLst>
            <pc:docMk/>
            <pc:sldMk cId="3890952107" sldId="4806"/>
            <ac:cxnSpMk id="6" creationId="{A64D9B58-14DC-5533-B028-19D15CE92909}"/>
          </ac:cxnSpMkLst>
        </pc:cxnChg>
        <pc:cxnChg chg="mod">
          <ac:chgData name="Ronan Ogor" userId="473d6ea9-be06-4609-b78d-125cc115ecf4" providerId="ADAL" clId="{5D582920-844C-4F4C-89C7-A2DE3BBEB8B3}" dt="2025-06-29T12:38:08.101" v="4657" actId="1076"/>
          <ac:cxnSpMkLst>
            <pc:docMk/>
            <pc:sldMk cId="3890952107" sldId="4806"/>
            <ac:cxnSpMk id="29" creationId="{0C7A5A3A-9CC2-9972-C120-143AF1021CDE}"/>
          </ac:cxnSpMkLst>
        </pc:cxnChg>
        <pc:cxnChg chg="del">
          <ac:chgData name="Ronan Ogor" userId="473d6ea9-be06-4609-b78d-125cc115ecf4" providerId="ADAL" clId="{5D582920-844C-4F4C-89C7-A2DE3BBEB8B3}" dt="2025-06-29T12:38:15.249" v="4659" actId="478"/>
          <ac:cxnSpMkLst>
            <pc:docMk/>
            <pc:sldMk cId="3890952107" sldId="4806"/>
            <ac:cxnSpMk id="33" creationId="{ADC45DB2-F7D8-5F80-D9D6-01CB99B86FB1}"/>
          </ac:cxnSpMkLst>
        </pc:cxnChg>
        <pc:cxnChg chg="add del mod">
          <ac:chgData name="Ronan Ogor" userId="473d6ea9-be06-4609-b78d-125cc115ecf4" providerId="ADAL" clId="{5D582920-844C-4F4C-89C7-A2DE3BBEB8B3}" dt="2025-06-29T12:41:53.724" v="4759" actId="478"/>
          <ac:cxnSpMkLst>
            <pc:docMk/>
            <pc:sldMk cId="3890952107" sldId="4806"/>
            <ac:cxnSpMk id="36" creationId="{5319586C-E466-D554-784E-CB5D75F9A559}"/>
          </ac:cxnSpMkLst>
        </pc:cxnChg>
        <pc:cxnChg chg="del mod">
          <ac:chgData name="Ronan Ogor" userId="473d6ea9-be06-4609-b78d-125cc115ecf4" providerId="ADAL" clId="{5D582920-844C-4F4C-89C7-A2DE3BBEB8B3}" dt="2025-06-29T12:40:14.415" v="4732" actId="478"/>
          <ac:cxnSpMkLst>
            <pc:docMk/>
            <pc:sldMk cId="3890952107" sldId="4806"/>
            <ac:cxnSpMk id="37" creationId="{56261CA2-71C3-FFA5-C580-AAE1FF30C0C1}"/>
          </ac:cxnSpMkLst>
        </pc:cxnChg>
        <pc:cxnChg chg="add del mod">
          <ac:chgData name="Ronan Ogor" userId="473d6ea9-be06-4609-b78d-125cc115ecf4" providerId="ADAL" clId="{5D582920-844C-4F4C-89C7-A2DE3BBEB8B3}" dt="2025-06-29T12:40:14.415" v="4732" actId="478"/>
          <ac:cxnSpMkLst>
            <pc:docMk/>
            <pc:sldMk cId="3890952107" sldId="4806"/>
            <ac:cxnSpMk id="38" creationId="{21F06C3A-FEE8-0CDD-B942-2D1DD88CDCD6}"/>
          </ac:cxnSpMkLst>
        </pc:cxnChg>
        <pc:cxnChg chg="add del mod">
          <ac:chgData name="Ronan Ogor" userId="473d6ea9-be06-4609-b78d-125cc115ecf4" providerId="ADAL" clId="{5D582920-844C-4F4C-89C7-A2DE3BBEB8B3}" dt="2025-06-29T12:40:14.415" v="4732" actId="478"/>
          <ac:cxnSpMkLst>
            <pc:docMk/>
            <pc:sldMk cId="3890952107" sldId="4806"/>
            <ac:cxnSpMk id="39" creationId="{D3BCA587-389B-E0C3-6C3C-FD115B0D2864}"/>
          </ac:cxnSpMkLst>
        </pc:cxnChg>
        <pc:cxnChg chg="add del mod">
          <ac:chgData name="Ronan Ogor" userId="473d6ea9-be06-4609-b78d-125cc115ecf4" providerId="ADAL" clId="{5D582920-844C-4F4C-89C7-A2DE3BBEB8B3}" dt="2025-06-29T12:40:14.415" v="4732" actId="478"/>
          <ac:cxnSpMkLst>
            <pc:docMk/>
            <pc:sldMk cId="3890952107" sldId="4806"/>
            <ac:cxnSpMk id="40" creationId="{AE07337E-2A5B-6CDA-8327-F28184CD4725}"/>
          </ac:cxnSpMkLst>
        </pc:cxnChg>
        <pc:cxnChg chg="del mod">
          <ac:chgData name="Ronan Ogor" userId="473d6ea9-be06-4609-b78d-125cc115ecf4" providerId="ADAL" clId="{5D582920-844C-4F4C-89C7-A2DE3BBEB8B3}" dt="2025-06-29T12:40:14.415" v="4732" actId="478"/>
          <ac:cxnSpMkLst>
            <pc:docMk/>
            <pc:sldMk cId="3890952107" sldId="4806"/>
            <ac:cxnSpMk id="41" creationId="{2D608C7F-427E-73EC-96D7-D5586AC061AE}"/>
          </ac:cxnSpMkLst>
        </pc:cxnChg>
        <pc:cxnChg chg="add mod">
          <ac:chgData name="Ronan Ogor" userId="473d6ea9-be06-4609-b78d-125cc115ecf4" providerId="ADAL" clId="{5D582920-844C-4F4C-89C7-A2DE3BBEB8B3}" dt="2025-06-29T12:41:19.375" v="4751" actId="1076"/>
          <ac:cxnSpMkLst>
            <pc:docMk/>
            <pc:sldMk cId="3890952107" sldId="4806"/>
            <ac:cxnSpMk id="43" creationId="{84BD37C1-E9D7-A2C9-0636-3E943E723680}"/>
          </ac:cxnSpMkLst>
        </pc:cxnChg>
        <pc:cxnChg chg="add mod">
          <ac:chgData name="Ronan Ogor" userId="473d6ea9-be06-4609-b78d-125cc115ecf4" providerId="ADAL" clId="{5D582920-844C-4F4C-89C7-A2DE3BBEB8B3}" dt="2025-06-29T12:41:57.788" v="4760" actId="1076"/>
          <ac:cxnSpMkLst>
            <pc:docMk/>
            <pc:sldMk cId="3890952107" sldId="4806"/>
            <ac:cxnSpMk id="47" creationId="{B69790A1-BCC0-965C-6CE7-08F6371A458C}"/>
          </ac:cxnSpMkLst>
        </pc:cxnChg>
        <pc:cxnChg chg="add mod">
          <ac:chgData name="Ronan Ogor" userId="473d6ea9-be06-4609-b78d-125cc115ecf4" providerId="ADAL" clId="{5D582920-844C-4F4C-89C7-A2DE3BBEB8B3}" dt="2025-06-29T15:28:36.454" v="5778"/>
          <ac:cxnSpMkLst>
            <pc:docMk/>
            <pc:sldMk cId="3890952107" sldId="4806"/>
            <ac:cxnSpMk id="53" creationId="{2D36C49B-A2A2-025F-68B3-6F226BB8A28A}"/>
          </ac:cxnSpMkLst>
        </pc:cxnChg>
        <pc:cxnChg chg="add mod">
          <ac:chgData name="Ronan Ogor" userId="473d6ea9-be06-4609-b78d-125cc115ecf4" providerId="ADAL" clId="{5D582920-844C-4F4C-89C7-A2DE3BBEB8B3}" dt="2025-06-29T12:41:28.094" v="4754" actId="14100"/>
          <ac:cxnSpMkLst>
            <pc:docMk/>
            <pc:sldMk cId="3890952107" sldId="4806"/>
            <ac:cxnSpMk id="56" creationId="{1A1CE819-9749-6608-EF2E-C27D697D3123}"/>
          </ac:cxnSpMkLst>
        </pc:cxnChg>
        <pc:cxnChg chg="add del mod">
          <ac:chgData name="Ronan Ogor" userId="473d6ea9-be06-4609-b78d-125cc115ecf4" providerId="ADAL" clId="{5D582920-844C-4F4C-89C7-A2DE3BBEB8B3}" dt="2025-06-29T12:41:53.724" v="4759" actId="478"/>
          <ac:cxnSpMkLst>
            <pc:docMk/>
            <pc:sldMk cId="3890952107" sldId="4806"/>
            <ac:cxnSpMk id="57" creationId="{5227808F-A6AA-DDF5-F1FC-EA24C3FD675C}"/>
          </ac:cxnSpMkLst>
        </pc:cxnChg>
        <pc:cxnChg chg="add mod">
          <ac:chgData name="Ronan Ogor" userId="473d6ea9-be06-4609-b78d-125cc115ecf4" providerId="ADAL" clId="{5D582920-844C-4F4C-89C7-A2DE3BBEB8B3}" dt="2025-06-29T12:45:55.401" v="4949" actId="14100"/>
          <ac:cxnSpMkLst>
            <pc:docMk/>
            <pc:sldMk cId="3890952107" sldId="4806"/>
            <ac:cxnSpMk id="67" creationId="{A529D040-E1EC-8A98-D688-9121DB1977BF}"/>
          </ac:cxnSpMkLst>
        </pc:cxnChg>
        <pc:cxnChg chg="add mod">
          <ac:chgData name="Ronan Ogor" userId="473d6ea9-be06-4609-b78d-125cc115ecf4" providerId="ADAL" clId="{5D582920-844C-4F4C-89C7-A2DE3BBEB8B3}" dt="2025-06-29T12:46:13.228" v="4955" actId="14100"/>
          <ac:cxnSpMkLst>
            <pc:docMk/>
            <pc:sldMk cId="3890952107" sldId="4806"/>
            <ac:cxnSpMk id="72" creationId="{0383C918-0CEB-5D50-10D6-5B4F730E0018}"/>
          </ac:cxnSpMkLst>
        </pc:cxnChg>
        <pc:cxnChg chg="mod">
          <ac:chgData name="Ronan Ogor" userId="473d6ea9-be06-4609-b78d-125cc115ecf4" providerId="ADAL" clId="{5D582920-844C-4F4C-89C7-A2DE3BBEB8B3}" dt="2025-06-29T15:29:52.119" v="5791" actId="1076"/>
          <ac:cxnSpMkLst>
            <pc:docMk/>
            <pc:sldMk cId="3890952107" sldId="4806"/>
            <ac:cxnSpMk id="77" creationId="{3CA0FAD4-7860-0E23-604D-67FCEB21303B}"/>
          </ac:cxnSpMkLst>
        </pc:cxnChg>
        <pc:cxnChg chg="del mod">
          <ac:chgData name="Ronan Ogor" userId="473d6ea9-be06-4609-b78d-125cc115ecf4" providerId="ADAL" clId="{5D582920-844C-4F4C-89C7-A2DE3BBEB8B3}" dt="2025-06-29T15:35:02.751" v="5909" actId="478"/>
          <ac:cxnSpMkLst>
            <pc:docMk/>
            <pc:sldMk cId="3890952107" sldId="4806"/>
            <ac:cxnSpMk id="79" creationId="{4805E0E3-B0C0-3FBC-DE25-A2ACF73C99BC}"/>
          </ac:cxnSpMkLst>
        </pc:cxnChg>
        <pc:cxnChg chg="add mod">
          <ac:chgData name="Ronan Ogor" userId="473d6ea9-be06-4609-b78d-125cc115ecf4" providerId="ADAL" clId="{5D582920-844C-4F4C-89C7-A2DE3BBEB8B3}" dt="2025-06-29T15:29:52.119" v="5791" actId="1076"/>
          <ac:cxnSpMkLst>
            <pc:docMk/>
            <pc:sldMk cId="3890952107" sldId="4806"/>
            <ac:cxnSpMk id="86" creationId="{1A48B371-D8AA-F9F9-3181-627805598B96}"/>
          </ac:cxnSpMkLst>
        </pc:cxnChg>
      </pc:sldChg>
      <pc:sldChg chg="add del">
        <pc:chgData name="Ronan Ogor" userId="473d6ea9-be06-4609-b78d-125cc115ecf4" providerId="ADAL" clId="{5D582920-844C-4F4C-89C7-A2DE3BBEB8B3}" dt="2025-06-29T16:58:16.635" v="6882" actId="47"/>
        <pc:sldMkLst>
          <pc:docMk/>
          <pc:sldMk cId="1085288802" sldId="4807"/>
        </pc:sldMkLst>
      </pc:sldChg>
      <pc:sldChg chg="add del">
        <pc:chgData name="Ronan Ogor" userId="473d6ea9-be06-4609-b78d-125cc115ecf4" providerId="ADAL" clId="{5D582920-844C-4F4C-89C7-A2DE3BBEB8B3}" dt="2025-06-29T16:58:16.635" v="6882" actId="47"/>
        <pc:sldMkLst>
          <pc:docMk/>
          <pc:sldMk cId="3836820317" sldId="4808"/>
        </pc:sldMkLst>
      </pc:sldChg>
      <pc:sldChg chg="addSp delSp modSp new mod">
        <pc:chgData name="Ronan Ogor" userId="473d6ea9-be06-4609-b78d-125cc115ecf4" providerId="ADAL" clId="{5D582920-844C-4F4C-89C7-A2DE3BBEB8B3}" dt="2025-06-29T15:05:00.273" v="5739" actId="14100"/>
        <pc:sldMkLst>
          <pc:docMk/>
          <pc:sldMk cId="2457427398" sldId="4809"/>
        </pc:sldMkLst>
        <pc:spChg chg="add mod">
          <ac:chgData name="Ronan Ogor" userId="473d6ea9-be06-4609-b78d-125cc115ecf4" providerId="ADAL" clId="{5D582920-844C-4F4C-89C7-A2DE3BBEB8B3}" dt="2025-06-29T15:00:09.772" v="5691" actId="1076"/>
          <ac:spMkLst>
            <pc:docMk/>
            <pc:sldMk cId="2457427398" sldId="4809"/>
            <ac:spMk id="4" creationId="{5A0C972E-9FE7-11AC-7366-B6CEE3DEC623}"/>
          </ac:spMkLst>
        </pc:spChg>
        <pc:spChg chg="add mod">
          <ac:chgData name="Ronan Ogor" userId="473d6ea9-be06-4609-b78d-125cc115ecf4" providerId="ADAL" clId="{5D582920-844C-4F4C-89C7-A2DE3BBEB8B3}" dt="2025-06-29T15:00:09.772" v="5691" actId="1076"/>
          <ac:spMkLst>
            <pc:docMk/>
            <pc:sldMk cId="2457427398" sldId="4809"/>
            <ac:spMk id="5" creationId="{F1B34F81-069E-7A74-E3A6-7B1406779C06}"/>
          </ac:spMkLst>
        </pc:spChg>
        <pc:spChg chg="add mod">
          <ac:chgData name="Ronan Ogor" userId="473d6ea9-be06-4609-b78d-125cc115ecf4" providerId="ADAL" clId="{5D582920-844C-4F4C-89C7-A2DE3BBEB8B3}" dt="2025-06-29T15:00:09.772" v="5691" actId="1076"/>
          <ac:spMkLst>
            <pc:docMk/>
            <pc:sldMk cId="2457427398" sldId="4809"/>
            <ac:spMk id="7" creationId="{88B5071B-1282-43F2-F81E-1589ADA4B7DC}"/>
          </ac:spMkLst>
        </pc:spChg>
        <pc:spChg chg="add mod">
          <ac:chgData name="Ronan Ogor" userId="473d6ea9-be06-4609-b78d-125cc115ecf4" providerId="ADAL" clId="{5D582920-844C-4F4C-89C7-A2DE3BBEB8B3}" dt="2025-06-29T14:59:48.416" v="5688" actId="1076"/>
          <ac:spMkLst>
            <pc:docMk/>
            <pc:sldMk cId="2457427398" sldId="4809"/>
            <ac:spMk id="9" creationId="{14A44879-B6B8-ED9B-CC24-7CB888841DA7}"/>
          </ac:spMkLst>
        </pc:spChg>
        <pc:spChg chg="add mod">
          <ac:chgData name="Ronan Ogor" userId="473d6ea9-be06-4609-b78d-125cc115ecf4" providerId="ADAL" clId="{5D582920-844C-4F4C-89C7-A2DE3BBEB8B3}" dt="2025-06-29T14:44:09.565" v="5361"/>
          <ac:spMkLst>
            <pc:docMk/>
            <pc:sldMk cId="2457427398" sldId="4809"/>
            <ac:spMk id="13" creationId="{29B48432-2C25-C0E8-BF9D-C9C2BCD35FDA}"/>
          </ac:spMkLst>
        </pc:spChg>
        <pc:spChg chg="add del mod">
          <ac:chgData name="Ronan Ogor" userId="473d6ea9-be06-4609-b78d-125cc115ecf4" providerId="ADAL" clId="{5D582920-844C-4F4C-89C7-A2DE3BBEB8B3}" dt="2025-06-29T14:52:35.073" v="5558" actId="478"/>
          <ac:spMkLst>
            <pc:docMk/>
            <pc:sldMk cId="2457427398" sldId="4809"/>
            <ac:spMk id="14" creationId="{1A505C08-4FAB-FC84-958C-12CF4CDB017B}"/>
          </ac:spMkLst>
        </pc:spChg>
        <pc:spChg chg="add del mod">
          <ac:chgData name="Ronan Ogor" userId="473d6ea9-be06-4609-b78d-125cc115ecf4" providerId="ADAL" clId="{5D582920-844C-4F4C-89C7-A2DE3BBEB8B3}" dt="2025-06-29T14:52:35.073" v="5558" actId="478"/>
          <ac:spMkLst>
            <pc:docMk/>
            <pc:sldMk cId="2457427398" sldId="4809"/>
            <ac:spMk id="15" creationId="{D4261922-CC92-6E03-9678-5E2E29E4D72A}"/>
          </ac:spMkLst>
        </pc:spChg>
        <pc:spChg chg="add mod">
          <ac:chgData name="Ronan Ogor" userId="473d6ea9-be06-4609-b78d-125cc115ecf4" providerId="ADAL" clId="{5D582920-844C-4F4C-89C7-A2DE3BBEB8B3}" dt="2025-06-29T14:59:58.554" v="5690" actId="1076"/>
          <ac:spMkLst>
            <pc:docMk/>
            <pc:sldMk cId="2457427398" sldId="4809"/>
            <ac:spMk id="16" creationId="{74FBBDAA-822F-5DA7-3BF1-6FD95A1359E7}"/>
          </ac:spMkLst>
        </pc:spChg>
        <pc:spChg chg="add mod">
          <ac:chgData name="Ronan Ogor" userId="473d6ea9-be06-4609-b78d-125cc115ecf4" providerId="ADAL" clId="{5D582920-844C-4F4C-89C7-A2DE3BBEB8B3}" dt="2025-06-29T14:59:58.554" v="5690" actId="1076"/>
          <ac:spMkLst>
            <pc:docMk/>
            <pc:sldMk cId="2457427398" sldId="4809"/>
            <ac:spMk id="17" creationId="{C656E080-43CC-6B7D-5543-CDDA88DD0301}"/>
          </ac:spMkLst>
        </pc:spChg>
        <pc:spChg chg="add mod">
          <ac:chgData name="Ronan Ogor" userId="473d6ea9-be06-4609-b78d-125cc115ecf4" providerId="ADAL" clId="{5D582920-844C-4F4C-89C7-A2DE3BBEB8B3}" dt="2025-06-29T14:59:58.554" v="5690" actId="1076"/>
          <ac:spMkLst>
            <pc:docMk/>
            <pc:sldMk cId="2457427398" sldId="4809"/>
            <ac:spMk id="18" creationId="{FDB1EEFF-E2EA-44BD-B5AB-5EE696C09A0C}"/>
          </ac:spMkLst>
        </pc:spChg>
        <pc:spChg chg="add mod">
          <ac:chgData name="Ronan Ogor" userId="473d6ea9-be06-4609-b78d-125cc115ecf4" providerId="ADAL" clId="{5D582920-844C-4F4C-89C7-A2DE3BBEB8B3}" dt="2025-06-29T14:59:58.554" v="5690" actId="1076"/>
          <ac:spMkLst>
            <pc:docMk/>
            <pc:sldMk cId="2457427398" sldId="4809"/>
            <ac:spMk id="19" creationId="{9E99CD08-3FE0-B870-1FD3-7F4E8FD3C016}"/>
          </ac:spMkLst>
        </pc:spChg>
        <pc:spChg chg="add">
          <ac:chgData name="Ronan Ogor" userId="473d6ea9-be06-4609-b78d-125cc115ecf4" providerId="ADAL" clId="{5D582920-844C-4F4C-89C7-A2DE3BBEB8B3}" dt="2025-06-29T14:50:59.595" v="5526"/>
          <ac:spMkLst>
            <pc:docMk/>
            <pc:sldMk cId="2457427398" sldId="4809"/>
            <ac:spMk id="20" creationId="{10F0E769-3AD5-68BC-8158-86BE821186C9}"/>
          </ac:spMkLst>
        </pc:spChg>
        <pc:spChg chg="add">
          <ac:chgData name="Ronan Ogor" userId="473d6ea9-be06-4609-b78d-125cc115ecf4" providerId="ADAL" clId="{5D582920-844C-4F4C-89C7-A2DE3BBEB8B3}" dt="2025-06-29T14:51:13.172" v="5533"/>
          <ac:spMkLst>
            <pc:docMk/>
            <pc:sldMk cId="2457427398" sldId="4809"/>
            <ac:spMk id="21" creationId="{4C2D94FD-A08B-2753-2EE0-7768DE82D6CC}"/>
          </ac:spMkLst>
        </pc:spChg>
        <pc:spChg chg="add del mod">
          <ac:chgData name="Ronan Ogor" userId="473d6ea9-be06-4609-b78d-125cc115ecf4" providerId="ADAL" clId="{5D582920-844C-4F4C-89C7-A2DE3BBEB8B3}" dt="2025-06-29T14:52:29.437" v="5557" actId="478"/>
          <ac:spMkLst>
            <pc:docMk/>
            <pc:sldMk cId="2457427398" sldId="4809"/>
            <ac:spMk id="22" creationId="{50AF0FB4-D719-F24E-5B3E-5FE317D91592}"/>
          </ac:spMkLst>
        </pc:spChg>
        <pc:spChg chg="add mod">
          <ac:chgData name="Ronan Ogor" userId="473d6ea9-be06-4609-b78d-125cc115ecf4" providerId="ADAL" clId="{5D582920-844C-4F4C-89C7-A2DE3BBEB8B3}" dt="2025-06-29T15:04:06.828" v="5726" actId="20577"/>
          <ac:spMkLst>
            <pc:docMk/>
            <pc:sldMk cId="2457427398" sldId="4809"/>
            <ac:spMk id="32" creationId="{AF567B1D-A00A-7260-B627-434EAFD77D6D}"/>
          </ac:spMkLst>
        </pc:spChg>
        <pc:spChg chg="add mod">
          <ac:chgData name="Ronan Ogor" userId="473d6ea9-be06-4609-b78d-125cc115ecf4" providerId="ADAL" clId="{5D582920-844C-4F4C-89C7-A2DE3BBEB8B3}" dt="2025-06-29T15:04:15.099" v="5735" actId="1076"/>
          <ac:spMkLst>
            <pc:docMk/>
            <pc:sldMk cId="2457427398" sldId="4809"/>
            <ac:spMk id="33" creationId="{3907CCE0-2FE8-445B-CA2E-E0F97E714DA7}"/>
          </ac:spMkLst>
        </pc:spChg>
        <pc:spChg chg="add mod">
          <ac:chgData name="Ronan Ogor" userId="473d6ea9-be06-4609-b78d-125cc115ecf4" providerId="ADAL" clId="{5D582920-844C-4F4C-89C7-A2DE3BBEB8B3}" dt="2025-06-29T15:03:49.658" v="5714"/>
          <ac:spMkLst>
            <pc:docMk/>
            <pc:sldMk cId="2457427398" sldId="4809"/>
            <ac:spMk id="34" creationId="{4C6A5486-03B5-89DC-160E-EAA855F07A6F}"/>
          </ac:spMkLst>
        </pc:spChg>
        <pc:graphicFrameChg chg="add mod modGraphic">
          <ac:chgData name="Ronan Ogor" userId="473d6ea9-be06-4609-b78d-125cc115ecf4" providerId="ADAL" clId="{5D582920-844C-4F4C-89C7-A2DE3BBEB8B3}" dt="2025-06-29T15:00:09.772" v="5691" actId="1076"/>
          <ac:graphicFrameMkLst>
            <pc:docMk/>
            <pc:sldMk cId="2457427398" sldId="4809"/>
            <ac:graphicFrameMk id="2" creationId="{5454AF69-7274-F847-9BEA-1CC8C949EC06}"/>
          </ac:graphicFrameMkLst>
        </pc:graphicFrameChg>
        <pc:graphicFrameChg chg="add mod modGraphic">
          <ac:chgData name="Ronan Ogor" userId="473d6ea9-be06-4609-b78d-125cc115ecf4" providerId="ADAL" clId="{5D582920-844C-4F4C-89C7-A2DE3BBEB8B3}" dt="2025-06-29T15:00:09.772" v="5691" actId="1076"/>
          <ac:graphicFrameMkLst>
            <pc:docMk/>
            <pc:sldMk cId="2457427398" sldId="4809"/>
            <ac:graphicFrameMk id="3" creationId="{CD564CE1-F083-8D22-64D6-62D4A850CE08}"/>
          </ac:graphicFrameMkLst>
        </pc:graphicFrameChg>
        <pc:graphicFrameChg chg="add mod modGraphic">
          <ac:chgData name="Ronan Ogor" userId="473d6ea9-be06-4609-b78d-125cc115ecf4" providerId="ADAL" clId="{5D582920-844C-4F4C-89C7-A2DE3BBEB8B3}" dt="2025-06-29T15:00:09.772" v="5691" actId="1076"/>
          <ac:graphicFrameMkLst>
            <pc:docMk/>
            <pc:sldMk cId="2457427398" sldId="4809"/>
            <ac:graphicFrameMk id="6" creationId="{523F8A16-D61C-5F2D-2CB8-5C8A914C5964}"/>
          </ac:graphicFrameMkLst>
        </pc:graphicFrameChg>
        <pc:picChg chg="add mod">
          <ac:chgData name="Ronan Ogor" userId="473d6ea9-be06-4609-b78d-125cc115ecf4" providerId="ADAL" clId="{5D582920-844C-4F4C-89C7-A2DE3BBEB8B3}" dt="2025-06-29T15:05:00.273" v="5739" actId="14100"/>
          <ac:picMkLst>
            <pc:docMk/>
            <pc:sldMk cId="2457427398" sldId="4809"/>
            <ac:picMk id="35" creationId="{EE3EE38A-543F-0354-B396-6E316EA435FD}"/>
          </ac:picMkLst>
        </pc:picChg>
        <pc:cxnChg chg="add del mod">
          <ac:chgData name="Ronan Ogor" userId="473d6ea9-be06-4609-b78d-125cc115ecf4" providerId="ADAL" clId="{5D582920-844C-4F4C-89C7-A2DE3BBEB8B3}" dt="2025-06-29T14:49:08.135" v="5479" actId="478"/>
          <ac:cxnSpMkLst>
            <pc:docMk/>
            <pc:sldMk cId="2457427398" sldId="4809"/>
            <ac:cxnSpMk id="11" creationId="{5C3D7F72-0BFE-3C80-4BE4-EF26B43B53CE}"/>
          </ac:cxnSpMkLst>
        </pc:cxnChg>
        <pc:cxnChg chg="add mod">
          <ac:chgData name="Ronan Ogor" userId="473d6ea9-be06-4609-b78d-125cc115ecf4" providerId="ADAL" clId="{5D582920-844C-4F4C-89C7-A2DE3BBEB8B3}" dt="2025-06-29T14:59:58.554" v="5690" actId="1076"/>
          <ac:cxnSpMkLst>
            <pc:docMk/>
            <pc:sldMk cId="2457427398" sldId="4809"/>
            <ac:cxnSpMk id="23" creationId="{F147507C-9A26-8287-2882-E6637956F153}"/>
          </ac:cxnSpMkLst>
        </pc:cxnChg>
        <pc:cxnChg chg="add del mod">
          <ac:chgData name="Ronan Ogor" userId="473d6ea9-be06-4609-b78d-125cc115ecf4" providerId="ADAL" clId="{5D582920-844C-4F4C-89C7-A2DE3BBEB8B3}" dt="2025-06-29T14:59:22.950" v="5683" actId="478"/>
          <ac:cxnSpMkLst>
            <pc:docMk/>
            <pc:sldMk cId="2457427398" sldId="4809"/>
            <ac:cxnSpMk id="25" creationId="{5BF506B4-DBA6-65BF-7E0B-152124C7F70C}"/>
          </ac:cxnSpMkLst>
        </pc:cxnChg>
        <pc:cxnChg chg="add mod">
          <ac:chgData name="Ronan Ogor" userId="473d6ea9-be06-4609-b78d-125cc115ecf4" providerId="ADAL" clId="{5D582920-844C-4F4C-89C7-A2DE3BBEB8B3}" dt="2025-06-29T14:59:58.554" v="5690" actId="1076"/>
          <ac:cxnSpMkLst>
            <pc:docMk/>
            <pc:sldMk cId="2457427398" sldId="4809"/>
            <ac:cxnSpMk id="30" creationId="{87BADF81-C35A-5D66-FA3F-C9BE3B97A9D3}"/>
          </ac:cxnSpMkLst>
        </pc:cxnChg>
      </pc:sldChg>
      <pc:sldChg chg="addSp delSp modSp add mod">
        <pc:chgData name="Ronan Ogor" userId="473d6ea9-be06-4609-b78d-125cc115ecf4" providerId="ADAL" clId="{5D582920-844C-4F4C-89C7-A2DE3BBEB8B3}" dt="2025-06-29T15:51:04.165" v="6108" actId="207"/>
        <pc:sldMkLst>
          <pc:docMk/>
          <pc:sldMk cId="1063344118" sldId="4810"/>
        </pc:sldMkLst>
        <pc:spChg chg="add mod">
          <ac:chgData name="Ronan Ogor" userId="473d6ea9-be06-4609-b78d-125cc115ecf4" providerId="ADAL" clId="{5D582920-844C-4F4C-89C7-A2DE3BBEB8B3}" dt="2025-06-29T15:35:27.823" v="5913"/>
          <ac:spMkLst>
            <pc:docMk/>
            <pc:sldMk cId="1063344118" sldId="4810"/>
            <ac:spMk id="2" creationId="{76615018-2EC3-A000-59E7-9FCA99EDB230}"/>
          </ac:spMkLst>
        </pc:spChg>
        <pc:spChg chg="del">
          <ac:chgData name="Ronan Ogor" userId="473d6ea9-be06-4609-b78d-125cc115ecf4" providerId="ADAL" clId="{5D582920-844C-4F4C-89C7-A2DE3BBEB8B3}" dt="2025-06-29T15:35:27.609" v="5912" actId="478"/>
          <ac:spMkLst>
            <pc:docMk/>
            <pc:sldMk cId="1063344118" sldId="4810"/>
            <ac:spMk id="10" creationId="{B590D49C-A40E-533B-BA78-4FCC39510A91}"/>
          </ac:spMkLst>
        </pc:spChg>
        <pc:spChg chg="del">
          <ac:chgData name="Ronan Ogor" userId="473d6ea9-be06-4609-b78d-125cc115ecf4" providerId="ADAL" clId="{5D582920-844C-4F4C-89C7-A2DE3BBEB8B3}" dt="2025-06-29T15:35:34.656" v="5915" actId="478"/>
          <ac:spMkLst>
            <pc:docMk/>
            <pc:sldMk cId="1063344118" sldId="4810"/>
            <ac:spMk id="65" creationId="{E06907B6-520C-6E86-F8DC-0734E83FD334}"/>
          </ac:spMkLst>
        </pc:spChg>
        <pc:spChg chg="del">
          <ac:chgData name="Ronan Ogor" userId="473d6ea9-be06-4609-b78d-125cc115ecf4" providerId="ADAL" clId="{5D582920-844C-4F4C-89C7-A2DE3BBEB8B3}" dt="2025-06-29T15:35:33.170" v="5914" actId="478"/>
          <ac:spMkLst>
            <pc:docMk/>
            <pc:sldMk cId="1063344118" sldId="4810"/>
            <ac:spMk id="82" creationId="{F9073128-EE8E-F35F-525D-817B36EB4CB0}"/>
          </ac:spMkLst>
        </pc:spChg>
        <pc:spChg chg="mod">
          <ac:chgData name="Ronan Ogor" userId="473d6ea9-be06-4609-b78d-125cc115ecf4" providerId="ADAL" clId="{5D582920-844C-4F4C-89C7-A2DE3BBEB8B3}" dt="2025-06-29T15:51:04.165" v="6108" actId="207"/>
          <ac:spMkLst>
            <pc:docMk/>
            <pc:sldMk cId="1063344118" sldId="4810"/>
            <ac:spMk id="88" creationId="{EE41C6AF-F2C3-70BE-7DBE-BC2265771B7A}"/>
          </ac:spMkLst>
        </pc:spChg>
        <pc:spChg chg="mod">
          <ac:chgData name="Ronan Ogor" userId="473d6ea9-be06-4609-b78d-125cc115ecf4" providerId="ADAL" clId="{5D582920-844C-4F4C-89C7-A2DE3BBEB8B3}" dt="2025-06-29T15:35:40.458" v="5917" actId="1076"/>
          <ac:spMkLst>
            <pc:docMk/>
            <pc:sldMk cId="1063344118" sldId="4810"/>
            <ac:spMk id="89" creationId="{9785A348-ECF4-CF8B-EEC5-720CD58ACDD2}"/>
          </ac:spMkLst>
        </pc:spChg>
        <pc:spChg chg="mod">
          <ac:chgData name="Ronan Ogor" userId="473d6ea9-be06-4609-b78d-125cc115ecf4" providerId="ADAL" clId="{5D582920-844C-4F4C-89C7-A2DE3BBEB8B3}" dt="2025-06-29T15:35:40.458" v="5917" actId="1076"/>
          <ac:spMkLst>
            <pc:docMk/>
            <pc:sldMk cId="1063344118" sldId="4810"/>
            <ac:spMk id="90" creationId="{898E145E-DE5D-A0E2-24CC-B0171E382752}"/>
          </ac:spMkLst>
        </pc:spChg>
        <pc:picChg chg="del">
          <ac:chgData name="Ronan Ogor" userId="473d6ea9-be06-4609-b78d-125cc115ecf4" providerId="ADAL" clId="{5D582920-844C-4F4C-89C7-A2DE3BBEB8B3}" dt="2025-06-29T15:35:27.609" v="5912" actId="478"/>
          <ac:picMkLst>
            <pc:docMk/>
            <pc:sldMk cId="1063344118" sldId="4810"/>
            <ac:picMk id="8" creationId="{6032859C-94BF-341C-572A-6223231B10D4}"/>
          </ac:picMkLst>
        </pc:picChg>
        <pc:picChg chg="del">
          <ac:chgData name="Ronan Ogor" userId="473d6ea9-be06-4609-b78d-125cc115ecf4" providerId="ADAL" clId="{5D582920-844C-4F4C-89C7-A2DE3BBEB8B3}" dt="2025-06-29T15:35:27.609" v="5912" actId="478"/>
          <ac:picMkLst>
            <pc:docMk/>
            <pc:sldMk cId="1063344118" sldId="4810"/>
            <ac:picMk id="9" creationId="{E786C620-37D6-A0AC-9BE1-913C5BB3256C}"/>
          </ac:picMkLst>
        </pc:picChg>
      </pc:sldChg>
      <pc:sldChg chg="addSp delSp modSp add mod">
        <pc:chgData name="Ronan Ogor" userId="473d6ea9-be06-4609-b78d-125cc115ecf4" providerId="ADAL" clId="{5D582920-844C-4F4C-89C7-A2DE3BBEB8B3}" dt="2025-06-29T15:54:28.284" v="6187" actId="1076"/>
        <pc:sldMkLst>
          <pc:docMk/>
          <pc:sldMk cId="1541431744" sldId="4811"/>
        </pc:sldMkLst>
        <pc:spChg chg="add mod">
          <ac:chgData name="Ronan Ogor" userId="473d6ea9-be06-4609-b78d-125cc115ecf4" providerId="ADAL" clId="{5D582920-844C-4F4C-89C7-A2DE3BBEB8B3}" dt="2025-06-29T15:40:30.787" v="5951" actId="1076"/>
          <ac:spMkLst>
            <pc:docMk/>
            <pc:sldMk cId="1541431744" sldId="4811"/>
            <ac:spMk id="2" creationId="{3868AAFD-1B4F-2C58-7381-DE48B8E2F205}"/>
          </ac:spMkLst>
        </pc:spChg>
        <pc:spChg chg="add del mod">
          <ac:chgData name="Ronan Ogor" userId="473d6ea9-be06-4609-b78d-125cc115ecf4" providerId="ADAL" clId="{5D582920-844C-4F4C-89C7-A2DE3BBEB8B3}" dt="2025-06-29T15:53:20.123" v="6181" actId="478"/>
          <ac:spMkLst>
            <pc:docMk/>
            <pc:sldMk cId="1541431744" sldId="4811"/>
            <ac:spMk id="4" creationId="{ACCE4CBC-B831-D0D4-726D-30528830EF32}"/>
          </ac:spMkLst>
        </pc:spChg>
        <pc:spChg chg="add del mod">
          <ac:chgData name="Ronan Ogor" userId="473d6ea9-be06-4609-b78d-125cc115ecf4" providerId="ADAL" clId="{5D582920-844C-4F4C-89C7-A2DE3BBEB8B3}" dt="2025-06-29T15:46:10.038" v="6027" actId="478"/>
          <ac:spMkLst>
            <pc:docMk/>
            <pc:sldMk cId="1541431744" sldId="4811"/>
            <ac:spMk id="5" creationId="{5897AC70-C2F9-5229-0BE3-6E97661995CA}"/>
          </ac:spMkLst>
        </pc:spChg>
        <pc:spChg chg="add del mod">
          <ac:chgData name="Ronan Ogor" userId="473d6ea9-be06-4609-b78d-125cc115ecf4" providerId="ADAL" clId="{5D582920-844C-4F4C-89C7-A2DE3BBEB8B3}" dt="2025-06-29T15:49:57.696" v="6084" actId="21"/>
          <ac:spMkLst>
            <pc:docMk/>
            <pc:sldMk cId="1541431744" sldId="4811"/>
            <ac:spMk id="6" creationId="{039E0B15-CC1C-17EF-9375-C8A6B9AE22F6}"/>
          </ac:spMkLst>
        </pc:spChg>
        <pc:spChg chg="add del mod">
          <ac:chgData name="Ronan Ogor" userId="473d6ea9-be06-4609-b78d-125cc115ecf4" providerId="ADAL" clId="{5D582920-844C-4F4C-89C7-A2DE3BBEB8B3}" dt="2025-06-29T15:49:53.088" v="6083" actId="478"/>
          <ac:spMkLst>
            <pc:docMk/>
            <pc:sldMk cId="1541431744" sldId="4811"/>
            <ac:spMk id="7" creationId="{80EF71E7-61E0-A53A-3399-0E3E42801F70}"/>
          </ac:spMkLst>
        </pc:spChg>
        <pc:spChg chg="mod">
          <ac:chgData name="Ronan Ogor" userId="473d6ea9-be06-4609-b78d-125cc115ecf4" providerId="ADAL" clId="{5D582920-844C-4F4C-89C7-A2DE3BBEB8B3}" dt="2025-06-29T15:40:25.056" v="5948" actId="20577"/>
          <ac:spMkLst>
            <pc:docMk/>
            <pc:sldMk cId="1541431744" sldId="4811"/>
            <ac:spMk id="10" creationId="{5FBBC730-DA6C-1542-0FB6-D4BF5EE88D5E}"/>
          </ac:spMkLst>
        </pc:spChg>
        <pc:spChg chg="add mod">
          <ac:chgData name="Ronan Ogor" userId="473d6ea9-be06-4609-b78d-125cc115ecf4" providerId="ADAL" clId="{5D582920-844C-4F4C-89C7-A2DE3BBEB8B3}" dt="2025-06-29T15:53:20.322" v="6182"/>
          <ac:spMkLst>
            <pc:docMk/>
            <pc:sldMk cId="1541431744" sldId="4811"/>
            <ac:spMk id="11" creationId="{A9BB638C-E27D-5571-996B-1F2996603672}"/>
          </ac:spMkLst>
        </pc:spChg>
        <pc:spChg chg="del mod">
          <ac:chgData name="Ronan Ogor" userId="473d6ea9-be06-4609-b78d-125cc115ecf4" providerId="ADAL" clId="{5D582920-844C-4F4C-89C7-A2DE3BBEB8B3}" dt="2025-06-29T15:53:20.123" v="6181" actId="478"/>
          <ac:spMkLst>
            <pc:docMk/>
            <pc:sldMk cId="1541431744" sldId="4811"/>
            <ac:spMk id="12" creationId="{27264524-0AD7-81EE-8777-8942439E2B72}"/>
          </ac:spMkLst>
        </pc:spChg>
        <pc:spChg chg="add mod">
          <ac:chgData name="Ronan Ogor" userId="473d6ea9-be06-4609-b78d-125cc115ecf4" providerId="ADAL" clId="{5D582920-844C-4F4C-89C7-A2DE3BBEB8B3}" dt="2025-06-29T15:53:20.322" v="6182"/>
          <ac:spMkLst>
            <pc:docMk/>
            <pc:sldMk cId="1541431744" sldId="4811"/>
            <ac:spMk id="13" creationId="{DECA5B28-EB11-A1B9-DA03-F6AC680DFA3F}"/>
          </ac:spMkLst>
        </pc:spChg>
        <pc:spChg chg="del">
          <ac:chgData name="Ronan Ogor" userId="473d6ea9-be06-4609-b78d-125cc115ecf4" providerId="ADAL" clId="{5D582920-844C-4F4C-89C7-A2DE3BBEB8B3}" dt="2025-06-29T15:45:26.533" v="5962" actId="478"/>
          <ac:spMkLst>
            <pc:docMk/>
            <pc:sldMk cId="1541431744" sldId="4811"/>
            <ac:spMk id="65" creationId="{A5B51B58-46D3-F1EE-A43A-C02DBE882A37}"/>
          </ac:spMkLst>
        </pc:spChg>
        <pc:spChg chg="del">
          <ac:chgData name="Ronan Ogor" userId="473d6ea9-be06-4609-b78d-125cc115ecf4" providerId="ADAL" clId="{5D582920-844C-4F4C-89C7-A2DE3BBEB8B3}" dt="2025-06-29T15:48:42.836" v="6052" actId="478"/>
          <ac:spMkLst>
            <pc:docMk/>
            <pc:sldMk cId="1541431744" sldId="4811"/>
            <ac:spMk id="81" creationId="{2F01D0B3-DFDA-6845-693D-E1D2432624F5}"/>
          </ac:spMkLst>
        </pc:spChg>
        <pc:spChg chg="del">
          <ac:chgData name="Ronan Ogor" userId="473d6ea9-be06-4609-b78d-125cc115ecf4" providerId="ADAL" clId="{5D582920-844C-4F4C-89C7-A2DE3BBEB8B3}" dt="2025-06-29T15:45:22.875" v="5961" actId="478"/>
          <ac:spMkLst>
            <pc:docMk/>
            <pc:sldMk cId="1541431744" sldId="4811"/>
            <ac:spMk id="82" creationId="{25823E74-432E-8EA4-5CCE-8500F937DB0A}"/>
          </ac:spMkLst>
        </pc:spChg>
        <pc:spChg chg="del">
          <ac:chgData name="Ronan Ogor" userId="473d6ea9-be06-4609-b78d-125cc115ecf4" providerId="ADAL" clId="{5D582920-844C-4F4C-89C7-A2DE3BBEB8B3}" dt="2025-06-29T15:45:22.875" v="5961" actId="478"/>
          <ac:spMkLst>
            <pc:docMk/>
            <pc:sldMk cId="1541431744" sldId="4811"/>
            <ac:spMk id="88" creationId="{8465D0A2-D3B6-E496-93A7-EAAE766CC58B}"/>
          </ac:spMkLst>
        </pc:spChg>
        <pc:spChg chg="del">
          <ac:chgData name="Ronan Ogor" userId="473d6ea9-be06-4609-b78d-125cc115ecf4" providerId="ADAL" clId="{5D582920-844C-4F4C-89C7-A2DE3BBEB8B3}" dt="2025-06-29T15:46:01.674" v="6024" actId="478"/>
          <ac:spMkLst>
            <pc:docMk/>
            <pc:sldMk cId="1541431744" sldId="4811"/>
            <ac:spMk id="89" creationId="{7BDE8AED-5832-25AD-B0DC-11F6B2A1E9F5}"/>
          </ac:spMkLst>
        </pc:spChg>
        <pc:spChg chg="del">
          <ac:chgData name="Ronan Ogor" userId="473d6ea9-be06-4609-b78d-125cc115ecf4" providerId="ADAL" clId="{5D582920-844C-4F4C-89C7-A2DE3BBEB8B3}" dt="2025-06-29T15:46:01.674" v="6024" actId="478"/>
          <ac:spMkLst>
            <pc:docMk/>
            <pc:sldMk cId="1541431744" sldId="4811"/>
            <ac:spMk id="90" creationId="{2A3323D7-64AB-A343-27EF-D544717BC99A}"/>
          </ac:spMkLst>
        </pc:spChg>
        <pc:spChg chg="del">
          <ac:chgData name="Ronan Ogor" userId="473d6ea9-be06-4609-b78d-125cc115ecf4" providerId="ADAL" clId="{5D582920-844C-4F4C-89C7-A2DE3BBEB8B3}" dt="2025-06-29T15:40:27.539" v="5949" actId="478"/>
          <ac:spMkLst>
            <pc:docMk/>
            <pc:sldMk cId="1541431744" sldId="4811"/>
            <ac:spMk id="91" creationId="{7334FBA4-D111-BA01-A019-8EEE13339E64}"/>
          </ac:spMkLst>
        </pc:spChg>
        <pc:spChg chg="del mod">
          <ac:chgData name="Ronan Ogor" userId="473d6ea9-be06-4609-b78d-125cc115ecf4" providerId="ADAL" clId="{5D582920-844C-4F4C-89C7-A2DE3BBEB8B3}" dt="2025-06-29T15:48:42.836" v="6052" actId="478"/>
          <ac:spMkLst>
            <pc:docMk/>
            <pc:sldMk cId="1541431744" sldId="4811"/>
            <ac:spMk id="94" creationId="{A5109D1B-466E-4210-C284-11C0C9D8FF37}"/>
          </ac:spMkLst>
        </pc:spChg>
        <pc:picChg chg="add mod">
          <ac:chgData name="Ronan Ogor" userId="473d6ea9-be06-4609-b78d-125cc115ecf4" providerId="ADAL" clId="{5D582920-844C-4F4C-89C7-A2DE3BBEB8B3}" dt="2025-06-29T15:40:30.787" v="5951" actId="1076"/>
          <ac:picMkLst>
            <pc:docMk/>
            <pc:sldMk cId="1541431744" sldId="4811"/>
            <ac:picMk id="3" creationId="{07F9AC5B-44E2-ED35-D71C-0CC2CBC86E31}"/>
          </ac:picMkLst>
        </pc:picChg>
        <pc:picChg chg="add mod">
          <ac:chgData name="Ronan Ogor" userId="473d6ea9-be06-4609-b78d-125cc115ecf4" providerId="ADAL" clId="{5D582920-844C-4F4C-89C7-A2DE3BBEB8B3}" dt="2025-06-29T15:54:28.284" v="6187" actId="1076"/>
          <ac:picMkLst>
            <pc:docMk/>
            <pc:sldMk cId="1541431744" sldId="4811"/>
            <ac:picMk id="15" creationId="{5CB96689-A9C0-8716-51C4-1C5627D42655}"/>
          </ac:picMkLst>
        </pc:picChg>
        <pc:picChg chg="del">
          <ac:chgData name="Ronan Ogor" userId="473d6ea9-be06-4609-b78d-125cc115ecf4" providerId="ADAL" clId="{5D582920-844C-4F4C-89C7-A2DE3BBEB8B3}" dt="2025-06-29T15:40:27.539" v="5949" actId="478"/>
          <ac:picMkLst>
            <pc:docMk/>
            <pc:sldMk cId="1541431744" sldId="4811"/>
            <ac:picMk id="92" creationId="{0C59C03D-8CA8-FD7E-F147-811383053F5B}"/>
          </ac:picMkLst>
        </pc:picChg>
      </pc:sldChg>
      <pc:sldChg chg="addSp delSp modSp add mod">
        <pc:chgData name="Ronan Ogor" userId="473d6ea9-be06-4609-b78d-125cc115ecf4" providerId="ADAL" clId="{5D582920-844C-4F4C-89C7-A2DE3BBEB8B3}" dt="2025-06-29T15:53:33.513" v="6183" actId="1076"/>
        <pc:sldMkLst>
          <pc:docMk/>
          <pc:sldMk cId="2246602259" sldId="4812"/>
        </pc:sldMkLst>
        <pc:spChg chg="mod">
          <ac:chgData name="Ronan Ogor" userId="473d6ea9-be06-4609-b78d-125cc115ecf4" providerId="ADAL" clId="{5D582920-844C-4F4C-89C7-A2DE3BBEB8B3}" dt="2025-06-29T15:51:14.801" v="6109" actId="1076"/>
          <ac:spMkLst>
            <pc:docMk/>
            <pc:sldMk cId="2246602259" sldId="4812"/>
            <ac:spMk id="2" creationId="{B48E7406-FA68-E263-2D8E-0BECD020AC30}"/>
          </ac:spMkLst>
        </pc:spChg>
        <pc:spChg chg="del">
          <ac:chgData name="Ronan Ogor" userId="473d6ea9-be06-4609-b78d-125cc115ecf4" providerId="ADAL" clId="{5D582920-844C-4F4C-89C7-A2DE3BBEB8B3}" dt="2025-06-29T15:48:26.887" v="6045" actId="478"/>
          <ac:spMkLst>
            <pc:docMk/>
            <pc:sldMk cId="2246602259" sldId="4812"/>
            <ac:spMk id="4" creationId="{D4A0268E-BAAF-359C-1C84-7A8BA9B9A5AA}"/>
          </ac:spMkLst>
        </pc:spChg>
        <pc:spChg chg="add mod">
          <ac:chgData name="Ronan Ogor" userId="473d6ea9-be06-4609-b78d-125cc115ecf4" providerId="ADAL" clId="{5D582920-844C-4F4C-89C7-A2DE3BBEB8B3}" dt="2025-06-29T15:52:58.087" v="6172" actId="1076"/>
          <ac:spMkLst>
            <pc:docMk/>
            <pc:sldMk cId="2246602259" sldId="4812"/>
            <ac:spMk id="5" creationId="{F70C3272-5719-6FED-C269-D928A1B66731}"/>
          </ac:spMkLst>
        </pc:spChg>
        <pc:spChg chg="add mod">
          <ac:chgData name="Ronan Ogor" userId="473d6ea9-be06-4609-b78d-125cc115ecf4" providerId="ADAL" clId="{5D582920-844C-4F4C-89C7-A2DE3BBEB8B3}" dt="2025-06-29T15:53:07.804" v="6179" actId="20577"/>
          <ac:spMkLst>
            <pc:docMk/>
            <pc:sldMk cId="2246602259" sldId="4812"/>
            <ac:spMk id="6" creationId="{306BA7B1-E524-FD60-60BA-CF00193DE249}"/>
          </ac:spMkLst>
        </pc:spChg>
        <pc:spChg chg="add mod">
          <ac:chgData name="Ronan Ogor" userId="473d6ea9-be06-4609-b78d-125cc115ecf4" providerId="ADAL" clId="{5D582920-844C-4F4C-89C7-A2DE3BBEB8B3}" dt="2025-06-29T15:51:26.386" v="6128" actId="404"/>
          <ac:spMkLst>
            <pc:docMk/>
            <pc:sldMk cId="2246602259" sldId="4812"/>
            <ac:spMk id="7" creationId="{039E0B15-CC1C-17EF-9375-C8A6B9AE22F6}"/>
          </ac:spMkLst>
        </pc:spChg>
        <pc:spChg chg="del">
          <ac:chgData name="Ronan Ogor" userId="473d6ea9-be06-4609-b78d-125cc115ecf4" providerId="ADAL" clId="{5D582920-844C-4F4C-89C7-A2DE3BBEB8B3}" dt="2025-06-29T15:47:08.029" v="6041" actId="478"/>
          <ac:spMkLst>
            <pc:docMk/>
            <pc:sldMk cId="2246602259" sldId="4812"/>
            <ac:spMk id="10" creationId="{A4D2B73E-DB86-0D68-C5A7-086B4C118F07}"/>
          </ac:spMkLst>
        </pc:spChg>
        <pc:spChg chg="add mod">
          <ac:chgData name="Ronan Ogor" userId="473d6ea9-be06-4609-b78d-125cc115ecf4" providerId="ADAL" clId="{5D582920-844C-4F4C-89C7-A2DE3BBEB8B3}" dt="2025-06-29T15:53:33.513" v="6183" actId="1076"/>
          <ac:spMkLst>
            <pc:docMk/>
            <pc:sldMk cId="2246602259" sldId="4812"/>
            <ac:spMk id="11" creationId="{E472977A-0C95-C0B7-7B29-EDFF30D00304}"/>
          </ac:spMkLst>
        </pc:spChg>
        <pc:spChg chg="mod">
          <ac:chgData name="Ronan Ogor" userId="473d6ea9-be06-4609-b78d-125cc115ecf4" providerId="ADAL" clId="{5D582920-844C-4F4C-89C7-A2DE3BBEB8B3}" dt="2025-06-29T15:53:14.701" v="6180" actId="1076"/>
          <ac:spMkLst>
            <pc:docMk/>
            <pc:sldMk cId="2246602259" sldId="4812"/>
            <ac:spMk id="12" creationId="{CB4C1872-5610-C702-F1CB-E7A70E924FB9}"/>
          </ac:spMkLst>
        </pc:spChg>
        <pc:spChg chg="add del mod">
          <ac:chgData name="Ronan Ogor" userId="473d6ea9-be06-4609-b78d-125cc115ecf4" providerId="ADAL" clId="{5D582920-844C-4F4C-89C7-A2DE3BBEB8B3}" dt="2025-06-29T15:50:33.317" v="6096" actId="478"/>
          <ac:spMkLst>
            <pc:docMk/>
            <pc:sldMk cId="2246602259" sldId="4812"/>
            <ac:spMk id="14" creationId="{8542818E-09EF-7EB8-1B40-43C5A80FB539}"/>
          </ac:spMkLst>
        </pc:spChg>
        <pc:spChg chg="add mod">
          <ac:chgData name="Ronan Ogor" userId="473d6ea9-be06-4609-b78d-125cc115ecf4" providerId="ADAL" clId="{5D582920-844C-4F4C-89C7-A2DE3BBEB8B3}" dt="2025-06-29T15:51:55.051" v="6140" actId="113"/>
          <ac:spMkLst>
            <pc:docMk/>
            <pc:sldMk cId="2246602259" sldId="4812"/>
            <ac:spMk id="16" creationId="{83E69B4D-4DAB-4B29-5418-36A21D3B0650}"/>
          </ac:spMkLst>
        </pc:spChg>
        <pc:spChg chg="add mod">
          <ac:chgData name="Ronan Ogor" userId="473d6ea9-be06-4609-b78d-125cc115ecf4" providerId="ADAL" clId="{5D582920-844C-4F4C-89C7-A2DE3BBEB8B3}" dt="2025-06-29T15:52:54.769" v="6171" actId="1076"/>
          <ac:spMkLst>
            <pc:docMk/>
            <pc:sldMk cId="2246602259" sldId="4812"/>
            <ac:spMk id="19" creationId="{F7B9BB66-ED58-CBA9-BC80-E40D69E4385C}"/>
          </ac:spMkLst>
        </pc:spChg>
        <pc:spChg chg="del">
          <ac:chgData name="Ronan Ogor" userId="473d6ea9-be06-4609-b78d-125cc115ecf4" providerId="ADAL" clId="{5D582920-844C-4F4C-89C7-A2DE3BBEB8B3}" dt="2025-06-29T15:50:02.366" v="6087" actId="478"/>
          <ac:spMkLst>
            <pc:docMk/>
            <pc:sldMk cId="2246602259" sldId="4812"/>
            <ac:spMk id="81" creationId="{E49D5187-63DD-29C5-6E18-CF2C6E612286}"/>
          </ac:spMkLst>
        </pc:spChg>
        <pc:spChg chg="del">
          <ac:chgData name="Ronan Ogor" userId="473d6ea9-be06-4609-b78d-125cc115ecf4" providerId="ADAL" clId="{5D582920-844C-4F4C-89C7-A2DE3BBEB8B3}" dt="2025-06-29T15:50:02.366" v="6087" actId="478"/>
          <ac:spMkLst>
            <pc:docMk/>
            <pc:sldMk cId="2246602259" sldId="4812"/>
            <ac:spMk id="94" creationId="{6A87CA3A-337F-2B67-4B35-F6CAD530463A}"/>
          </ac:spMkLst>
        </pc:spChg>
        <pc:picChg chg="mod">
          <ac:chgData name="Ronan Ogor" userId="473d6ea9-be06-4609-b78d-125cc115ecf4" providerId="ADAL" clId="{5D582920-844C-4F4C-89C7-A2DE3BBEB8B3}" dt="2025-06-29T15:51:14.801" v="6109" actId="1076"/>
          <ac:picMkLst>
            <pc:docMk/>
            <pc:sldMk cId="2246602259" sldId="4812"/>
            <ac:picMk id="3" creationId="{85BB09C6-DD55-15CF-D93A-11A15440C261}"/>
          </ac:picMkLst>
        </pc:picChg>
        <pc:picChg chg="del">
          <ac:chgData name="Ronan Ogor" userId="473d6ea9-be06-4609-b78d-125cc115ecf4" providerId="ADAL" clId="{5D582920-844C-4F4C-89C7-A2DE3BBEB8B3}" dt="2025-06-29T15:47:08.029" v="6041" actId="478"/>
          <ac:picMkLst>
            <pc:docMk/>
            <pc:sldMk cId="2246602259" sldId="4812"/>
            <ac:picMk id="8" creationId="{E286808C-631E-4FA8-2C24-8F5E6530493D}"/>
          </ac:picMkLst>
        </pc:picChg>
        <pc:picChg chg="del">
          <ac:chgData name="Ronan Ogor" userId="473d6ea9-be06-4609-b78d-125cc115ecf4" providerId="ADAL" clId="{5D582920-844C-4F4C-89C7-A2DE3BBEB8B3}" dt="2025-06-29T15:47:08.029" v="6041" actId="478"/>
          <ac:picMkLst>
            <pc:docMk/>
            <pc:sldMk cId="2246602259" sldId="4812"/>
            <ac:picMk id="9" creationId="{F176F62B-1154-D7FA-DED6-DC0873C77553}"/>
          </ac:picMkLst>
        </pc:picChg>
        <pc:picChg chg="add mod">
          <ac:chgData name="Ronan Ogor" userId="473d6ea9-be06-4609-b78d-125cc115ecf4" providerId="ADAL" clId="{5D582920-844C-4F4C-89C7-A2DE3BBEB8B3}" dt="2025-06-29T15:53:33.513" v="6183" actId="1076"/>
          <ac:picMkLst>
            <pc:docMk/>
            <pc:sldMk cId="2246602259" sldId="4812"/>
            <ac:picMk id="13" creationId="{CA159CF5-3D02-DB40-FC4C-7166DF7246B0}"/>
          </ac:picMkLst>
        </pc:picChg>
        <pc:picChg chg="add del mod">
          <ac:chgData name="Ronan Ogor" userId="473d6ea9-be06-4609-b78d-125cc115ecf4" providerId="ADAL" clId="{5D582920-844C-4F4C-89C7-A2DE3BBEB8B3}" dt="2025-06-29T15:50:33.317" v="6096" actId="478"/>
          <ac:picMkLst>
            <pc:docMk/>
            <pc:sldMk cId="2246602259" sldId="4812"/>
            <ac:picMk id="15" creationId="{7BFC1574-236B-FF2A-3832-0F86A56967D4}"/>
          </ac:picMkLst>
        </pc:picChg>
        <pc:cxnChg chg="add mod">
          <ac:chgData name="Ronan Ogor" userId="473d6ea9-be06-4609-b78d-125cc115ecf4" providerId="ADAL" clId="{5D582920-844C-4F4C-89C7-A2DE3BBEB8B3}" dt="2025-06-29T15:52:16.211" v="6142" actId="208"/>
          <ac:cxnSpMkLst>
            <pc:docMk/>
            <pc:sldMk cId="2246602259" sldId="4812"/>
            <ac:cxnSpMk id="18" creationId="{3FCCC62B-8A6D-4E0D-022F-4C6547302B77}"/>
          </ac:cxnSpMkLst>
        </pc:cxnChg>
      </pc:sldChg>
      <pc:sldChg chg="add setBg">
        <pc:chgData name="Ronan Ogor" userId="473d6ea9-be06-4609-b78d-125cc115ecf4" providerId="ADAL" clId="{5D582920-844C-4F4C-89C7-A2DE3BBEB8B3}" dt="2025-06-29T15:54:42.527" v="6188"/>
        <pc:sldMkLst>
          <pc:docMk/>
          <pc:sldMk cId="323324786" sldId="4813"/>
        </pc:sldMkLst>
      </pc:sldChg>
      <pc:sldChg chg="addSp delSp modSp add mod ord">
        <pc:chgData name="Ronan Ogor" userId="473d6ea9-be06-4609-b78d-125cc115ecf4" providerId="ADAL" clId="{5D582920-844C-4F4C-89C7-A2DE3BBEB8B3}" dt="2025-06-29T16:39:11.778" v="6754" actId="1076"/>
        <pc:sldMkLst>
          <pc:docMk/>
          <pc:sldMk cId="5201911" sldId="4814"/>
        </pc:sldMkLst>
        <pc:spChg chg="del mod">
          <ac:chgData name="Ronan Ogor" userId="473d6ea9-be06-4609-b78d-125cc115ecf4" providerId="ADAL" clId="{5D582920-844C-4F4C-89C7-A2DE3BBEB8B3}" dt="2025-06-29T16:34:21.294" v="6699" actId="478"/>
          <ac:spMkLst>
            <pc:docMk/>
            <pc:sldMk cId="5201911" sldId="4814"/>
            <ac:spMk id="2" creationId="{B33438A4-7E94-C7FA-3215-A7E554E300F0}"/>
          </ac:spMkLst>
        </pc:spChg>
        <pc:spChg chg="add">
          <ac:chgData name="Ronan Ogor" userId="473d6ea9-be06-4609-b78d-125cc115ecf4" providerId="ADAL" clId="{5D582920-844C-4F4C-89C7-A2DE3BBEB8B3}" dt="2025-06-29T16:33:16.562" v="6663"/>
          <ac:spMkLst>
            <pc:docMk/>
            <pc:sldMk cId="5201911" sldId="4814"/>
            <ac:spMk id="4" creationId="{C7F6BF88-5D07-2899-EEA2-1E2ABDFA39D2}"/>
          </ac:spMkLst>
        </pc:spChg>
        <pc:spChg chg="del mod">
          <ac:chgData name="Ronan Ogor" userId="473d6ea9-be06-4609-b78d-125cc115ecf4" providerId="ADAL" clId="{5D582920-844C-4F4C-89C7-A2DE3BBEB8B3}" dt="2025-06-29T16:38:52.478" v="6748" actId="478"/>
          <ac:spMkLst>
            <pc:docMk/>
            <pc:sldMk cId="5201911" sldId="4814"/>
            <ac:spMk id="5" creationId="{97BF9A79-B263-FA4E-D275-3D47AE3000F2}"/>
          </ac:spMkLst>
        </pc:spChg>
        <pc:spChg chg="add del mod">
          <ac:chgData name="Ronan Ogor" userId="473d6ea9-be06-4609-b78d-125cc115ecf4" providerId="ADAL" clId="{5D582920-844C-4F4C-89C7-A2DE3BBEB8B3}" dt="2025-06-29T16:37:40.259" v="6730" actId="478"/>
          <ac:spMkLst>
            <pc:docMk/>
            <pc:sldMk cId="5201911" sldId="4814"/>
            <ac:spMk id="6" creationId="{3947D9AA-C64E-583A-3B6B-F44AD627EC93}"/>
          </ac:spMkLst>
        </pc:spChg>
        <pc:spChg chg="add">
          <ac:chgData name="Ronan Ogor" userId="473d6ea9-be06-4609-b78d-125cc115ecf4" providerId="ADAL" clId="{5D582920-844C-4F4C-89C7-A2DE3BBEB8B3}" dt="2025-06-29T16:35:37.294" v="6719"/>
          <ac:spMkLst>
            <pc:docMk/>
            <pc:sldMk cId="5201911" sldId="4814"/>
            <ac:spMk id="9" creationId="{58A7332D-665E-5E1A-D6DC-3211EFB22C88}"/>
          </ac:spMkLst>
        </pc:spChg>
        <pc:spChg chg="add">
          <ac:chgData name="Ronan Ogor" userId="473d6ea9-be06-4609-b78d-125cc115ecf4" providerId="ADAL" clId="{5D582920-844C-4F4C-89C7-A2DE3BBEB8B3}" dt="2025-06-29T16:35:41.925" v="6720"/>
          <ac:spMkLst>
            <pc:docMk/>
            <pc:sldMk cId="5201911" sldId="4814"/>
            <ac:spMk id="10" creationId="{49B0735D-0A8A-8B6F-B19B-475B94E85A71}"/>
          </ac:spMkLst>
        </pc:spChg>
        <pc:spChg chg="del">
          <ac:chgData name="Ronan Ogor" userId="473d6ea9-be06-4609-b78d-125cc115ecf4" providerId="ADAL" clId="{5D582920-844C-4F4C-89C7-A2DE3BBEB8B3}" dt="2025-06-29T16:35:15.870" v="6715" actId="478"/>
          <ac:spMkLst>
            <pc:docMk/>
            <pc:sldMk cId="5201911" sldId="4814"/>
            <ac:spMk id="11" creationId="{F573FFA4-43EE-7D59-4C52-7A7123EAC298}"/>
          </ac:spMkLst>
        </pc:spChg>
        <pc:spChg chg="add del mod">
          <ac:chgData name="Ronan Ogor" userId="473d6ea9-be06-4609-b78d-125cc115ecf4" providerId="ADAL" clId="{5D582920-844C-4F4C-89C7-A2DE3BBEB8B3}" dt="2025-06-29T16:37:40.259" v="6730" actId="478"/>
          <ac:spMkLst>
            <pc:docMk/>
            <pc:sldMk cId="5201911" sldId="4814"/>
            <ac:spMk id="12" creationId="{9BDCC652-81E1-D528-9334-4BF0D35DB039}"/>
          </ac:spMkLst>
        </pc:spChg>
        <pc:spChg chg="add">
          <ac:chgData name="Ronan Ogor" userId="473d6ea9-be06-4609-b78d-125cc115ecf4" providerId="ADAL" clId="{5D582920-844C-4F4C-89C7-A2DE3BBEB8B3}" dt="2025-06-29T16:35:46.438" v="6722"/>
          <ac:spMkLst>
            <pc:docMk/>
            <pc:sldMk cId="5201911" sldId="4814"/>
            <ac:spMk id="13" creationId="{98F6949B-0324-D5EB-18B7-BDB69D91271E}"/>
          </ac:spMkLst>
        </pc:spChg>
        <pc:spChg chg="add mod">
          <ac:chgData name="Ronan Ogor" userId="473d6ea9-be06-4609-b78d-125cc115ecf4" providerId="ADAL" clId="{5D582920-844C-4F4C-89C7-A2DE3BBEB8B3}" dt="2025-06-29T16:39:04.667" v="6752" actId="1076"/>
          <ac:spMkLst>
            <pc:docMk/>
            <pc:sldMk cId="5201911" sldId="4814"/>
            <ac:spMk id="14" creationId="{7533B7D5-99A8-87B3-5C89-5B8FA4DFFF0B}"/>
          </ac:spMkLst>
        </pc:spChg>
        <pc:spChg chg="add mod">
          <ac:chgData name="Ronan Ogor" userId="473d6ea9-be06-4609-b78d-125cc115ecf4" providerId="ADAL" clId="{5D582920-844C-4F4C-89C7-A2DE3BBEB8B3}" dt="2025-06-29T16:39:11.778" v="6754" actId="1076"/>
          <ac:spMkLst>
            <pc:docMk/>
            <pc:sldMk cId="5201911" sldId="4814"/>
            <ac:spMk id="15" creationId="{30BE619D-B71C-561D-1652-1AE1349B1F70}"/>
          </ac:spMkLst>
        </pc:spChg>
        <pc:spChg chg="add">
          <ac:chgData name="Ronan Ogor" userId="473d6ea9-be06-4609-b78d-125cc115ecf4" providerId="ADAL" clId="{5D582920-844C-4F4C-89C7-A2DE3BBEB8B3}" dt="2025-06-29T16:38:39.229" v="6740"/>
          <ac:spMkLst>
            <pc:docMk/>
            <pc:sldMk cId="5201911" sldId="4814"/>
            <ac:spMk id="17" creationId="{FE61C129-D422-D4E9-07ED-D33BC5595E8A}"/>
          </ac:spMkLst>
        </pc:spChg>
        <pc:cxnChg chg="add del mod">
          <ac:chgData name="Ronan Ogor" userId="473d6ea9-be06-4609-b78d-125cc115ecf4" providerId="ADAL" clId="{5D582920-844C-4F4C-89C7-A2DE3BBEB8B3}" dt="2025-06-29T16:37:51.532" v="6737" actId="478"/>
          <ac:cxnSpMkLst>
            <pc:docMk/>
            <pc:sldMk cId="5201911" sldId="4814"/>
            <ac:cxnSpMk id="8" creationId="{F189608C-225A-7850-D94C-7C5FFD74D48C}"/>
          </ac:cxnSpMkLst>
        </pc:cxnChg>
      </pc:sldChg>
      <pc:sldChg chg="addSp delSp modSp add mod">
        <pc:chgData name="Ronan Ogor" userId="473d6ea9-be06-4609-b78d-125cc115ecf4" providerId="ADAL" clId="{5D582920-844C-4F4C-89C7-A2DE3BBEB8B3}" dt="2025-06-29T16:16:19.463" v="6617" actId="1076"/>
        <pc:sldMkLst>
          <pc:docMk/>
          <pc:sldMk cId="3059832789" sldId="4815"/>
        </pc:sldMkLst>
        <pc:spChg chg="del">
          <ac:chgData name="Ronan Ogor" userId="473d6ea9-be06-4609-b78d-125cc115ecf4" providerId="ADAL" clId="{5D582920-844C-4F4C-89C7-A2DE3BBEB8B3}" dt="2025-06-29T15:55:25.073" v="6191" actId="478"/>
          <ac:spMkLst>
            <pc:docMk/>
            <pc:sldMk cId="3059832789" sldId="4815"/>
            <ac:spMk id="2" creationId="{CDB4F505-5F21-2AD0-C67A-EE9F36825EB8}"/>
          </ac:spMkLst>
        </pc:spChg>
        <pc:spChg chg="add mod">
          <ac:chgData name="Ronan Ogor" userId="473d6ea9-be06-4609-b78d-125cc115ecf4" providerId="ADAL" clId="{5D582920-844C-4F4C-89C7-A2DE3BBEB8B3}" dt="2025-06-29T16:06:19.119" v="6490" actId="1076"/>
          <ac:spMkLst>
            <pc:docMk/>
            <pc:sldMk cId="3059832789" sldId="4815"/>
            <ac:spMk id="4" creationId="{A19C7564-81E3-38F7-BD95-F87AA8954E02}"/>
          </ac:spMkLst>
        </pc:spChg>
        <pc:spChg chg="add mod">
          <ac:chgData name="Ronan Ogor" userId="473d6ea9-be06-4609-b78d-125cc115ecf4" providerId="ADAL" clId="{5D582920-844C-4F4C-89C7-A2DE3BBEB8B3}" dt="2025-06-29T16:06:19.119" v="6490" actId="1076"/>
          <ac:spMkLst>
            <pc:docMk/>
            <pc:sldMk cId="3059832789" sldId="4815"/>
            <ac:spMk id="5" creationId="{D4924487-0634-1327-643A-4BA8EB3FBB42}"/>
          </ac:spMkLst>
        </pc:spChg>
        <pc:spChg chg="add del mod">
          <ac:chgData name="Ronan Ogor" userId="473d6ea9-be06-4609-b78d-125cc115ecf4" providerId="ADAL" clId="{5D582920-844C-4F4C-89C7-A2DE3BBEB8B3}" dt="2025-06-29T16:02:59.060" v="6395"/>
          <ac:spMkLst>
            <pc:docMk/>
            <pc:sldMk cId="3059832789" sldId="4815"/>
            <ac:spMk id="7" creationId="{AB3D908E-0B39-80BB-8A13-A846F7D353FA}"/>
          </ac:spMkLst>
        </pc:spChg>
        <pc:spChg chg="mod">
          <ac:chgData name="Ronan Ogor" userId="473d6ea9-be06-4609-b78d-125cc115ecf4" providerId="ADAL" clId="{5D582920-844C-4F4C-89C7-A2DE3BBEB8B3}" dt="2025-06-29T15:55:12.029" v="6190" actId="20577"/>
          <ac:spMkLst>
            <pc:docMk/>
            <pc:sldMk cId="3059832789" sldId="4815"/>
            <ac:spMk id="10" creationId="{59D450B8-B55F-8B42-25E1-2FF3E8F11207}"/>
          </ac:spMkLst>
        </pc:spChg>
        <pc:spChg chg="mod">
          <ac:chgData name="Ronan Ogor" userId="473d6ea9-be06-4609-b78d-125cc115ecf4" providerId="ADAL" clId="{5D582920-844C-4F4C-89C7-A2DE3BBEB8B3}" dt="2025-06-29T15:58:31.189" v="6250" actId="1076"/>
          <ac:spMkLst>
            <pc:docMk/>
            <pc:sldMk cId="3059832789" sldId="4815"/>
            <ac:spMk id="11" creationId="{9AC7A12E-4710-8D3C-8B6B-2FF15EE67B7B}"/>
          </ac:spMkLst>
        </pc:spChg>
        <pc:spChg chg="add mod">
          <ac:chgData name="Ronan Ogor" userId="473d6ea9-be06-4609-b78d-125cc115ecf4" providerId="ADAL" clId="{5D582920-844C-4F4C-89C7-A2DE3BBEB8B3}" dt="2025-06-29T16:06:19.119" v="6490" actId="1076"/>
          <ac:spMkLst>
            <pc:docMk/>
            <pc:sldMk cId="3059832789" sldId="4815"/>
            <ac:spMk id="12" creationId="{B6841380-48A4-0C6A-1009-408BC2513635}"/>
          </ac:spMkLst>
        </pc:spChg>
        <pc:spChg chg="del">
          <ac:chgData name="Ronan Ogor" userId="473d6ea9-be06-4609-b78d-125cc115ecf4" providerId="ADAL" clId="{5D582920-844C-4F4C-89C7-A2DE3BBEB8B3}" dt="2025-06-29T15:58:33.366" v="6251" actId="478"/>
          <ac:spMkLst>
            <pc:docMk/>
            <pc:sldMk cId="3059832789" sldId="4815"/>
            <ac:spMk id="13" creationId="{561629C5-C6DA-E335-6F22-E664AC758936}"/>
          </ac:spMkLst>
        </pc:spChg>
        <pc:spChg chg="add mod">
          <ac:chgData name="Ronan Ogor" userId="473d6ea9-be06-4609-b78d-125cc115ecf4" providerId="ADAL" clId="{5D582920-844C-4F4C-89C7-A2DE3BBEB8B3}" dt="2025-06-29T16:06:19.119" v="6490" actId="1076"/>
          <ac:spMkLst>
            <pc:docMk/>
            <pc:sldMk cId="3059832789" sldId="4815"/>
            <ac:spMk id="14" creationId="{72AD8F6D-533F-47A0-7749-93F812067952}"/>
          </ac:spMkLst>
        </pc:spChg>
        <pc:spChg chg="add mod">
          <ac:chgData name="Ronan Ogor" userId="473d6ea9-be06-4609-b78d-125cc115ecf4" providerId="ADAL" clId="{5D582920-844C-4F4C-89C7-A2DE3BBEB8B3}" dt="2025-06-29T16:06:14.066" v="6489" actId="20577"/>
          <ac:spMkLst>
            <pc:docMk/>
            <pc:sldMk cId="3059832789" sldId="4815"/>
            <ac:spMk id="16" creationId="{A73B075B-4FF0-3CA0-3E5A-1C916713E844}"/>
          </ac:spMkLst>
        </pc:spChg>
        <pc:spChg chg="add mod">
          <ac:chgData name="Ronan Ogor" userId="473d6ea9-be06-4609-b78d-125cc115ecf4" providerId="ADAL" clId="{5D582920-844C-4F4C-89C7-A2DE3BBEB8B3}" dt="2025-06-29T16:13:26.094" v="6613" actId="1076"/>
          <ac:spMkLst>
            <pc:docMk/>
            <pc:sldMk cId="3059832789" sldId="4815"/>
            <ac:spMk id="17" creationId="{E89D2864-D277-AB2D-B8C5-851D68AD4917}"/>
          </ac:spMkLst>
        </pc:spChg>
        <pc:spChg chg="add mod">
          <ac:chgData name="Ronan Ogor" userId="473d6ea9-be06-4609-b78d-125cc115ecf4" providerId="ADAL" clId="{5D582920-844C-4F4C-89C7-A2DE3BBEB8B3}" dt="2025-06-29T16:13:28.704" v="6614" actId="1076"/>
          <ac:spMkLst>
            <pc:docMk/>
            <pc:sldMk cId="3059832789" sldId="4815"/>
            <ac:spMk id="18" creationId="{8D5C9D75-93A8-70A4-A5D0-7D3DDAA50C32}"/>
          </ac:spMkLst>
        </pc:spChg>
        <pc:spChg chg="add mod">
          <ac:chgData name="Ronan Ogor" userId="473d6ea9-be06-4609-b78d-125cc115ecf4" providerId="ADAL" clId="{5D582920-844C-4F4C-89C7-A2DE3BBEB8B3}" dt="2025-06-29T16:16:19.463" v="6617" actId="1076"/>
          <ac:spMkLst>
            <pc:docMk/>
            <pc:sldMk cId="3059832789" sldId="4815"/>
            <ac:spMk id="19" creationId="{207A8139-99B0-F281-08DE-FD50255E167F}"/>
          </ac:spMkLst>
        </pc:spChg>
        <pc:picChg chg="del">
          <ac:chgData name="Ronan Ogor" userId="473d6ea9-be06-4609-b78d-125cc115ecf4" providerId="ADAL" clId="{5D582920-844C-4F4C-89C7-A2DE3BBEB8B3}" dt="2025-06-29T15:55:25.073" v="6191" actId="478"/>
          <ac:picMkLst>
            <pc:docMk/>
            <pc:sldMk cId="3059832789" sldId="4815"/>
            <ac:picMk id="3" creationId="{8558E1E9-D5DF-B31C-6188-2AAB8F01F024}"/>
          </ac:picMkLst>
        </pc:picChg>
        <pc:picChg chg="del">
          <ac:chgData name="Ronan Ogor" userId="473d6ea9-be06-4609-b78d-125cc115ecf4" providerId="ADAL" clId="{5D582920-844C-4F4C-89C7-A2DE3BBEB8B3}" dt="2025-06-29T15:58:33.366" v="6251" actId="478"/>
          <ac:picMkLst>
            <pc:docMk/>
            <pc:sldMk cId="3059832789" sldId="4815"/>
            <ac:picMk id="15" creationId="{434820D6-ADE5-AB54-EB03-CF836830E33F}"/>
          </ac:picMkLst>
        </pc:picChg>
      </pc:sldChg>
      <pc:sldChg chg="addSp delSp modSp add mod">
        <pc:chgData name="Ronan Ogor" userId="473d6ea9-be06-4609-b78d-125cc115ecf4" providerId="ADAL" clId="{5D582920-844C-4F4C-89C7-A2DE3BBEB8B3}" dt="2025-06-29T16:29:09.749" v="6655" actId="1076"/>
        <pc:sldMkLst>
          <pc:docMk/>
          <pc:sldMk cId="153754792" sldId="4816"/>
        </pc:sldMkLst>
        <pc:spChg chg="add mod">
          <ac:chgData name="Ronan Ogor" userId="473d6ea9-be06-4609-b78d-125cc115ecf4" providerId="ADAL" clId="{5D582920-844C-4F4C-89C7-A2DE3BBEB8B3}" dt="2025-06-29T16:26:41.367" v="6623"/>
          <ac:spMkLst>
            <pc:docMk/>
            <pc:sldMk cId="153754792" sldId="4816"/>
            <ac:spMk id="2" creationId="{04E76B23-29D3-EF28-6C21-5419C1B6C4D5}"/>
          </ac:spMkLst>
        </pc:spChg>
        <pc:spChg chg="add mod">
          <ac:chgData name="Ronan Ogor" userId="473d6ea9-be06-4609-b78d-125cc115ecf4" providerId="ADAL" clId="{5D582920-844C-4F4C-89C7-A2DE3BBEB8B3}" dt="2025-06-29T16:29:09.749" v="6655" actId="1076"/>
          <ac:spMkLst>
            <pc:docMk/>
            <pc:sldMk cId="153754792" sldId="4816"/>
            <ac:spMk id="3" creationId="{93D33F1E-FDE0-3365-B0ED-ACD4893555B3}"/>
          </ac:spMkLst>
        </pc:spChg>
        <pc:spChg chg="del">
          <ac:chgData name="Ronan Ogor" userId="473d6ea9-be06-4609-b78d-125cc115ecf4" providerId="ADAL" clId="{5D582920-844C-4F4C-89C7-A2DE3BBEB8B3}" dt="2025-06-29T16:26:28.738" v="6619" actId="478"/>
          <ac:spMkLst>
            <pc:docMk/>
            <pc:sldMk cId="153754792" sldId="4816"/>
            <ac:spMk id="4" creationId="{69C3F224-3CE9-9964-B1B9-897FD19D2770}"/>
          </ac:spMkLst>
        </pc:spChg>
        <pc:spChg chg="del">
          <ac:chgData name="Ronan Ogor" userId="473d6ea9-be06-4609-b78d-125cc115ecf4" providerId="ADAL" clId="{5D582920-844C-4F4C-89C7-A2DE3BBEB8B3}" dt="2025-06-29T16:26:28.738" v="6619" actId="478"/>
          <ac:spMkLst>
            <pc:docMk/>
            <pc:sldMk cId="153754792" sldId="4816"/>
            <ac:spMk id="5" creationId="{03407910-727C-2D33-3BA3-BBA6B5C5627E}"/>
          </ac:spMkLst>
        </pc:spChg>
        <pc:spChg chg="add mod">
          <ac:chgData name="Ronan Ogor" userId="473d6ea9-be06-4609-b78d-125cc115ecf4" providerId="ADAL" clId="{5D582920-844C-4F4C-89C7-A2DE3BBEB8B3}" dt="2025-06-29T16:29:09.749" v="6655" actId="1076"/>
          <ac:spMkLst>
            <pc:docMk/>
            <pc:sldMk cId="153754792" sldId="4816"/>
            <ac:spMk id="6" creationId="{75531104-2258-103A-FCC5-6715E40BA71B}"/>
          </ac:spMkLst>
        </pc:spChg>
        <pc:spChg chg="add mod">
          <ac:chgData name="Ronan Ogor" userId="473d6ea9-be06-4609-b78d-125cc115ecf4" providerId="ADAL" clId="{5D582920-844C-4F4C-89C7-A2DE3BBEB8B3}" dt="2025-06-29T16:29:09.749" v="6655" actId="1076"/>
          <ac:spMkLst>
            <pc:docMk/>
            <pc:sldMk cId="153754792" sldId="4816"/>
            <ac:spMk id="7" creationId="{367363C8-2402-7472-05B2-10D789A4DCCB}"/>
          </ac:spMkLst>
        </pc:spChg>
        <pc:spChg chg="del">
          <ac:chgData name="Ronan Ogor" userId="473d6ea9-be06-4609-b78d-125cc115ecf4" providerId="ADAL" clId="{5D582920-844C-4F4C-89C7-A2DE3BBEB8B3}" dt="2025-06-29T16:26:36.708" v="6622" actId="478"/>
          <ac:spMkLst>
            <pc:docMk/>
            <pc:sldMk cId="153754792" sldId="4816"/>
            <ac:spMk id="10" creationId="{D1AC453A-3A51-EE6F-0F16-EE04728A9E94}"/>
          </ac:spMkLst>
        </pc:spChg>
        <pc:spChg chg="del">
          <ac:chgData name="Ronan Ogor" userId="473d6ea9-be06-4609-b78d-125cc115ecf4" providerId="ADAL" clId="{5D582920-844C-4F4C-89C7-A2DE3BBEB8B3}" dt="2025-06-29T16:26:28.738" v="6619" actId="478"/>
          <ac:spMkLst>
            <pc:docMk/>
            <pc:sldMk cId="153754792" sldId="4816"/>
            <ac:spMk id="12" creationId="{76D97BB4-C1D2-C739-D7A5-9F04B4517873}"/>
          </ac:spMkLst>
        </pc:spChg>
        <pc:spChg chg="add mod">
          <ac:chgData name="Ronan Ogor" userId="473d6ea9-be06-4609-b78d-125cc115ecf4" providerId="ADAL" clId="{5D582920-844C-4F4C-89C7-A2DE3BBEB8B3}" dt="2025-06-29T16:29:09.749" v="6655" actId="1076"/>
          <ac:spMkLst>
            <pc:docMk/>
            <pc:sldMk cId="153754792" sldId="4816"/>
            <ac:spMk id="13" creationId="{BDB392FD-6800-F191-C30B-C1A98AC99EEB}"/>
          </ac:spMkLst>
        </pc:spChg>
        <pc:spChg chg="del">
          <ac:chgData name="Ronan Ogor" userId="473d6ea9-be06-4609-b78d-125cc115ecf4" providerId="ADAL" clId="{5D582920-844C-4F4C-89C7-A2DE3BBEB8B3}" dt="2025-06-29T16:26:28.738" v="6619" actId="478"/>
          <ac:spMkLst>
            <pc:docMk/>
            <pc:sldMk cId="153754792" sldId="4816"/>
            <ac:spMk id="14" creationId="{D73B26E2-F346-BE73-20B0-7ACF1C2706DF}"/>
          </ac:spMkLst>
        </pc:spChg>
        <pc:spChg chg="add mod">
          <ac:chgData name="Ronan Ogor" userId="473d6ea9-be06-4609-b78d-125cc115ecf4" providerId="ADAL" clId="{5D582920-844C-4F4C-89C7-A2DE3BBEB8B3}" dt="2025-06-29T16:29:09.749" v="6655" actId="1076"/>
          <ac:spMkLst>
            <pc:docMk/>
            <pc:sldMk cId="153754792" sldId="4816"/>
            <ac:spMk id="15" creationId="{37D8F9A6-05CF-F169-3771-1386154E926E}"/>
          </ac:spMkLst>
        </pc:spChg>
        <pc:spChg chg="del">
          <ac:chgData name="Ronan Ogor" userId="473d6ea9-be06-4609-b78d-125cc115ecf4" providerId="ADAL" clId="{5D582920-844C-4F4C-89C7-A2DE3BBEB8B3}" dt="2025-06-29T16:26:34.064" v="6621" actId="478"/>
          <ac:spMkLst>
            <pc:docMk/>
            <pc:sldMk cId="153754792" sldId="4816"/>
            <ac:spMk id="16" creationId="{F425F521-75D8-077C-C312-8601F7449469}"/>
          </ac:spMkLst>
        </pc:spChg>
        <pc:spChg chg="mod">
          <ac:chgData name="Ronan Ogor" userId="473d6ea9-be06-4609-b78d-125cc115ecf4" providerId="ADAL" clId="{5D582920-844C-4F4C-89C7-A2DE3BBEB8B3}" dt="2025-06-29T16:29:09.749" v="6655" actId="1076"/>
          <ac:spMkLst>
            <pc:docMk/>
            <pc:sldMk cId="153754792" sldId="4816"/>
            <ac:spMk id="17" creationId="{103EC0AB-F2BA-A070-F36F-D1E8F35F3193}"/>
          </ac:spMkLst>
        </pc:spChg>
        <pc:spChg chg="del">
          <ac:chgData name="Ronan Ogor" userId="473d6ea9-be06-4609-b78d-125cc115ecf4" providerId="ADAL" clId="{5D582920-844C-4F4C-89C7-A2DE3BBEB8B3}" dt="2025-06-29T16:27:05.773" v="6624" actId="478"/>
          <ac:spMkLst>
            <pc:docMk/>
            <pc:sldMk cId="153754792" sldId="4816"/>
            <ac:spMk id="18" creationId="{4CE1FEE9-60E0-91AF-DD9D-91C6139C4D9D}"/>
          </ac:spMkLst>
        </pc:spChg>
        <pc:spChg chg="del">
          <ac:chgData name="Ronan Ogor" userId="473d6ea9-be06-4609-b78d-125cc115ecf4" providerId="ADAL" clId="{5D582920-844C-4F4C-89C7-A2DE3BBEB8B3}" dt="2025-06-29T16:27:05.773" v="6624" actId="478"/>
          <ac:spMkLst>
            <pc:docMk/>
            <pc:sldMk cId="153754792" sldId="4816"/>
            <ac:spMk id="19" creationId="{D4CE1EC9-76F6-3013-6B80-B55AF5A663E5}"/>
          </ac:spMkLst>
        </pc:spChg>
        <pc:picChg chg="del">
          <ac:chgData name="Ronan Ogor" userId="473d6ea9-be06-4609-b78d-125cc115ecf4" providerId="ADAL" clId="{5D582920-844C-4F4C-89C7-A2DE3BBEB8B3}" dt="2025-06-29T16:26:36.708" v="6622" actId="478"/>
          <ac:picMkLst>
            <pc:docMk/>
            <pc:sldMk cId="153754792" sldId="4816"/>
            <ac:picMk id="8" creationId="{FB08D864-664F-6DD2-C1EB-2A8C660FDEEE}"/>
          </ac:picMkLst>
        </pc:picChg>
        <pc:picChg chg="del">
          <ac:chgData name="Ronan Ogor" userId="473d6ea9-be06-4609-b78d-125cc115ecf4" providerId="ADAL" clId="{5D582920-844C-4F4C-89C7-A2DE3BBEB8B3}" dt="2025-06-29T16:26:36.708" v="6622" actId="478"/>
          <ac:picMkLst>
            <pc:docMk/>
            <pc:sldMk cId="153754792" sldId="4816"/>
            <ac:picMk id="9" creationId="{F59D800D-D6F4-831F-4985-ABC185AE1042}"/>
          </ac:picMkLst>
        </pc:picChg>
      </pc:sldChg>
      <pc:sldChg chg="addSp delSp modSp add mod">
        <pc:chgData name="Ronan Ogor" userId="473d6ea9-be06-4609-b78d-125cc115ecf4" providerId="ADAL" clId="{5D582920-844C-4F4C-89C7-A2DE3BBEB8B3}" dt="2025-06-29T16:40:01.475" v="6758" actId="1076"/>
        <pc:sldMkLst>
          <pc:docMk/>
          <pc:sldMk cId="850476261" sldId="4817"/>
        </pc:sldMkLst>
        <pc:spChg chg="add mod">
          <ac:chgData name="Ronan Ogor" userId="473d6ea9-be06-4609-b78d-125cc115ecf4" providerId="ADAL" clId="{5D582920-844C-4F4C-89C7-A2DE3BBEB8B3}" dt="2025-06-29T16:39:56.966" v="6757"/>
          <ac:spMkLst>
            <pc:docMk/>
            <pc:sldMk cId="850476261" sldId="4817"/>
            <ac:spMk id="2" creationId="{51B40902-0FC9-80B0-D6B0-281F4F5D33B9}"/>
          </ac:spMkLst>
        </pc:spChg>
        <pc:spChg chg="del">
          <ac:chgData name="Ronan Ogor" userId="473d6ea9-be06-4609-b78d-125cc115ecf4" providerId="ADAL" clId="{5D582920-844C-4F4C-89C7-A2DE3BBEB8B3}" dt="2025-06-29T16:39:56.729" v="6756" actId="478"/>
          <ac:spMkLst>
            <pc:docMk/>
            <pc:sldMk cId="850476261" sldId="4817"/>
            <ac:spMk id="3" creationId="{6A19EA46-4581-3BBB-5FD6-A9393706FCB8}"/>
          </ac:spMkLst>
        </pc:spChg>
        <pc:spChg chg="add mod">
          <ac:chgData name="Ronan Ogor" userId="473d6ea9-be06-4609-b78d-125cc115ecf4" providerId="ADAL" clId="{5D582920-844C-4F4C-89C7-A2DE3BBEB8B3}" dt="2025-06-29T16:40:01.475" v="6758" actId="1076"/>
          <ac:spMkLst>
            <pc:docMk/>
            <pc:sldMk cId="850476261" sldId="4817"/>
            <ac:spMk id="4" creationId="{289CF3DD-A4AD-20ED-647A-7E8CDC205B33}"/>
          </ac:spMkLst>
        </pc:spChg>
        <pc:spChg chg="del">
          <ac:chgData name="Ronan Ogor" userId="473d6ea9-be06-4609-b78d-125cc115ecf4" providerId="ADAL" clId="{5D582920-844C-4F4C-89C7-A2DE3BBEB8B3}" dt="2025-06-29T16:39:56.729" v="6756" actId="478"/>
          <ac:spMkLst>
            <pc:docMk/>
            <pc:sldMk cId="850476261" sldId="4817"/>
            <ac:spMk id="16" creationId="{94A10682-E721-3D28-74C5-DC3B4F7449EB}"/>
          </ac:spMkLst>
        </pc:spChg>
      </pc:sldChg>
      <pc:sldChg chg="addSp modSp add mod">
        <pc:chgData name="Ronan Ogor" userId="473d6ea9-be06-4609-b78d-125cc115ecf4" providerId="ADAL" clId="{5D582920-844C-4F4C-89C7-A2DE3BBEB8B3}" dt="2025-06-29T16:42:46.082" v="6778" actId="20577"/>
        <pc:sldMkLst>
          <pc:docMk/>
          <pc:sldMk cId="3343722161" sldId="4818"/>
        </pc:sldMkLst>
        <pc:spChg chg="add">
          <ac:chgData name="Ronan Ogor" userId="473d6ea9-be06-4609-b78d-125cc115ecf4" providerId="ADAL" clId="{5D582920-844C-4F4C-89C7-A2DE3BBEB8B3}" dt="2025-06-29T16:41:37.030" v="6762"/>
          <ac:spMkLst>
            <pc:docMk/>
            <pc:sldMk cId="3343722161" sldId="4818"/>
            <ac:spMk id="2" creationId="{5994C677-42D8-1E27-DABB-16B0CC41825B}"/>
          </ac:spMkLst>
        </pc:spChg>
        <pc:spChg chg="add">
          <ac:chgData name="Ronan Ogor" userId="473d6ea9-be06-4609-b78d-125cc115ecf4" providerId="ADAL" clId="{5D582920-844C-4F4C-89C7-A2DE3BBEB8B3}" dt="2025-06-29T16:41:43.842" v="6763"/>
          <ac:spMkLst>
            <pc:docMk/>
            <pc:sldMk cId="3343722161" sldId="4818"/>
            <ac:spMk id="4" creationId="{0DC78B57-4D93-F386-D9C8-4C9D8B01FA9A}"/>
          </ac:spMkLst>
        </pc:spChg>
        <pc:spChg chg="mod">
          <ac:chgData name="Ronan Ogor" userId="473d6ea9-be06-4609-b78d-125cc115ecf4" providerId="ADAL" clId="{5D582920-844C-4F4C-89C7-A2DE3BBEB8B3}" dt="2025-06-29T16:41:31.414" v="6761" actId="1076"/>
          <ac:spMkLst>
            <pc:docMk/>
            <pc:sldMk cId="3343722161" sldId="4818"/>
            <ac:spMk id="14" creationId="{29645181-6CE5-DFD1-BB0C-39A602810A10}"/>
          </ac:spMkLst>
        </pc:spChg>
        <pc:spChg chg="mod">
          <ac:chgData name="Ronan Ogor" userId="473d6ea9-be06-4609-b78d-125cc115ecf4" providerId="ADAL" clId="{5D582920-844C-4F4C-89C7-A2DE3BBEB8B3}" dt="2025-06-29T16:41:52.970" v="6766" actId="403"/>
          <ac:spMkLst>
            <pc:docMk/>
            <pc:sldMk cId="3343722161" sldId="4818"/>
            <ac:spMk id="15" creationId="{BE4C5ACC-9B6C-EF44-F3D2-31F8E6820768}"/>
          </ac:spMkLst>
        </pc:spChg>
        <pc:spChg chg="mod">
          <ac:chgData name="Ronan Ogor" userId="473d6ea9-be06-4609-b78d-125cc115ecf4" providerId="ADAL" clId="{5D582920-844C-4F4C-89C7-A2DE3BBEB8B3}" dt="2025-06-29T16:42:46.082" v="6778" actId="20577"/>
          <ac:spMkLst>
            <pc:docMk/>
            <pc:sldMk cId="3343722161" sldId="4818"/>
            <ac:spMk id="16" creationId="{1720A91E-574D-962C-83A9-45B6F94CE1E6}"/>
          </ac:spMkLst>
        </pc:spChg>
      </pc:sldChg>
      <pc:sldChg chg="addSp delSp modSp add mod">
        <pc:chgData name="Ronan Ogor" userId="473d6ea9-be06-4609-b78d-125cc115ecf4" providerId="ADAL" clId="{5D582920-844C-4F4C-89C7-A2DE3BBEB8B3}" dt="2025-06-29T16:42:13.749" v="6770" actId="1076"/>
        <pc:sldMkLst>
          <pc:docMk/>
          <pc:sldMk cId="4088623520" sldId="4819"/>
        </pc:sldMkLst>
        <pc:spChg chg="add mod">
          <ac:chgData name="Ronan Ogor" userId="473d6ea9-be06-4609-b78d-125cc115ecf4" providerId="ADAL" clId="{5D582920-844C-4F4C-89C7-A2DE3BBEB8B3}" dt="2025-06-29T16:42:09.166" v="6769"/>
          <ac:spMkLst>
            <pc:docMk/>
            <pc:sldMk cId="4088623520" sldId="4819"/>
            <ac:spMk id="2" creationId="{B5BD650B-C6A2-22BC-1377-94DE3BF82B0C}"/>
          </ac:spMkLst>
        </pc:spChg>
        <pc:spChg chg="del">
          <ac:chgData name="Ronan Ogor" userId="473d6ea9-be06-4609-b78d-125cc115ecf4" providerId="ADAL" clId="{5D582920-844C-4F4C-89C7-A2DE3BBEB8B3}" dt="2025-06-29T16:42:08.930" v="6768" actId="478"/>
          <ac:spMkLst>
            <pc:docMk/>
            <pc:sldMk cId="4088623520" sldId="4819"/>
            <ac:spMk id="3" creationId="{9B2BAF50-C2E1-6B1C-2FB5-BA023362F6C1}"/>
          </ac:spMkLst>
        </pc:spChg>
        <pc:spChg chg="add mod">
          <ac:chgData name="Ronan Ogor" userId="473d6ea9-be06-4609-b78d-125cc115ecf4" providerId="ADAL" clId="{5D582920-844C-4F4C-89C7-A2DE3BBEB8B3}" dt="2025-06-29T16:42:13.749" v="6770" actId="1076"/>
          <ac:spMkLst>
            <pc:docMk/>
            <pc:sldMk cId="4088623520" sldId="4819"/>
            <ac:spMk id="4" creationId="{F4458DF0-DCC5-491E-468D-19D54E3CB6FD}"/>
          </ac:spMkLst>
        </pc:spChg>
        <pc:spChg chg="del">
          <ac:chgData name="Ronan Ogor" userId="473d6ea9-be06-4609-b78d-125cc115ecf4" providerId="ADAL" clId="{5D582920-844C-4F4C-89C7-A2DE3BBEB8B3}" dt="2025-06-29T16:42:08.930" v="6768" actId="478"/>
          <ac:spMkLst>
            <pc:docMk/>
            <pc:sldMk cId="4088623520" sldId="4819"/>
            <ac:spMk id="16" creationId="{707878EE-440F-C875-2A77-F27BE7112239}"/>
          </ac:spMkLst>
        </pc:spChg>
      </pc:sldChg>
      <pc:sldChg chg="addSp delSp modSp add mod">
        <pc:chgData name="Ronan Ogor" userId="473d6ea9-be06-4609-b78d-125cc115ecf4" providerId="ADAL" clId="{5D582920-844C-4F4C-89C7-A2DE3BBEB8B3}" dt="2025-06-29T16:48:18.322" v="6847" actId="1076"/>
        <pc:sldMkLst>
          <pc:docMk/>
          <pc:sldMk cId="2327740657" sldId="4820"/>
        </pc:sldMkLst>
        <pc:spChg chg="add mod">
          <ac:chgData name="Ronan Ogor" userId="473d6ea9-be06-4609-b78d-125cc115ecf4" providerId="ADAL" clId="{5D582920-844C-4F4C-89C7-A2DE3BBEB8B3}" dt="2025-06-29T16:48:09.882" v="6843" actId="113"/>
          <ac:spMkLst>
            <pc:docMk/>
            <pc:sldMk cId="2327740657" sldId="4820"/>
            <ac:spMk id="2" creationId="{416B9BEB-8ED4-39D8-02EF-6D28A29B6D39}"/>
          </ac:spMkLst>
        </pc:spChg>
        <pc:spChg chg="add mod">
          <ac:chgData name="Ronan Ogor" userId="473d6ea9-be06-4609-b78d-125cc115ecf4" providerId="ADAL" clId="{5D582920-844C-4F4C-89C7-A2DE3BBEB8B3}" dt="2025-06-29T16:48:18.322" v="6847" actId="1076"/>
          <ac:spMkLst>
            <pc:docMk/>
            <pc:sldMk cId="2327740657" sldId="4820"/>
            <ac:spMk id="4" creationId="{C84A7E7C-5159-CE8B-CA73-5DE7D82FD857}"/>
          </ac:spMkLst>
        </pc:spChg>
        <pc:spChg chg="add mod">
          <ac:chgData name="Ronan Ogor" userId="473d6ea9-be06-4609-b78d-125cc115ecf4" providerId="ADAL" clId="{5D582920-844C-4F4C-89C7-A2DE3BBEB8B3}" dt="2025-06-29T16:48:11.611" v="6844"/>
          <ac:spMkLst>
            <pc:docMk/>
            <pc:sldMk cId="2327740657" sldId="4820"/>
            <ac:spMk id="5" creationId="{F1694B37-B7C8-A3DA-76D9-A7A28D681416}"/>
          </ac:spMkLst>
        </pc:spChg>
        <pc:spChg chg="add mod">
          <ac:chgData name="Ronan Ogor" userId="473d6ea9-be06-4609-b78d-125cc115ecf4" providerId="ADAL" clId="{5D582920-844C-4F4C-89C7-A2DE3BBEB8B3}" dt="2025-06-29T16:48:12.695" v="6845"/>
          <ac:spMkLst>
            <pc:docMk/>
            <pc:sldMk cId="2327740657" sldId="4820"/>
            <ac:spMk id="6" creationId="{479AA6D0-53CF-CABB-5D0C-96E8334BD21E}"/>
          </ac:spMkLst>
        </pc:spChg>
        <pc:spChg chg="add mod">
          <ac:chgData name="Ronan Ogor" userId="473d6ea9-be06-4609-b78d-125cc115ecf4" providerId="ADAL" clId="{5D582920-844C-4F4C-89C7-A2DE3BBEB8B3}" dt="2025-06-29T16:46:23.397" v="6822" actId="1076"/>
          <ac:spMkLst>
            <pc:docMk/>
            <pc:sldMk cId="2327740657" sldId="4820"/>
            <ac:spMk id="7" creationId="{17F08B95-AC6D-AAB3-079A-6CC9B6EA7F41}"/>
          </ac:spMkLst>
        </pc:spChg>
        <pc:spChg chg="add mod">
          <ac:chgData name="Ronan Ogor" userId="473d6ea9-be06-4609-b78d-125cc115ecf4" providerId="ADAL" clId="{5D582920-844C-4F4C-89C7-A2DE3BBEB8B3}" dt="2025-06-29T16:46:27.379" v="6824" actId="20577"/>
          <ac:spMkLst>
            <pc:docMk/>
            <pc:sldMk cId="2327740657" sldId="4820"/>
            <ac:spMk id="8" creationId="{F075811D-4343-052A-9CD2-FB3C673B9B90}"/>
          </ac:spMkLst>
        </pc:spChg>
        <pc:spChg chg="add mod">
          <ac:chgData name="Ronan Ogor" userId="473d6ea9-be06-4609-b78d-125cc115ecf4" providerId="ADAL" clId="{5D582920-844C-4F4C-89C7-A2DE3BBEB8B3}" dt="2025-06-29T16:46:32.124" v="6826" actId="20577"/>
          <ac:spMkLst>
            <pc:docMk/>
            <pc:sldMk cId="2327740657" sldId="4820"/>
            <ac:spMk id="9" creationId="{3E5DA463-F746-4E1C-F3B2-95F39D190220}"/>
          </ac:spMkLst>
        </pc:spChg>
        <pc:spChg chg="add mod">
          <ac:chgData name="Ronan Ogor" userId="473d6ea9-be06-4609-b78d-125cc115ecf4" providerId="ADAL" clId="{5D582920-844C-4F4C-89C7-A2DE3BBEB8B3}" dt="2025-06-29T16:47:33.060" v="6834" actId="1076"/>
          <ac:spMkLst>
            <pc:docMk/>
            <pc:sldMk cId="2327740657" sldId="4820"/>
            <ac:spMk id="10" creationId="{D4E9D9B5-FB5C-F982-A852-D52AB56B1F45}"/>
          </ac:spMkLst>
        </pc:spChg>
        <pc:spChg chg="mod">
          <ac:chgData name="Ronan Ogor" userId="473d6ea9-be06-4609-b78d-125cc115ecf4" providerId="ADAL" clId="{5D582920-844C-4F4C-89C7-A2DE3BBEB8B3}" dt="2025-06-29T16:43:38.630" v="6797" actId="1076"/>
          <ac:spMkLst>
            <pc:docMk/>
            <pc:sldMk cId="2327740657" sldId="4820"/>
            <ac:spMk id="14" creationId="{B5FFD18F-9FFD-446F-27F6-95D113D93A4B}"/>
          </ac:spMkLst>
        </pc:spChg>
        <pc:spChg chg="del mod">
          <ac:chgData name="Ronan Ogor" userId="473d6ea9-be06-4609-b78d-125cc115ecf4" providerId="ADAL" clId="{5D582920-844C-4F4C-89C7-A2DE3BBEB8B3}" dt="2025-06-29T16:45:47.501" v="6814" actId="478"/>
          <ac:spMkLst>
            <pc:docMk/>
            <pc:sldMk cId="2327740657" sldId="4820"/>
            <ac:spMk id="15" creationId="{63EBFEE9-29EB-5EAB-77E2-523938B2E01D}"/>
          </ac:spMkLst>
        </pc:spChg>
        <pc:spChg chg="mod">
          <ac:chgData name="Ronan Ogor" userId="473d6ea9-be06-4609-b78d-125cc115ecf4" providerId="ADAL" clId="{5D582920-844C-4F4C-89C7-A2DE3BBEB8B3}" dt="2025-06-29T16:42:42.391" v="6776" actId="20577"/>
          <ac:spMkLst>
            <pc:docMk/>
            <pc:sldMk cId="2327740657" sldId="4820"/>
            <ac:spMk id="16" creationId="{3353D31A-1B88-EF00-9015-D51C55FB2F86}"/>
          </ac:spMkLst>
        </pc:spChg>
      </pc:sldChg>
      <pc:sldChg chg="addSp delSp modSp add mod">
        <pc:chgData name="Ronan Ogor" userId="473d6ea9-be06-4609-b78d-125cc115ecf4" providerId="ADAL" clId="{5D582920-844C-4F4C-89C7-A2DE3BBEB8B3}" dt="2025-06-29T16:48:51.538" v="6852" actId="1076"/>
        <pc:sldMkLst>
          <pc:docMk/>
          <pc:sldMk cId="1972306323" sldId="4821"/>
        </pc:sldMkLst>
        <pc:spChg chg="del">
          <ac:chgData name="Ronan Ogor" userId="473d6ea9-be06-4609-b78d-125cc115ecf4" providerId="ADAL" clId="{5D582920-844C-4F4C-89C7-A2DE3BBEB8B3}" dt="2025-06-29T16:48:40.405" v="6849" actId="478"/>
          <ac:spMkLst>
            <pc:docMk/>
            <pc:sldMk cId="1972306323" sldId="4821"/>
            <ac:spMk id="3" creationId="{B6623270-BAD4-45E2-8850-EB6C4795DF0B}"/>
          </ac:spMkLst>
        </pc:spChg>
        <pc:spChg chg="add mod">
          <ac:chgData name="Ronan Ogor" userId="473d6ea9-be06-4609-b78d-125cc115ecf4" providerId="ADAL" clId="{5D582920-844C-4F4C-89C7-A2DE3BBEB8B3}" dt="2025-06-29T16:48:40.611" v="6850"/>
          <ac:spMkLst>
            <pc:docMk/>
            <pc:sldMk cId="1972306323" sldId="4821"/>
            <ac:spMk id="11" creationId="{7FA34C4B-4A5A-A537-7782-0898999DFD2B}"/>
          </ac:spMkLst>
        </pc:spChg>
        <pc:spChg chg="add mod">
          <ac:chgData name="Ronan Ogor" userId="473d6ea9-be06-4609-b78d-125cc115ecf4" providerId="ADAL" clId="{5D582920-844C-4F4C-89C7-A2DE3BBEB8B3}" dt="2025-06-29T16:48:51.538" v="6852" actId="1076"/>
          <ac:spMkLst>
            <pc:docMk/>
            <pc:sldMk cId="1972306323" sldId="4821"/>
            <ac:spMk id="12" creationId="{BFBDC3BF-D1A9-CA68-22B9-102BADBD18DB}"/>
          </ac:spMkLst>
        </pc:spChg>
        <pc:spChg chg="del">
          <ac:chgData name="Ronan Ogor" userId="473d6ea9-be06-4609-b78d-125cc115ecf4" providerId="ADAL" clId="{5D582920-844C-4F4C-89C7-A2DE3BBEB8B3}" dt="2025-06-29T16:48:40.405" v="6849" actId="478"/>
          <ac:spMkLst>
            <pc:docMk/>
            <pc:sldMk cId="1972306323" sldId="4821"/>
            <ac:spMk id="16" creationId="{37A9E1DB-4515-2722-D211-A1F1BC4CD4BF}"/>
          </ac:spMkLst>
        </pc:spChg>
      </pc:sldChg>
      <pc:sldChg chg="addSp delSp modSp add mod">
        <pc:chgData name="Ronan Ogor" userId="473d6ea9-be06-4609-b78d-125cc115ecf4" providerId="ADAL" clId="{5D582920-844C-4F4C-89C7-A2DE3BBEB8B3}" dt="2025-06-29T16:50:16.350" v="6861" actId="11"/>
        <pc:sldMkLst>
          <pc:docMk/>
          <pc:sldMk cId="3834670686" sldId="4822"/>
        </pc:sldMkLst>
        <pc:spChg chg="del">
          <ac:chgData name="Ronan Ogor" userId="473d6ea9-be06-4609-b78d-125cc115ecf4" providerId="ADAL" clId="{5D582920-844C-4F4C-89C7-A2DE3BBEB8B3}" dt="2025-06-29T16:49:51.907" v="6857" actId="478"/>
          <ac:spMkLst>
            <pc:docMk/>
            <pc:sldMk cId="3834670686" sldId="4822"/>
            <ac:spMk id="2" creationId="{F5E24F9A-DC77-14C0-04C4-440610C237D1}"/>
          </ac:spMkLst>
        </pc:spChg>
        <pc:spChg chg="del">
          <ac:chgData name="Ronan Ogor" userId="473d6ea9-be06-4609-b78d-125cc115ecf4" providerId="ADAL" clId="{5D582920-844C-4F4C-89C7-A2DE3BBEB8B3}" dt="2025-06-29T16:49:51.907" v="6857" actId="478"/>
          <ac:spMkLst>
            <pc:docMk/>
            <pc:sldMk cId="3834670686" sldId="4822"/>
            <ac:spMk id="4" creationId="{4CFFA4E4-2AAC-65B9-3C95-58C2F85976F6}"/>
          </ac:spMkLst>
        </pc:spChg>
        <pc:spChg chg="del">
          <ac:chgData name="Ronan Ogor" userId="473d6ea9-be06-4609-b78d-125cc115ecf4" providerId="ADAL" clId="{5D582920-844C-4F4C-89C7-A2DE3BBEB8B3}" dt="2025-06-29T16:49:51.907" v="6857" actId="478"/>
          <ac:spMkLst>
            <pc:docMk/>
            <pc:sldMk cId="3834670686" sldId="4822"/>
            <ac:spMk id="5" creationId="{88AF6D28-FF54-7A2F-B462-1E2D928E7AA7}"/>
          </ac:spMkLst>
        </pc:spChg>
        <pc:spChg chg="del">
          <ac:chgData name="Ronan Ogor" userId="473d6ea9-be06-4609-b78d-125cc115ecf4" providerId="ADAL" clId="{5D582920-844C-4F4C-89C7-A2DE3BBEB8B3}" dt="2025-06-29T16:49:51.907" v="6857" actId="478"/>
          <ac:spMkLst>
            <pc:docMk/>
            <pc:sldMk cId="3834670686" sldId="4822"/>
            <ac:spMk id="6" creationId="{96F483A2-1DC5-49DF-8BE9-98C4F1C2B69D}"/>
          </ac:spMkLst>
        </pc:spChg>
        <pc:spChg chg="del">
          <ac:chgData name="Ronan Ogor" userId="473d6ea9-be06-4609-b78d-125cc115ecf4" providerId="ADAL" clId="{5D582920-844C-4F4C-89C7-A2DE3BBEB8B3}" dt="2025-06-29T16:49:51.907" v="6857" actId="478"/>
          <ac:spMkLst>
            <pc:docMk/>
            <pc:sldMk cId="3834670686" sldId="4822"/>
            <ac:spMk id="7" creationId="{A453EBA7-363B-3FF5-1E38-BEDE2B475769}"/>
          </ac:spMkLst>
        </pc:spChg>
        <pc:spChg chg="del">
          <ac:chgData name="Ronan Ogor" userId="473d6ea9-be06-4609-b78d-125cc115ecf4" providerId="ADAL" clId="{5D582920-844C-4F4C-89C7-A2DE3BBEB8B3}" dt="2025-06-29T16:49:51.907" v="6857" actId="478"/>
          <ac:spMkLst>
            <pc:docMk/>
            <pc:sldMk cId="3834670686" sldId="4822"/>
            <ac:spMk id="8" creationId="{9C63DA9B-DB69-D3F3-5158-7E821283144D}"/>
          </ac:spMkLst>
        </pc:spChg>
        <pc:spChg chg="del">
          <ac:chgData name="Ronan Ogor" userId="473d6ea9-be06-4609-b78d-125cc115ecf4" providerId="ADAL" clId="{5D582920-844C-4F4C-89C7-A2DE3BBEB8B3}" dt="2025-06-29T16:49:51.907" v="6857" actId="478"/>
          <ac:spMkLst>
            <pc:docMk/>
            <pc:sldMk cId="3834670686" sldId="4822"/>
            <ac:spMk id="9" creationId="{B3652FEE-5AED-A81A-1CB2-A50F1BD02E97}"/>
          </ac:spMkLst>
        </pc:spChg>
        <pc:spChg chg="del">
          <ac:chgData name="Ronan Ogor" userId="473d6ea9-be06-4609-b78d-125cc115ecf4" providerId="ADAL" clId="{5D582920-844C-4F4C-89C7-A2DE3BBEB8B3}" dt="2025-06-29T16:49:51.907" v="6857" actId="478"/>
          <ac:spMkLst>
            <pc:docMk/>
            <pc:sldMk cId="3834670686" sldId="4822"/>
            <ac:spMk id="10" creationId="{C750ADF9-5558-95EE-92B2-2031D354E0C0}"/>
          </ac:spMkLst>
        </pc:spChg>
        <pc:spChg chg="add mod">
          <ac:chgData name="Ronan Ogor" userId="473d6ea9-be06-4609-b78d-125cc115ecf4" providerId="ADAL" clId="{5D582920-844C-4F4C-89C7-A2DE3BBEB8B3}" dt="2025-06-29T16:50:16.350" v="6861" actId="11"/>
          <ac:spMkLst>
            <pc:docMk/>
            <pc:sldMk cId="3834670686" sldId="4822"/>
            <ac:spMk id="11" creationId="{43137869-B47D-F8F6-6B9D-0F466E353220}"/>
          </ac:spMkLst>
        </pc:spChg>
        <pc:spChg chg="mod">
          <ac:chgData name="Ronan Ogor" userId="473d6ea9-be06-4609-b78d-125cc115ecf4" providerId="ADAL" clId="{5D582920-844C-4F4C-89C7-A2DE3BBEB8B3}" dt="2025-06-29T16:49:45.636" v="6856" actId="1076"/>
          <ac:spMkLst>
            <pc:docMk/>
            <pc:sldMk cId="3834670686" sldId="4822"/>
            <ac:spMk id="14" creationId="{2037A51B-1979-BFB9-55CC-1646BD17892B}"/>
          </ac:spMkLst>
        </pc:spChg>
        <pc:spChg chg="mod">
          <ac:chgData name="Ronan Ogor" userId="473d6ea9-be06-4609-b78d-125cc115ecf4" providerId="ADAL" clId="{5D582920-844C-4F4C-89C7-A2DE3BBEB8B3}" dt="2025-06-29T16:48:56.869" v="6854" actId="20577"/>
          <ac:spMkLst>
            <pc:docMk/>
            <pc:sldMk cId="3834670686" sldId="4822"/>
            <ac:spMk id="16" creationId="{79EC1B1B-208D-9730-37FC-3F09D1F0306C}"/>
          </ac:spMkLst>
        </pc:spChg>
      </pc:sldChg>
      <pc:sldChg chg="addSp delSp modSp add mod">
        <pc:chgData name="Ronan Ogor" userId="473d6ea9-be06-4609-b78d-125cc115ecf4" providerId="ADAL" clId="{5D582920-844C-4F4C-89C7-A2DE3BBEB8B3}" dt="2025-06-29T16:50:39.460" v="6866" actId="1076"/>
        <pc:sldMkLst>
          <pc:docMk/>
          <pc:sldMk cId="1074144507" sldId="4823"/>
        </pc:sldMkLst>
        <pc:spChg chg="add mod">
          <ac:chgData name="Ronan Ogor" userId="473d6ea9-be06-4609-b78d-125cc115ecf4" providerId="ADAL" clId="{5D582920-844C-4F4C-89C7-A2DE3BBEB8B3}" dt="2025-06-29T16:50:25.525" v="6863"/>
          <ac:spMkLst>
            <pc:docMk/>
            <pc:sldMk cId="1074144507" sldId="4823"/>
            <ac:spMk id="2" creationId="{4E0038CC-8ABD-A281-F0F1-006277447E80}"/>
          </ac:spMkLst>
        </pc:spChg>
        <pc:spChg chg="del">
          <ac:chgData name="Ronan Ogor" userId="473d6ea9-be06-4609-b78d-125cc115ecf4" providerId="ADAL" clId="{5D582920-844C-4F4C-89C7-A2DE3BBEB8B3}" dt="2025-06-29T16:50:29.147" v="6864" actId="478"/>
          <ac:spMkLst>
            <pc:docMk/>
            <pc:sldMk cId="1074144507" sldId="4823"/>
            <ac:spMk id="3" creationId="{22DA045D-93FF-B7C1-AC98-679448BE8986}"/>
          </ac:spMkLst>
        </pc:spChg>
        <pc:spChg chg="add mod">
          <ac:chgData name="Ronan Ogor" userId="473d6ea9-be06-4609-b78d-125cc115ecf4" providerId="ADAL" clId="{5D582920-844C-4F4C-89C7-A2DE3BBEB8B3}" dt="2025-06-29T16:50:39.460" v="6866" actId="1076"/>
          <ac:spMkLst>
            <pc:docMk/>
            <pc:sldMk cId="1074144507" sldId="4823"/>
            <ac:spMk id="4" creationId="{84CA1AC0-EA90-6D64-4BA8-8D2C2D7543F4}"/>
          </ac:spMkLst>
        </pc:spChg>
        <pc:spChg chg="del">
          <ac:chgData name="Ronan Ogor" userId="473d6ea9-be06-4609-b78d-125cc115ecf4" providerId="ADAL" clId="{5D582920-844C-4F4C-89C7-A2DE3BBEB8B3}" dt="2025-06-29T16:50:30.784" v="6865" actId="478"/>
          <ac:spMkLst>
            <pc:docMk/>
            <pc:sldMk cId="1074144507" sldId="4823"/>
            <ac:spMk id="16" creationId="{A03972C8-A70F-6C17-960A-2D25C8B0F4D9}"/>
          </ac:spMkLst>
        </pc:spChg>
      </pc:sldChg>
    </pc:docChg>
  </pc:docChgLst>
  <pc:docChgLst>
    <pc:chgData name="Ronan Ogor" userId="473d6ea9-be06-4609-b78d-125cc115ecf4" providerId="ADAL" clId="{403BE842-08DA-449C-8451-E1B261B729ED}"/>
    <pc:docChg chg="undo custSel addSld delSld modSld sldOrd">
      <pc:chgData name="Ronan Ogor" userId="473d6ea9-be06-4609-b78d-125cc115ecf4" providerId="ADAL" clId="{403BE842-08DA-449C-8451-E1B261B729ED}" dt="2025-06-24T08:02:46.879" v="12539" actId="14100"/>
      <pc:docMkLst>
        <pc:docMk/>
      </pc:docMkLst>
      <pc:sldChg chg="addSp delSp modSp mod">
        <pc:chgData name="Ronan Ogor" userId="473d6ea9-be06-4609-b78d-125cc115ecf4" providerId="ADAL" clId="{403BE842-08DA-449C-8451-E1B261B729ED}" dt="2025-06-16T13:37:47.905" v="9145" actId="1076"/>
        <pc:sldMkLst>
          <pc:docMk/>
          <pc:sldMk cId="381353966" sldId="294"/>
        </pc:sldMkLst>
        <pc:spChg chg="mod">
          <ac:chgData name="Ronan Ogor" userId="473d6ea9-be06-4609-b78d-125cc115ecf4" providerId="ADAL" clId="{403BE842-08DA-449C-8451-E1B261B729ED}" dt="2025-06-16T13:37:47.905" v="9145" actId="1076"/>
          <ac:spMkLst>
            <pc:docMk/>
            <pc:sldMk cId="381353966" sldId="294"/>
            <ac:spMk id="2" creationId="{46AA968E-803C-41CB-84DE-C020829A543A}"/>
          </ac:spMkLst>
        </pc:spChg>
        <pc:spChg chg="add mod">
          <ac:chgData name="Ronan Ogor" userId="473d6ea9-be06-4609-b78d-125cc115ecf4" providerId="ADAL" clId="{403BE842-08DA-449C-8451-E1B261B729ED}" dt="2025-06-16T13:37:26.471" v="9138" actId="164"/>
          <ac:spMkLst>
            <pc:docMk/>
            <pc:sldMk cId="381353966" sldId="294"/>
            <ac:spMk id="13" creationId="{EFBDE5EF-929F-933E-91C4-0EAB17D94EA2}"/>
          </ac:spMkLst>
        </pc:spChg>
        <pc:grpChg chg="add mod">
          <ac:chgData name="Ronan Ogor" userId="473d6ea9-be06-4609-b78d-125cc115ecf4" providerId="ADAL" clId="{403BE842-08DA-449C-8451-E1B261B729ED}" dt="2025-06-16T13:37:45.508" v="9144" actId="1076"/>
          <ac:grpSpMkLst>
            <pc:docMk/>
            <pc:sldMk cId="381353966" sldId="294"/>
            <ac:grpSpMk id="14" creationId="{AACBE511-1C19-22F9-C80E-10BB3633D8AA}"/>
          </ac:grpSpMkLst>
        </pc:grpChg>
        <pc:picChg chg="mod">
          <ac:chgData name="Ronan Ogor" userId="473d6ea9-be06-4609-b78d-125cc115ecf4" providerId="ADAL" clId="{403BE842-08DA-449C-8451-E1B261B729ED}" dt="2025-06-16T13:37:44.281" v="9143" actId="1076"/>
          <ac:picMkLst>
            <pc:docMk/>
            <pc:sldMk cId="381353966" sldId="294"/>
            <ac:picMk id="5" creationId="{A0FBFDC2-9FBB-4BD9-80DE-1E80F7DBF12C}"/>
          </ac:picMkLst>
        </pc:picChg>
        <pc:picChg chg="add mod">
          <ac:chgData name="Ronan Ogor" userId="473d6ea9-be06-4609-b78d-125cc115ecf4" providerId="ADAL" clId="{403BE842-08DA-449C-8451-E1B261B729ED}" dt="2025-06-16T13:37:35.798" v="9139"/>
          <ac:picMkLst>
            <pc:docMk/>
            <pc:sldMk cId="381353966" sldId="294"/>
            <ac:picMk id="11" creationId="{4EAFEBB3-5E2D-0B5E-FD6D-41D534EE5E02}"/>
          </ac:picMkLst>
        </pc:picChg>
      </pc:sldChg>
      <pc:sldChg chg="addSp modSp mod modTransition modAnim">
        <pc:chgData name="Ronan Ogor" userId="473d6ea9-be06-4609-b78d-125cc115ecf4" providerId="ADAL" clId="{403BE842-08DA-449C-8451-E1B261B729ED}" dt="2025-06-17T11:16:22.148" v="12517"/>
        <pc:sldMkLst>
          <pc:docMk/>
          <pc:sldMk cId="0" sldId="4549"/>
        </pc:sldMkLst>
        <pc:spChg chg="add mod">
          <ac:chgData name="Ronan Ogor" userId="473d6ea9-be06-4609-b78d-125cc115ecf4" providerId="ADAL" clId="{403BE842-08DA-449C-8451-E1B261B729ED}" dt="2025-06-16T05:14:10.901" v="6808" actId="1037"/>
          <ac:spMkLst>
            <pc:docMk/>
            <pc:sldMk cId="0" sldId="4549"/>
            <ac:spMk id="5" creationId="{35D1629B-5FE9-A8F9-B1BB-7CCE660EC55D}"/>
          </ac:spMkLst>
        </pc:spChg>
        <pc:spChg chg="add mod">
          <ac:chgData name="Ronan Ogor" userId="473d6ea9-be06-4609-b78d-125cc115ecf4" providerId="ADAL" clId="{403BE842-08DA-449C-8451-E1B261B729ED}" dt="2025-06-16T05:14:10.901" v="6808" actId="1037"/>
          <ac:spMkLst>
            <pc:docMk/>
            <pc:sldMk cId="0" sldId="4549"/>
            <ac:spMk id="6" creationId="{110B1B40-F9F9-3532-5409-92E80F742445}"/>
          </ac:spMkLst>
        </pc:spChg>
        <pc:spChg chg="add mod">
          <ac:chgData name="Ronan Ogor" userId="473d6ea9-be06-4609-b78d-125cc115ecf4" providerId="ADAL" clId="{403BE842-08DA-449C-8451-E1B261B729ED}" dt="2025-06-16T05:14:10.901" v="6808" actId="1037"/>
          <ac:spMkLst>
            <pc:docMk/>
            <pc:sldMk cId="0" sldId="4549"/>
            <ac:spMk id="7" creationId="{CCEB6977-5D66-07F0-D9BD-120401B39BD1}"/>
          </ac:spMkLst>
        </pc:spChg>
        <pc:spChg chg="add mod">
          <ac:chgData name="Ronan Ogor" userId="473d6ea9-be06-4609-b78d-125cc115ecf4" providerId="ADAL" clId="{403BE842-08DA-449C-8451-E1B261B729ED}" dt="2025-06-16T05:14:10.901" v="6808" actId="1037"/>
          <ac:spMkLst>
            <pc:docMk/>
            <pc:sldMk cId="0" sldId="4549"/>
            <ac:spMk id="8" creationId="{9DD6B9C3-CF85-7470-E370-3F8BB6EF6A21}"/>
          </ac:spMkLst>
        </pc:spChg>
        <pc:spChg chg="mod">
          <ac:chgData name="Ronan Ogor" userId="473d6ea9-be06-4609-b78d-125cc115ecf4" providerId="ADAL" clId="{403BE842-08DA-449C-8451-E1B261B729ED}" dt="2025-06-16T06:07:02.451" v="7210" actId="14100"/>
          <ac:spMkLst>
            <pc:docMk/>
            <pc:sldMk cId="0" sldId="4549"/>
            <ac:spMk id="120" creationId="{00000000-0000-0000-0000-000000000000}"/>
          </ac:spMkLst>
        </pc:spChg>
      </pc:sldChg>
      <pc:sldChg chg="addSp delSp modSp mod">
        <pc:chgData name="Ronan Ogor" userId="473d6ea9-be06-4609-b78d-125cc115ecf4" providerId="ADAL" clId="{403BE842-08DA-449C-8451-E1B261B729ED}" dt="2025-06-16T06:07:21.557" v="7213" actId="1076"/>
        <pc:sldMkLst>
          <pc:docMk/>
          <pc:sldMk cId="3328649386" sldId="4564"/>
        </pc:sldMkLst>
        <pc:spChg chg="add mod">
          <ac:chgData name="Ronan Ogor" userId="473d6ea9-be06-4609-b78d-125cc115ecf4" providerId="ADAL" clId="{403BE842-08DA-449C-8451-E1B261B729ED}" dt="2025-06-16T06:07:21.557" v="7213" actId="1076"/>
          <ac:spMkLst>
            <pc:docMk/>
            <pc:sldMk cId="3328649386" sldId="4564"/>
            <ac:spMk id="5" creationId="{8C5282C2-3667-44AA-29E0-CCE77406FD09}"/>
          </ac:spMkLst>
        </pc:spChg>
        <pc:spChg chg="add mod">
          <ac:chgData name="Ronan Ogor" userId="473d6ea9-be06-4609-b78d-125cc115ecf4" providerId="ADAL" clId="{403BE842-08DA-449C-8451-E1B261B729ED}" dt="2025-06-16T06:07:21.557" v="7213" actId="1076"/>
          <ac:spMkLst>
            <pc:docMk/>
            <pc:sldMk cId="3328649386" sldId="4564"/>
            <ac:spMk id="6" creationId="{87B51E69-D23E-96A8-57D0-236211E8FDA4}"/>
          </ac:spMkLst>
        </pc:spChg>
        <pc:spChg chg="add mod">
          <ac:chgData name="Ronan Ogor" userId="473d6ea9-be06-4609-b78d-125cc115ecf4" providerId="ADAL" clId="{403BE842-08DA-449C-8451-E1B261B729ED}" dt="2025-06-16T06:07:21.557" v="7213" actId="1076"/>
          <ac:spMkLst>
            <pc:docMk/>
            <pc:sldMk cId="3328649386" sldId="4564"/>
            <ac:spMk id="8" creationId="{8829AD63-23EA-78E0-08CD-8AD111A126CA}"/>
          </ac:spMkLst>
        </pc:spChg>
        <pc:spChg chg="add mod">
          <ac:chgData name="Ronan Ogor" userId="473d6ea9-be06-4609-b78d-125cc115ecf4" providerId="ADAL" clId="{403BE842-08DA-449C-8451-E1B261B729ED}" dt="2025-06-16T06:07:21.557" v="7213" actId="1076"/>
          <ac:spMkLst>
            <pc:docMk/>
            <pc:sldMk cId="3328649386" sldId="4564"/>
            <ac:spMk id="9" creationId="{83E1273D-78ED-427E-983B-1D7560F3C8F5}"/>
          </ac:spMkLst>
        </pc:spChg>
        <pc:spChg chg="add mod">
          <ac:chgData name="Ronan Ogor" userId="473d6ea9-be06-4609-b78d-125cc115ecf4" providerId="ADAL" clId="{403BE842-08DA-449C-8451-E1B261B729ED}" dt="2025-06-16T06:07:21.557" v="7213" actId="1076"/>
          <ac:spMkLst>
            <pc:docMk/>
            <pc:sldMk cId="3328649386" sldId="4564"/>
            <ac:spMk id="10" creationId="{41C9F183-7613-753F-170E-DDA7A7C0F04D}"/>
          </ac:spMkLst>
        </pc:spChg>
        <pc:spChg chg="add mod">
          <ac:chgData name="Ronan Ogor" userId="473d6ea9-be06-4609-b78d-125cc115ecf4" providerId="ADAL" clId="{403BE842-08DA-449C-8451-E1B261B729ED}" dt="2025-06-16T06:07:21.557" v="7213" actId="1076"/>
          <ac:spMkLst>
            <pc:docMk/>
            <pc:sldMk cId="3328649386" sldId="4564"/>
            <ac:spMk id="11" creationId="{10C9C074-7BC7-F20D-3BFF-64E8ECDF358F}"/>
          </ac:spMkLst>
        </pc:spChg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948772146" sldId="4566"/>
        </pc:sldMkLst>
      </pc:sldChg>
      <pc:sldChg chg="addSp delSp modSp mod modAnim">
        <pc:chgData name="Ronan Ogor" userId="473d6ea9-be06-4609-b78d-125cc115ecf4" providerId="ADAL" clId="{403BE842-08DA-449C-8451-E1B261B729ED}" dt="2025-06-17T11:14:51.917" v="12497"/>
        <pc:sldMkLst>
          <pc:docMk/>
          <pc:sldMk cId="0" sldId="4579"/>
        </pc:sldMkLst>
        <pc:spChg chg="mod">
          <ac:chgData name="Ronan Ogor" userId="473d6ea9-be06-4609-b78d-125cc115ecf4" providerId="ADAL" clId="{403BE842-08DA-449C-8451-E1B261B729ED}" dt="2025-06-15T15:09:02.081" v="121" actId="20577"/>
          <ac:spMkLst>
            <pc:docMk/>
            <pc:sldMk cId="0" sldId="4579"/>
            <ac:spMk id="89" creationId="{00000000-0000-0000-0000-000000000000}"/>
          </ac:spMkLst>
        </pc:spChg>
        <pc:picChg chg="mod">
          <ac:chgData name="Ronan Ogor" userId="473d6ea9-be06-4609-b78d-125cc115ecf4" providerId="ADAL" clId="{403BE842-08DA-449C-8451-E1B261B729ED}" dt="2025-06-15T15:09:15.671" v="122" actId="1076"/>
          <ac:picMkLst>
            <pc:docMk/>
            <pc:sldMk cId="0" sldId="4579"/>
            <ac:picMk id="7" creationId="{C574D5CA-8FA1-45CA-99CB-E92DF91C7D88}"/>
          </ac:picMkLst>
        </pc:picChg>
        <pc:picChg chg="add mod">
          <ac:chgData name="Ronan Ogor" userId="473d6ea9-be06-4609-b78d-125cc115ecf4" providerId="ADAL" clId="{403BE842-08DA-449C-8451-E1B261B729ED}" dt="2025-06-15T15:08:51.390" v="111" actId="1076"/>
          <ac:picMkLst>
            <pc:docMk/>
            <pc:sldMk cId="0" sldId="4579"/>
            <ac:picMk id="1026" creationId="{19EC70B5-1AA0-6DE9-9CC1-CE4B1D0EEDF5}"/>
          </ac:picMkLst>
        </pc:picChg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3343501504" sldId="4580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236426333" sldId="4581"/>
        </pc:sldMkLst>
      </pc:sldChg>
      <pc:sldChg chg="addSp delSp modSp del mod">
        <pc:chgData name="Ronan Ogor" userId="473d6ea9-be06-4609-b78d-125cc115ecf4" providerId="ADAL" clId="{403BE842-08DA-449C-8451-E1B261B729ED}" dt="2025-06-16T06:57:44.367" v="7257" actId="47"/>
        <pc:sldMkLst>
          <pc:docMk/>
          <pc:sldMk cId="0" sldId="4582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3662263730" sldId="4583"/>
        </pc:sldMkLst>
      </pc:sldChg>
      <pc:sldChg chg="addSp delSp modSp mod ord modAnim">
        <pc:chgData name="Ronan Ogor" userId="473d6ea9-be06-4609-b78d-125cc115ecf4" providerId="ADAL" clId="{403BE842-08DA-449C-8451-E1B261B729ED}" dt="2025-06-16T05:16:30.827" v="6827" actId="1076"/>
        <pc:sldMkLst>
          <pc:docMk/>
          <pc:sldMk cId="87027135" sldId="4584"/>
        </pc:sldMkLst>
      </pc:sldChg>
      <pc:sldChg chg="addSp delSp modSp mod ord">
        <pc:chgData name="Ronan Ogor" userId="473d6ea9-be06-4609-b78d-125cc115ecf4" providerId="ADAL" clId="{403BE842-08DA-449C-8451-E1B261B729ED}" dt="2025-06-16T13:58:25.847" v="9307" actId="1076"/>
        <pc:sldMkLst>
          <pc:docMk/>
          <pc:sldMk cId="4091423166" sldId="4585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861721776" sldId="4588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2425655690" sldId="4589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3388518053" sldId="4590"/>
        </pc:sldMkLst>
      </pc:sldChg>
      <pc:sldChg chg="del">
        <pc:chgData name="Ronan Ogor" userId="473d6ea9-be06-4609-b78d-125cc115ecf4" providerId="ADAL" clId="{403BE842-08DA-449C-8451-E1B261B729ED}" dt="2025-06-15T19:46:15.632" v="4949" actId="47"/>
        <pc:sldMkLst>
          <pc:docMk/>
          <pc:sldMk cId="3647061615" sldId="4591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3309402344" sldId="4593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4222151610" sldId="4594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3075273277" sldId="4596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269556159" sldId="4597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1505562821" sldId="4598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331154220" sldId="4599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812999759" sldId="4600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4034333683" sldId="4601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278885178" sldId="4603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813707957" sldId="4604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3762396305" sldId="4605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320157237" sldId="4606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714485998" sldId="4607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494570661" sldId="4608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2014799186" sldId="4609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902654069" sldId="4610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3140561895" sldId="4611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3107681159" sldId="4612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2015239594" sldId="4613"/>
        </pc:sldMkLst>
      </pc:sldChg>
      <pc:sldChg chg="del">
        <pc:chgData name="Ronan Ogor" userId="473d6ea9-be06-4609-b78d-125cc115ecf4" providerId="ADAL" clId="{403BE842-08DA-449C-8451-E1B261B729ED}" dt="2025-06-15T19:39:41.287" v="4873" actId="47"/>
        <pc:sldMkLst>
          <pc:docMk/>
          <pc:sldMk cId="1965313820" sldId="4614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3445271640" sldId="4615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690775588" sldId="4616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572960343" sldId="4618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215600073" sldId="4619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502843682" sldId="4620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2972050235" sldId="4621"/>
        </pc:sldMkLst>
      </pc:sldChg>
      <pc:sldChg chg="del">
        <pc:chgData name="Ronan Ogor" userId="473d6ea9-be06-4609-b78d-125cc115ecf4" providerId="ADAL" clId="{403BE842-08DA-449C-8451-E1B261B729ED}" dt="2025-06-15T19:39:52.696" v="4874" actId="47"/>
        <pc:sldMkLst>
          <pc:docMk/>
          <pc:sldMk cId="1507359175" sldId="4622"/>
        </pc:sldMkLst>
      </pc:sldChg>
      <pc:sldChg chg="addSp delSp modSp mod delAnim">
        <pc:chgData name="Ronan Ogor" userId="473d6ea9-be06-4609-b78d-125cc115ecf4" providerId="ADAL" clId="{403BE842-08DA-449C-8451-E1B261B729ED}" dt="2025-06-16T13:37:19.756" v="9137" actId="113"/>
        <pc:sldMkLst>
          <pc:docMk/>
          <pc:sldMk cId="4143899511" sldId="4623"/>
        </pc:sldMkLst>
        <pc:spChg chg="add mod">
          <ac:chgData name="Ronan Ogor" userId="473d6ea9-be06-4609-b78d-125cc115ecf4" providerId="ADAL" clId="{403BE842-08DA-449C-8451-E1B261B729ED}" dt="2025-06-16T06:08:11.727" v="7250" actId="1076"/>
          <ac:spMkLst>
            <pc:docMk/>
            <pc:sldMk cId="4143899511" sldId="4623"/>
            <ac:spMk id="3" creationId="{D6C6F751-62CB-4DB7-52E6-57AD43FFB1A0}"/>
          </ac:spMkLst>
        </pc:spChg>
        <pc:spChg chg="mod">
          <ac:chgData name="Ronan Ogor" userId="473d6ea9-be06-4609-b78d-125cc115ecf4" providerId="ADAL" clId="{403BE842-08DA-449C-8451-E1B261B729ED}" dt="2025-06-16T06:08:14.078" v="7251" actId="1076"/>
          <ac:spMkLst>
            <pc:docMk/>
            <pc:sldMk cId="4143899511" sldId="4623"/>
            <ac:spMk id="5" creationId="{9C06A17A-6C2B-06A2-5D12-8DDA2A013810}"/>
          </ac:spMkLst>
        </pc:spChg>
        <pc:spChg chg="add mod">
          <ac:chgData name="Ronan Ogor" userId="473d6ea9-be06-4609-b78d-125cc115ecf4" providerId="ADAL" clId="{403BE842-08DA-449C-8451-E1B261B729ED}" dt="2025-06-15T19:44:30.667" v="4897"/>
          <ac:spMkLst>
            <pc:docMk/>
            <pc:sldMk cId="4143899511" sldId="4623"/>
            <ac:spMk id="6" creationId="{FE0EAC9E-2D49-CE31-DD22-7DBF2BEE30E1}"/>
          </ac:spMkLst>
        </pc:spChg>
        <pc:spChg chg="add mod">
          <ac:chgData name="Ronan Ogor" userId="473d6ea9-be06-4609-b78d-125cc115ecf4" providerId="ADAL" clId="{403BE842-08DA-449C-8451-E1B261B729ED}" dt="2025-06-16T13:37:19.756" v="9137" actId="113"/>
          <ac:spMkLst>
            <pc:docMk/>
            <pc:sldMk cId="4143899511" sldId="4623"/>
            <ac:spMk id="11" creationId="{72540710-CD91-2203-273A-8B2F3CC784C3}"/>
          </ac:spMkLst>
        </pc:spChg>
      </pc:sldChg>
      <pc:sldChg chg="addSp delSp modSp new mod modAnim">
        <pc:chgData name="Ronan Ogor" userId="473d6ea9-be06-4609-b78d-125cc115ecf4" providerId="ADAL" clId="{403BE842-08DA-449C-8451-E1B261B729ED}" dt="2025-06-16T05:12:32.360" v="6774" actId="20577"/>
        <pc:sldMkLst>
          <pc:docMk/>
          <pc:sldMk cId="3633839783" sldId="4624"/>
        </pc:sldMkLst>
      </pc:sldChg>
      <pc:sldChg chg="addSp delSp modSp add mod">
        <pc:chgData name="Ronan Ogor" userId="473d6ea9-be06-4609-b78d-125cc115ecf4" providerId="ADAL" clId="{403BE842-08DA-449C-8451-E1B261B729ED}" dt="2025-06-16T10:10:20.323" v="8538"/>
        <pc:sldMkLst>
          <pc:docMk/>
          <pc:sldMk cId="1054575162" sldId="4625"/>
        </pc:sldMkLst>
      </pc:sldChg>
      <pc:sldChg chg="addSp delSp modSp add mod">
        <pc:chgData name="Ronan Ogor" userId="473d6ea9-be06-4609-b78d-125cc115ecf4" providerId="ADAL" clId="{403BE842-08DA-449C-8451-E1B261B729ED}" dt="2025-06-17T11:17:48.932" v="12534" actId="1076"/>
        <pc:sldMkLst>
          <pc:docMk/>
          <pc:sldMk cId="206107738" sldId="4626"/>
        </pc:sldMkLst>
      </pc:sldChg>
      <pc:sldChg chg="add del">
        <pc:chgData name="Ronan Ogor" userId="473d6ea9-be06-4609-b78d-125cc115ecf4" providerId="ADAL" clId="{403BE842-08DA-449C-8451-E1B261B729ED}" dt="2025-06-15T15:31:44.648" v="600" actId="47"/>
        <pc:sldMkLst>
          <pc:docMk/>
          <pc:sldMk cId="3621649235" sldId="4627"/>
        </pc:sldMkLst>
      </pc:sldChg>
      <pc:sldChg chg="addSp delSp modSp add mod modAnim">
        <pc:chgData name="Ronan Ogor" userId="473d6ea9-be06-4609-b78d-125cc115ecf4" providerId="ADAL" clId="{403BE842-08DA-449C-8451-E1B261B729ED}" dt="2025-06-16T05:52:18.596" v="7163"/>
        <pc:sldMkLst>
          <pc:docMk/>
          <pc:sldMk cId="1016433437" sldId="4628"/>
        </pc:sldMkLst>
      </pc:sldChg>
      <pc:sldChg chg="addSp delSp modSp add mod ord modAnim">
        <pc:chgData name="Ronan Ogor" userId="473d6ea9-be06-4609-b78d-125cc115ecf4" providerId="ADAL" clId="{403BE842-08DA-449C-8451-E1B261B729ED}" dt="2025-06-16T10:10:22.063" v="8539"/>
        <pc:sldMkLst>
          <pc:docMk/>
          <pc:sldMk cId="260834646" sldId="4629"/>
        </pc:sldMkLst>
      </pc:sldChg>
      <pc:sldChg chg="addSp delSp modSp add mod ord">
        <pc:chgData name="Ronan Ogor" userId="473d6ea9-be06-4609-b78d-125cc115ecf4" providerId="ADAL" clId="{403BE842-08DA-449C-8451-E1B261B729ED}" dt="2025-06-16T10:10:16.544" v="8535"/>
        <pc:sldMkLst>
          <pc:docMk/>
          <pc:sldMk cId="1090829307" sldId="4630"/>
        </pc:sldMkLst>
      </pc:sldChg>
      <pc:sldChg chg="addSp delSp modSp add mod">
        <pc:chgData name="Ronan Ogor" userId="473d6ea9-be06-4609-b78d-125cc115ecf4" providerId="ADAL" clId="{403BE842-08DA-449C-8451-E1B261B729ED}" dt="2025-06-16T10:10:13.943" v="8533"/>
        <pc:sldMkLst>
          <pc:docMk/>
          <pc:sldMk cId="1764722221" sldId="4631"/>
        </pc:sldMkLst>
      </pc:sldChg>
      <pc:sldChg chg="addSp delSp modSp add mod">
        <pc:chgData name="Ronan Ogor" userId="473d6ea9-be06-4609-b78d-125cc115ecf4" providerId="ADAL" clId="{403BE842-08DA-449C-8451-E1B261B729ED}" dt="2025-06-16T05:07:50.862" v="6666"/>
        <pc:sldMkLst>
          <pc:docMk/>
          <pc:sldMk cId="988720360" sldId="4632"/>
        </pc:sldMkLst>
      </pc:sldChg>
      <pc:sldChg chg="addSp delSp modSp add mod delAnim modAnim">
        <pc:chgData name="Ronan Ogor" userId="473d6ea9-be06-4609-b78d-125cc115ecf4" providerId="ADAL" clId="{403BE842-08DA-449C-8451-E1B261B729ED}" dt="2025-06-16T10:10:17.499" v="8536"/>
        <pc:sldMkLst>
          <pc:docMk/>
          <pc:sldMk cId="3688774395" sldId="4633"/>
        </pc:sldMkLst>
      </pc:sldChg>
      <pc:sldChg chg="addSp delSp modSp add mod">
        <pc:chgData name="Ronan Ogor" userId="473d6ea9-be06-4609-b78d-125cc115ecf4" providerId="ADAL" clId="{403BE842-08DA-449C-8451-E1B261B729ED}" dt="2025-06-16T10:10:15.248" v="8534"/>
        <pc:sldMkLst>
          <pc:docMk/>
          <pc:sldMk cId="1194134351" sldId="4634"/>
        </pc:sldMkLst>
      </pc:sldChg>
      <pc:sldChg chg="addSp delSp modSp new mod">
        <pc:chgData name="Ronan Ogor" userId="473d6ea9-be06-4609-b78d-125cc115ecf4" providerId="ADAL" clId="{403BE842-08DA-449C-8451-E1B261B729ED}" dt="2025-06-16T10:47:11.506" v="8762" actId="20577"/>
        <pc:sldMkLst>
          <pc:docMk/>
          <pc:sldMk cId="376683221" sldId="4635"/>
        </pc:sldMkLst>
      </pc:sldChg>
      <pc:sldChg chg="addSp delSp modSp add mod">
        <pc:chgData name="Ronan Ogor" userId="473d6ea9-be06-4609-b78d-125cc115ecf4" providerId="ADAL" clId="{403BE842-08DA-449C-8451-E1B261B729ED}" dt="2025-06-16T10:24:06.240" v="8586" actId="113"/>
        <pc:sldMkLst>
          <pc:docMk/>
          <pc:sldMk cId="362905369" sldId="4636"/>
        </pc:sldMkLst>
      </pc:sldChg>
      <pc:sldChg chg="addSp delSp modSp add mod ord">
        <pc:chgData name="Ronan Ogor" userId="473d6ea9-be06-4609-b78d-125cc115ecf4" providerId="ADAL" clId="{403BE842-08DA-449C-8451-E1B261B729ED}" dt="2025-06-16T14:03:56.647" v="9381" actId="208"/>
        <pc:sldMkLst>
          <pc:docMk/>
          <pc:sldMk cId="749266568" sldId="4637"/>
        </pc:sldMkLst>
      </pc:sldChg>
      <pc:sldChg chg="addSp delSp modSp add mod">
        <pc:chgData name="Ronan Ogor" userId="473d6ea9-be06-4609-b78d-125cc115ecf4" providerId="ADAL" clId="{403BE842-08DA-449C-8451-E1B261B729ED}" dt="2025-06-16T10:10:12.344" v="8532"/>
        <pc:sldMkLst>
          <pc:docMk/>
          <pc:sldMk cId="3466584168" sldId="4638"/>
        </pc:sldMkLst>
      </pc:sldChg>
      <pc:sldChg chg="add del">
        <pc:chgData name="Ronan Ogor" userId="473d6ea9-be06-4609-b78d-125cc115ecf4" providerId="ADAL" clId="{403BE842-08DA-449C-8451-E1B261B729ED}" dt="2025-06-15T18:12:52.062" v="2787"/>
        <pc:sldMkLst>
          <pc:docMk/>
          <pc:sldMk cId="479812249" sldId="4639"/>
        </pc:sldMkLst>
      </pc:sldChg>
      <pc:sldChg chg="addSp delSp modSp add mod">
        <pc:chgData name="Ronan Ogor" userId="473d6ea9-be06-4609-b78d-125cc115ecf4" providerId="ADAL" clId="{403BE842-08DA-449C-8451-E1B261B729ED}" dt="2025-06-16T10:10:08.426" v="8530"/>
        <pc:sldMkLst>
          <pc:docMk/>
          <pc:sldMk cId="3606377572" sldId="4639"/>
        </pc:sldMkLst>
      </pc:sldChg>
      <pc:sldChg chg="addSp delSp modSp add mod">
        <pc:chgData name="Ronan Ogor" userId="473d6ea9-be06-4609-b78d-125cc115ecf4" providerId="ADAL" clId="{403BE842-08DA-449C-8451-E1B261B729ED}" dt="2025-06-16T08:49:05.467" v="8085" actId="1076"/>
        <pc:sldMkLst>
          <pc:docMk/>
          <pc:sldMk cId="4064406343" sldId="4640"/>
        </pc:sldMkLst>
      </pc:sldChg>
      <pc:sldChg chg="addSp delSp modSp add mod">
        <pc:chgData name="Ronan Ogor" userId="473d6ea9-be06-4609-b78d-125cc115ecf4" providerId="ADAL" clId="{403BE842-08DA-449C-8451-E1B261B729ED}" dt="2025-06-16T10:10:05.936" v="8529"/>
        <pc:sldMkLst>
          <pc:docMk/>
          <pc:sldMk cId="2015133851" sldId="4641"/>
        </pc:sldMkLst>
      </pc:sldChg>
      <pc:sldChg chg="addSp delSp modSp add mod">
        <pc:chgData name="Ronan Ogor" userId="473d6ea9-be06-4609-b78d-125cc115ecf4" providerId="ADAL" clId="{403BE842-08DA-449C-8451-E1B261B729ED}" dt="2025-06-16T15:35:13.428" v="10465" actId="1076"/>
        <pc:sldMkLst>
          <pc:docMk/>
          <pc:sldMk cId="1181385927" sldId="4642"/>
        </pc:sldMkLst>
      </pc:sldChg>
      <pc:sldChg chg="add del">
        <pc:chgData name="Ronan Ogor" userId="473d6ea9-be06-4609-b78d-125cc115ecf4" providerId="ADAL" clId="{403BE842-08DA-449C-8451-E1B261B729ED}" dt="2025-06-17T09:45:27.665" v="12031" actId="47"/>
        <pc:sldMkLst>
          <pc:docMk/>
          <pc:sldMk cId="1757317150" sldId="4643"/>
        </pc:sldMkLst>
      </pc:sldChg>
      <pc:sldChg chg="add del">
        <pc:chgData name="Ronan Ogor" userId="473d6ea9-be06-4609-b78d-125cc115ecf4" providerId="ADAL" clId="{403BE842-08DA-449C-8451-E1B261B729ED}" dt="2025-06-17T09:45:27.665" v="12031" actId="47"/>
        <pc:sldMkLst>
          <pc:docMk/>
          <pc:sldMk cId="164696393" sldId="4644"/>
        </pc:sldMkLst>
      </pc:sldChg>
      <pc:sldChg chg="add del">
        <pc:chgData name="Ronan Ogor" userId="473d6ea9-be06-4609-b78d-125cc115ecf4" providerId="ADAL" clId="{403BE842-08DA-449C-8451-E1B261B729ED}" dt="2025-06-17T09:45:27.665" v="12031" actId="47"/>
        <pc:sldMkLst>
          <pc:docMk/>
          <pc:sldMk cId="2538678123" sldId="4645"/>
        </pc:sldMkLst>
      </pc:sldChg>
      <pc:sldChg chg="addSp delSp modSp add del mod">
        <pc:chgData name="Ronan Ogor" userId="473d6ea9-be06-4609-b78d-125cc115ecf4" providerId="ADAL" clId="{403BE842-08DA-449C-8451-E1B261B729ED}" dt="2025-06-16T13:36:33.856" v="9122" actId="47"/>
        <pc:sldMkLst>
          <pc:docMk/>
          <pc:sldMk cId="1767458701" sldId="4646"/>
        </pc:sldMkLst>
      </pc:sldChg>
      <pc:sldChg chg="addSp modSp add mod ord setBg">
        <pc:chgData name="Ronan Ogor" userId="473d6ea9-be06-4609-b78d-125cc115ecf4" providerId="ADAL" clId="{403BE842-08DA-449C-8451-E1B261B729ED}" dt="2025-06-16T13:37:09.339" v="9136"/>
        <pc:sldMkLst>
          <pc:docMk/>
          <pc:sldMk cId="1526411753" sldId="4722"/>
        </pc:sldMkLst>
      </pc:sldChg>
      <pc:sldChg chg="addSp delSp modSp add del mod ord">
        <pc:chgData name="Ronan Ogor" userId="473d6ea9-be06-4609-b78d-125cc115ecf4" providerId="ADAL" clId="{403BE842-08DA-449C-8451-E1B261B729ED}" dt="2025-06-16T14:00:05.436" v="9327" actId="47"/>
        <pc:sldMkLst>
          <pc:docMk/>
          <pc:sldMk cId="2397598811" sldId="4723"/>
        </pc:sldMkLst>
      </pc:sldChg>
      <pc:sldChg chg="addSp delSp modSp add mod delAnim">
        <pc:chgData name="Ronan Ogor" userId="473d6ea9-be06-4609-b78d-125cc115ecf4" providerId="ADAL" clId="{403BE842-08DA-449C-8451-E1B261B729ED}" dt="2025-06-24T08:02:46.879" v="12539" actId="14100"/>
        <pc:sldMkLst>
          <pc:docMk/>
          <pc:sldMk cId="3602957000" sldId="4724"/>
        </pc:sldMkLst>
      </pc:sldChg>
      <pc:sldChg chg="addSp delSp modSp add mod">
        <pc:chgData name="Ronan Ogor" userId="473d6ea9-be06-4609-b78d-125cc115ecf4" providerId="ADAL" clId="{403BE842-08DA-449C-8451-E1B261B729ED}" dt="2025-06-16T10:24:13.062" v="8587" actId="1076"/>
        <pc:sldMkLst>
          <pc:docMk/>
          <pc:sldMk cId="1760298796" sldId="4725"/>
        </pc:sldMkLst>
      </pc:sldChg>
      <pc:sldChg chg="modSp add del mod">
        <pc:chgData name="Ronan Ogor" userId="473d6ea9-be06-4609-b78d-125cc115ecf4" providerId="ADAL" clId="{403BE842-08DA-449C-8451-E1B261B729ED}" dt="2025-06-16T10:11:16.043" v="8540" actId="47"/>
        <pc:sldMkLst>
          <pc:docMk/>
          <pc:sldMk cId="2360781792" sldId="4726"/>
        </pc:sldMkLst>
      </pc:sldChg>
      <pc:sldChg chg="addSp delSp modSp add mod">
        <pc:chgData name="Ronan Ogor" userId="473d6ea9-be06-4609-b78d-125cc115ecf4" providerId="ADAL" clId="{403BE842-08DA-449C-8451-E1B261B729ED}" dt="2025-06-16T10:34:23.631" v="8753" actId="1076"/>
        <pc:sldMkLst>
          <pc:docMk/>
          <pc:sldMk cId="977893236" sldId="4727"/>
        </pc:sldMkLst>
      </pc:sldChg>
      <pc:sldChg chg="addSp delSp modSp add mod">
        <pc:chgData name="Ronan Ogor" userId="473d6ea9-be06-4609-b78d-125cc115ecf4" providerId="ADAL" clId="{403BE842-08DA-449C-8451-E1B261B729ED}" dt="2025-06-17T11:18:02.335" v="12538" actId="1076"/>
        <pc:sldMkLst>
          <pc:docMk/>
          <pc:sldMk cId="449510409" sldId="4728"/>
        </pc:sldMkLst>
      </pc:sldChg>
      <pc:sldChg chg="add del ord">
        <pc:chgData name="Ronan Ogor" userId="473d6ea9-be06-4609-b78d-125cc115ecf4" providerId="ADAL" clId="{403BE842-08DA-449C-8451-E1B261B729ED}" dt="2025-06-17T09:30:16.066" v="11864" actId="47"/>
        <pc:sldMkLst>
          <pc:docMk/>
          <pc:sldMk cId="820450570" sldId="4729"/>
        </pc:sldMkLst>
      </pc:sldChg>
      <pc:sldChg chg="add del">
        <pc:chgData name="Ronan Ogor" userId="473d6ea9-be06-4609-b78d-125cc115ecf4" providerId="ADAL" clId="{403BE842-08DA-449C-8451-E1B261B729ED}" dt="2025-06-17T09:52:29.936" v="12125" actId="47"/>
        <pc:sldMkLst>
          <pc:docMk/>
          <pc:sldMk cId="1434574647" sldId="4730"/>
        </pc:sldMkLst>
      </pc:sldChg>
      <pc:sldChg chg="addSp delSp modSp add mod">
        <pc:chgData name="Ronan Ogor" userId="473d6ea9-be06-4609-b78d-125cc115ecf4" providerId="ADAL" clId="{403BE842-08DA-449C-8451-E1B261B729ED}" dt="2025-06-16T13:43:24.832" v="9247" actId="1076"/>
        <pc:sldMkLst>
          <pc:docMk/>
          <pc:sldMk cId="3654409100" sldId="4731"/>
        </pc:sldMkLst>
      </pc:sldChg>
      <pc:sldChg chg="modSp add mod ord setBg">
        <pc:chgData name="Ronan Ogor" userId="473d6ea9-be06-4609-b78d-125cc115ecf4" providerId="ADAL" clId="{403BE842-08DA-449C-8451-E1B261B729ED}" dt="2025-06-17T08:44:50.163" v="11567"/>
        <pc:sldMkLst>
          <pc:docMk/>
          <pc:sldMk cId="137606414" sldId="4732"/>
        </pc:sldMkLst>
      </pc:sldChg>
      <pc:sldChg chg="modSp add mod ord">
        <pc:chgData name="Ronan Ogor" userId="473d6ea9-be06-4609-b78d-125cc115ecf4" providerId="ADAL" clId="{403BE842-08DA-449C-8451-E1B261B729ED}" dt="2025-06-17T08:39:38.204" v="11406"/>
        <pc:sldMkLst>
          <pc:docMk/>
          <pc:sldMk cId="2127086782" sldId="4733"/>
        </pc:sldMkLst>
      </pc:sldChg>
      <pc:sldChg chg="add del">
        <pc:chgData name="Ronan Ogor" userId="473d6ea9-be06-4609-b78d-125cc115ecf4" providerId="ADAL" clId="{403BE842-08DA-449C-8451-E1B261B729ED}" dt="2025-06-17T09:45:04.387" v="12028" actId="47"/>
        <pc:sldMkLst>
          <pc:docMk/>
          <pc:sldMk cId="1711065455" sldId="4734"/>
        </pc:sldMkLst>
      </pc:sldChg>
      <pc:sldChg chg="addSp delSp modSp add mod">
        <pc:chgData name="Ronan Ogor" userId="473d6ea9-be06-4609-b78d-125cc115ecf4" providerId="ADAL" clId="{403BE842-08DA-449C-8451-E1B261B729ED}" dt="2025-06-16T13:58:42.027" v="9311" actId="1076"/>
        <pc:sldMkLst>
          <pc:docMk/>
          <pc:sldMk cId="4057344888" sldId="4735"/>
        </pc:sldMkLst>
      </pc:sldChg>
      <pc:sldChg chg="addSp delSp modSp add mod">
        <pc:chgData name="Ronan Ogor" userId="473d6ea9-be06-4609-b78d-125cc115ecf4" providerId="ADAL" clId="{403BE842-08DA-449C-8451-E1B261B729ED}" dt="2025-06-16T13:59:59.723" v="9324" actId="1076"/>
        <pc:sldMkLst>
          <pc:docMk/>
          <pc:sldMk cId="2907485253" sldId="4736"/>
        </pc:sldMkLst>
      </pc:sldChg>
      <pc:sldChg chg="add ord">
        <pc:chgData name="Ronan Ogor" userId="473d6ea9-be06-4609-b78d-125cc115ecf4" providerId="ADAL" clId="{403BE842-08DA-449C-8451-E1B261B729ED}" dt="2025-06-16T14:00:02.839" v="9326"/>
        <pc:sldMkLst>
          <pc:docMk/>
          <pc:sldMk cId="216904730" sldId="4737"/>
        </pc:sldMkLst>
      </pc:sldChg>
      <pc:sldChg chg="modSp add mod">
        <pc:chgData name="Ronan Ogor" userId="473d6ea9-be06-4609-b78d-125cc115ecf4" providerId="ADAL" clId="{403BE842-08DA-449C-8451-E1B261B729ED}" dt="2025-06-16T14:01:34.768" v="9343" actId="20577"/>
        <pc:sldMkLst>
          <pc:docMk/>
          <pc:sldMk cId="4210415458" sldId="4738"/>
        </pc:sldMkLst>
      </pc:sldChg>
      <pc:sldChg chg="addSp delSp modSp add mod">
        <pc:chgData name="Ronan Ogor" userId="473d6ea9-be06-4609-b78d-125cc115ecf4" providerId="ADAL" clId="{403BE842-08DA-449C-8451-E1B261B729ED}" dt="2025-06-16T14:02:25.389" v="9349" actId="14100"/>
        <pc:sldMkLst>
          <pc:docMk/>
          <pc:sldMk cId="437158946" sldId="4739"/>
        </pc:sldMkLst>
      </pc:sldChg>
      <pc:sldChg chg="addSp delSp modSp add mod">
        <pc:chgData name="Ronan Ogor" userId="473d6ea9-be06-4609-b78d-125cc115ecf4" providerId="ADAL" clId="{403BE842-08DA-449C-8451-E1B261B729ED}" dt="2025-06-16T15:08:18.369" v="9844" actId="207"/>
        <pc:sldMkLst>
          <pc:docMk/>
          <pc:sldMk cId="980271215" sldId="4740"/>
        </pc:sldMkLst>
      </pc:sldChg>
      <pc:sldChg chg="addSp delSp modSp add mod">
        <pc:chgData name="Ronan Ogor" userId="473d6ea9-be06-4609-b78d-125cc115ecf4" providerId="ADAL" clId="{403BE842-08DA-449C-8451-E1B261B729ED}" dt="2025-06-16T14:43:34.965" v="9703" actId="207"/>
        <pc:sldMkLst>
          <pc:docMk/>
          <pc:sldMk cId="1472084475" sldId="4741"/>
        </pc:sldMkLst>
      </pc:sldChg>
      <pc:sldChg chg="addSp delSp modSp add mod">
        <pc:chgData name="Ronan Ogor" userId="473d6ea9-be06-4609-b78d-125cc115ecf4" providerId="ADAL" clId="{403BE842-08DA-449C-8451-E1B261B729ED}" dt="2025-06-16T15:19:48.526" v="10148" actId="207"/>
        <pc:sldMkLst>
          <pc:docMk/>
          <pc:sldMk cId="817820813" sldId="4742"/>
        </pc:sldMkLst>
      </pc:sldChg>
      <pc:sldChg chg="addSp delSp modSp add mod">
        <pc:chgData name="Ronan Ogor" userId="473d6ea9-be06-4609-b78d-125cc115ecf4" providerId="ADAL" clId="{403BE842-08DA-449C-8451-E1B261B729ED}" dt="2025-06-17T06:55:43.597" v="10507" actId="1076"/>
        <pc:sldMkLst>
          <pc:docMk/>
          <pc:sldMk cId="2292439443" sldId="4743"/>
        </pc:sldMkLst>
      </pc:sldChg>
      <pc:sldChg chg="addSp delSp modSp add mod ord">
        <pc:chgData name="Ronan Ogor" userId="473d6ea9-be06-4609-b78d-125cc115ecf4" providerId="ADAL" clId="{403BE842-08DA-449C-8451-E1B261B729ED}" dt="2025-06-17T08:02:29.649" v="11369" actId="1076"/>
        <pc:sldMkLst>
          <pc:docMk/>
          <pc:sldMk cId="1879767085" sldId="4744"/>
        </pc:sldMkLst>
      </pc:sldChg>
      <pc:sldChg chg="addSp delSp modSp add mod">
        <pc:chgData name="Ronan Ogor" userId="473d6ea9-be06-4609-b78d-125cc115ecf4" providerId="ADAL" clId="{403BE842-08DA-449C-8451-E1B261B729ED}" dt="2025-06-17T07:46:29.465" v="11060" actId="1076"/>
        <pc:sldMkLst>
          <pc:docMk/>
          <pc:sldMk cId="1997353347" sldId="4745"/>
        </pc:sldMkLst>
      </pc:sldChg>
      <pc:sldChg chg="addSp delSp modSp add mod">
        <pc:chgData name="Ronan Ogor" userId="473d6ea9-be06-4609-b78d-125cc115ecf4" providerId="ADAL" clId="{403BE842-08DA-449C-8451-E1B261B729ED}" dt="2025-06-17T08:40:19.935" v="11418" actId="1076"/>
        <pc:sldMkLst>
          <pc:docMk/>
          <pc:sldMk cId="3748940708" sldId="4746"/>
        </pc:sldMkLst>
      </pc:sldChg>
      <pc:sldChg chg="addSp delSp modSp add mod ord">
        <pc:chgData name="Ronan Ogor" userId="473d6ea9-be06-4609-b78d-125cc115ecf4" providerId="ADAL" clId="{403BE842-08DA-449C-8451-E1B261B729ED}" dt="2025-06-17T09:10:02.309" v="11641" actId="1076"/>
        <pc:sldMkLst>
          <pc:docMk/>
          <pc:sldMk cId="3362151440" sldId="4747"/>
        </pc:sldMkLst>
      </pc:sldChg>
      <pc:sldChg chg="delSp modSp add mod">
        <pc:chgData name="Ronan Ogor" userId="473d6ea9-be06-4609-b78d-125cc115ecf4" providerId="ADAL" clId="{403BE842-08DA-449C-8451-E1B261B729ED}" dt="2025-06-17T09:30:11.558" v="11863" actId="113"/>
        <pc:sldMkLst>
          <pc:docMk/>
          <pc:sldMk cId="3077350546" sldId="4748"/>
        </pc:sldMkLst>
      </pc:sldChg>
      <pc:sldChg chg="addSp modSp add mod">
        <pc:chgData name="Ronan Ogor" userId="473d6ea9-be06-4609-b78d-125cc115ecf4" providerId="ADAL" clId="{403BE842-08DA-449C-8451-E1B261B729ED}" dt="2025-06-17T09:34:30.300" v="11915" actId="1076"/>
        <pc:sldMkLst>
          <pc:docMk/>
          <pc:sldMk cId="1112466983" sldId="4749"/>
        </pc:sldMkLst>
      </pc:sldChg>
      <pc:sldChg chg="addSp delSp modSp add mod">
        <pc:chgData name="Ronan Ogor" userId="473d6ea9-be06-4609-b78d-125cc115ecf4" providerId="ADAL" clId="{403BE842-08DA-449C-8451-E1B261B729ED}" dt="2025-06-17T09:34:43.767" v="11919" actId="1076"/>
        <pc:sldMkLst>
          <pc:docMk/>
          <pc:sldMk cId="4101509713" sldId="4750"/>
        </pc:sldMkLst>
      </pc:sldChg>
      <pc:sldChg chg="delSp modSp add mod">
        <pc:chgData name="Ronan Ogor" userId="473d6ea9-be06-4609-b78d-125cc115ecf4" providerId="ADAL" clId="{403BE842-08DA-449C-8451-E1B261B729ED}" dt="2025-06-17T09:36:03.612" v="11943" actId="1076"/>
        <pc:sldMkLst>
          <pc:docMk/>
          <pc:sldMk cId="518205050" sldId="4751"/>
        </pc:sldMkLst>
      </pc:sldChg>
      <pc:sldChg chg="addSp delSp modSp add mod">
        <pc:chgData name="Ronan Ogor" userId="473d6ea9-be06-4609-b78d-125cc115ecf4" providerId="ADAL" clId="{403BE842-08DA-449C-8451-E1B261B729ED}" dt="2025-06-17T09:36:32.209" v="11948" actId="1076"/>
        <pc:sldMkLst>
          <pc:docMk/>
          <pc:sldMk cId="1434965778" sldId="4752"/>
        </pc:sldMkLst>
      </pc:sldChg>
      <pc:sldChg chg="modSp add mod">
        <pc:chgData name="Ronan Ogor" userId="473d6ea9-be06-4609-b78d-125cc115ecf4" providerId="ADAL" clId="{403BE842-08DA-449C-8451-E1B261B729ED}" dt="2025-06-17T09:39:29.121" v="11960" actId="113"/>
        <pc:sldMkLst>
          <pc:docMk/>
          <pc:sldMk cId="2787796222" sldId="4753"/>
        </pc:sldMkLst>
      </pc:sldChg>
      <pc:sldChg chg="addSp delSp modSp add mod">
        <pc:chgData name="Ronan Ogor" userId="473d6ea9-be06-4609-b78d-125cc115ecf4" providerId="ADAL" clId="{403BE842-08DA-449C-8451-E1B261B729ED}" dt="2025-06-17T09:40:02.327" v="11964" actId="1076"/>
        <pc:sldMkLst>
          <pc:docMk/>
          <pc:sldMk cId="826963184" sldId="4754"/>
        </pc:sldMkLst>
      </pc:sldChg>
      <pc:sldChg chg="addSp modSp add mod">
        <pc:chgData name="Ronan Ogor" userId="473d6ea9-be06-4609-b78d-125cc115ecf4" providerId="ADAL" clId="{403BE842-08DA-449C-8451-E1B261B729ED}" dt="2025-06-17T09:42:14.973" v="11991" actId="1076"/>
        <pc:sldMkLst>
          <pc:docMk/>
          <pc:sldMk cId="866787576" sldId="4755"/>
        </pc:sldMkLst>
      </pc:sldChg>
      <pc:sldChg chg="addSp delSp modSp add mod">
        <pc:chgData name="Ronan Ogor" userId="473d6ea9-be06-4609-b78d-125cc115ecf4" providerId="ADAL" clId="{403BE842-08DA-449C-8451-E1B261B729ED}" dt="2025-06-17T09:42:28.074" v="11995" actId="1076"/>
        <pc:sldMkLst>
          <pc:docMk/>
          <pc:sldMk cId="3164536255" sldId="4756"/>
        </pc:sldMkLst>
      </pc:sldChg>
      <pc:sldChg chg="addSp delSp modSp add mod">
        <pc:chgData name="Ronan Ogor" userId="473d6ea9-be06-4609-b78d-125cc115ecf4" providerId="ADAL" clId="{403BE842-08DA-449C-8451-E1B261B729ED}" dt="2025-06-17T09:43:54.480" v="12022" actId="1076"/>
        <pc:sldMkLst>
          <pc:docMk/>
          <pc:sldMk cId="4155362591" sldId="4757"/>
        </pc:sldMkLst>
      </pc:sldChg>
      <pc:sldChg chg="addSp delSp modSp add mod">
        <pc:chgData name="Ronan Ogor" userId="473d6ea9-be06-4609-b78d-125cc115ecf4" providerId="ADAL" clId="{403BE842-08DA-449C-8451-E1B261B729ED}" dt="2025-06-17T09:44:20.925" v="12026" actId="1076"/>
        <pc:sldMkLst>
          <pc:docMk/>
          <pc:sldMk cId="130386092" sldId="4758"/>
        </pc:sldMkLst>
      </pc:sldChg>
      <pc:sldChg chg="addSp delSp modSp add mod">
        <pc:chgData name="Ronan Ogor" userId="473d6ea9-be06-4609-b78d-125cc115ecf4" providerId="ADAL" clId="{403BE842-08DA-449C-8451-E1B261B729ED}" dt="2025-06-17T11:12:57.492" v="12495" actId="1076"/>
        <pc:sldMkLst>
          <pc:docMk/>
          <pc:sldMk cId="1084607511" sldId="4759"/>
        </pc:sldMkLst>
      </pc:sldChg>
      <pc:sldChg chg="addSp modSp add mod">
        <pc:chgData name="Ronan Ogor" userId="473d6ea9-be06-4609-b78d-125cc115ecf4" providerId="ADAL" clId="{403BE842-08DA-449C-8451-E1B261B729ED}" dt="2025-06-17T09:49:44.922" v="12102" actId="1076"/>
        <pc:sldMkLst>
          <pc:docMk/>
          <pc:sldMk cId="4169236079" sldId="4760"/>
        </pc:sldMkLst>
      </pc:sldChg>
      <pc:sldChg chg="addSp delSp modSp add mod">
        <pc:chgData name="Ronan Ogor" userId="473d6ea9-be06-4609-b78d-125cc115ecf4" providerId="ADAL" clId="{403BE842-08DA-449C-8451-E1B261B729ED}" dt="2025-06-17T09:50:01.793" v="12106" actId="1076"/>
        <pc:sldMkLst>
          <pc:docMk/>
          <pc:sldMk cId="2218206370" sldId="4761"/>
        </pc:sldMkLst>
      </pc:sldChg>
      <pc:sldChg chg="modSp add mod">
        <pc:chgData name="Ronan Ogor" userId="473d6ea9-be06-4609-b78d-125cc115ecf4" providerId="ADAL" clId="{403BE842-08DA-449C-8451-E1B261B729ED}" dt="2025-06-17T09:51:14.794" v="12119" actId="20577"/>
        <pc:sldMkLst>
          <pc:docMk/>
          <pc:sldMk cId="2412491547" sldId="4762"/>
        </pc:sldMkLst>
      </pc:sldChg>
      <pc:sldChg chg="addSp delSp modSp add mod">
        <pc:chgData name="Ronan Ogor" userId="473d6ea9-be06-4609-b78d-125cc115ecf4" providerId="ADAL" clId="{403BE842-08DA-449C-8451-E1B261B729ED}" dt="2025-06-17T09:51:24.715" v="12122"/>
        <pc:sldMkLst>
          <pc:docMk/>
          <pc:sldMk cId="159786900" sldId="4763"/>
        </pc:sldMkLst>
      </pc:sldChg>
      <pc:sldChg chg="add del">
        <pc:chgData name="Ronan Ogor" userId="473d6ea9-be06-4609-b78d-125cc115ecf4" providerId="ADAL" clId="{403BE842-08DA-449C-8451-E1B261B729ED}" dt="2025-06-17T09:52:28.146" v="12124" actId="47"/>
        <pc:sldMkLst>
          <pc:docMk/>
          <pc:sldMk cId="4060931401" sldId="4764"/>
        </pc:sldMkLst>
      </pc:sldChg>
    </pc:docChg>
  </pc:docChgLst>
  <pc:docChgLst>
    <pc:chgData name="Ronan Ogor" userId="473d6ea9-be06-4609-b78d-125cc115ecf4" providerId="ADAL" clId="{8572432F-DAC5-4285-9A6A-B41C04DFC114}"/>
    <pc:docChg chg="undo custSel addSld delSld modSld sldOrd">
      <pc:chgData name="Ronan Ogor" userId="473d6ea9-be06-4609-b78d-125cc115ecf4" providerId="ADAL" clId="{8572432F-DAC5-4285-9A6A-B41C04DFC114}" dt="2025-04-27T06:12:47.681" v="1073" actId="208"/>
      <pc:docMkLst>
        <pc:docMk/>
      </pc:docMkLst>
      <pc:sldChg chg="addSp delSp modSp add mod setBg">
        <pc:chgData name="Ronan Ogor" userId="473d6ea9-be06-4609-b78d-125cc115ecf4" providerId="ADAL" clId="{8572432F-DAC5-4285-9A6A-B41C04DFC114}" dt="2025-04-26T13:00:04.619" v="107" actId="1076"/>
        <pc:sldMkLst>
          <pc:docMk/>
          <pc:sldMk cId="0" sldId="261"/>
        </pc:sldMkLst>
      </pc:sldChg>
      <pc:sldChg chg="modSp mod">
        <pc:chgData name="Ronan Ogor" userId="473d6ea9-be06-4609-b78d-125cc115ecf4" providerId="ADAL" clId="{8572432F-DAC5-4285-9A6A-B41C04DFC114}" dt="2025-04-27T06:10:47.060" v="1054" actId="1076"/>
        <pc:sldMkLst>
          <pc:docMk/>
          <pc:sldMk cId="2352133627" sldId="264"/>
        </pc:sldMkLst>
      </pc:sldChg>
      <pc:sldChg chg="modSp mod">
        <pc:chgData name="Ronan Ogor" userId="473d6ea9-be06-4609-b78d-125cc115ecf4" providerId="ADAL" clId="{8572432F-DAC5-4285-9A6A-B41C04DFC114}" dt="2025-04-27T06:10:54.439" v="1056" actId="113"/>
        <pc:sldMkLst>
          <pc:docMk/>
          <pc:sldMk cId="3801260251" sldId="265"/>
        </pc:sldMkLst>
      </pc:sldChg>
      <pc:sldChg chg="modSp mod">
        <pc:chgData name="Ronan Ogor" userId="473d6ea9-be06-4609-b78d-125cc115ecf4" providerId="ADAL" clId="{8572432F-DAC5-4285-9A6A-B41C04DFC114}" dt="2025-04-27T06:12:08.366" v="1068" actId="1076"/>
        <pc:sldMkLst>
          <pc:docMk/>
          <pc:sldMk cId="3622077414" sldId="266"/>
        </pc:sldMkLst>
      </pc:sldChg>
      <pc:sldChg chg="modSp mod">
        <pc:chgData name="Ronan Ogor" userId="473d6ea9-be06-4609-b78d-125cc115ecf4" providerId="ADAL" clId="{8572432F-DAC5-4285-9A6A-B41C04DFC114}" dt="2025-04-27T06:11:32.343" v="1063" actId="1076"/>
        <pc:sldMkLst>
          <pc:docMk/>
          <pc:sldMk cId="1819900342" sldId="267"/>
        </pc:sldMkLst>
      </pc:sldChg>
      <pc:sldChg chg="addSp modSp mod">
        <pc:chgData name="Ronan Ogor" userId="473d6ea9-be06-4609-b78d-125cc115ecf4" providerId="ADAL" clId="{8572432F-DAC5-4285-9A6A-B41C04DFC114}" dt="2025-04-27T06:11:53.894" v="1064" actId="571"/>
        <pc:sldMkLst>
          <pc:docMk/>
          <pc:sldMk cId="359739047" sldId="268"/>
        </pc:sldMkLst>
      </pc:sldChg>
      <pc:sldChg chg="modSp add mod">
        <pc:chgData name="Ronan Ogor" userId="473d6ea9-be06-4609-b78d-125cc115ecf4" providerId="ADAL" clId="{8572432F-DAC5-4285-9A6A-B41C04DFC114}" dt="2025-04-27T05:15:58.793" v="582" actId="1076"/>
        <pc:sldMkLst>
          <pc:docMk/>
          <pc:sldMk cId="381353966" sldId="294"/>
        </pc:sldMkLst>
        <pc:spChg chg="mod">
          <ac:chgData name="Ronan Ogor" userId="473d6ea9-be06-4609-b78d-125cc115ecf4" providerId="ADAL" clId="{8572432F-DAC5-4285-9A6A-B41C04DFC114}" dt="2025-04-26T13:04:03.008" v="201" actId="1076"/>
          <ac:spMkLst>
            <pc:docMk/>
            <pc:sldMk cId="381353966" sldId="294"/>
            <ac:spMk id="2" creationId="{46AA968E-803C-41CB-84DE-C020829A543A}"/>
          </ac:spMkLst>
        </pc:spChg>
        <pc:spChg chg="mod">
          <ac:chgData name="Ronan Ogor" userId="473d6ea9-be06-4609-b78d-125cc115ecf4" providerId="ADAL" clId="{8572432F-DAC5-4285-9A6A-B41C04DFC114}" dt="2025-04-27T05:15:58.793" v="582" actId="1076"/>
          <ac:spMkLst>
            <pc:docMk/>
            <pc:sldMk cId="381353966" sldId="294"/>
            <ac:spMk id="8" creationId="{47525548-CEDF-4A00-862D-E2069FE28934}"/>
          </ac:spMkLst>
        </pc:spChg>
      </pc:sldChg>
      <pc:sldChg chg="addSp delSp modSp add mod">
        <pc:chgData name="Ronan Ogor" userId="473d6ea9-be06-4609-b78d-125cc115ecf4" providerId="ADAL" clId="{8572432F-DAC5-4285-9A6A-B41C04DFC114}" dt="2025-04-27T05:49:07.391" v="846" actId="1076"/>
        <pc:sldMkLst>
          <pc:docMk/>
          <pc:sldMk cId="2166324476" sldId="343"/>
        </pc:sldMkLst>
      </pc:sldChg>
      <pc:sldChg chg="addSp modSp add mod modAnim">
        <pc:chgData name="Ronan Ogor" userId="473d6ea9-be06-4609-b78d-125cc115ecf4" providerId="ADAL" clId="{8572432F-DAC5-4285-9A6A-B41C04DFC114}" dt="2025-04-27T05:52:54.032" v="947"/>
        <pc:sldMkLst>
          <pc:docMk/>
          <pc:sldMk cId="2073619114" sldId="346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650101835" sldId="406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1999760236" sldId="416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4086889886" sldId="417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2311653859" sldId="418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4272490809" sldId="419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4290480820" sldId="423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1538871621" sldId="424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356060184" sldId="429"/>
        </pc:sldMkLst>
      </pc:sldChg>
      <pc:sldChg chg="del">
        <pc:chgData name="Ronan Ogor" userId="473d6ea9-be06-4609-b78d-125cc115ecf4" providerId="ADAL" clId="{8572432F-DAC5-4285-9A6A-B41C04DFC114}" dt="2025-04-27T05:31:30.402" v="583" actId="47"/>
        <pc:sldMkLst>
          <pc:docMk/>
          <pc:sldMk cId="2709603507" sldId="431"/>
        </pc:sldMkLst>
      </pc:sldChg>
      <pc:sldChg chg="del">
        <pc:chgData name="Ronan Ogor" userId="473d6ea9-be06-4609-b78d-125cc115ecf4" providerId="ADAL" clId="{8572432F-DAC5-4285-9A6A-B41C04DFC114}" dt="2025-04-27T05:31:39.439" v="584" actId="47"/>
        <pc:sldMkLst>
          <pc:docMk/>
          <pc:sldMk cId="2497516509" sldId="432"/>
        </pc:sldMkLst>
      </pc:sldChg>
      <pc:sldChg chg="modSp mod">
        <pc:chgData name="Ronan Ogor" userId="473d6ea9-be06-4609-b78d-125cc115ecf4" providerId="ADAL" clId="{8572432F-DAC5-4285-9A6A-B41C04DFC114}" dt="2025-04-27T05:14:50.681" v="570" actId="208"/>
        <pc:sldMkLst>
          <pc:docMk/>
          <pc:sldMk cId="3381154430" sldId="564"/>
        </pc:sldMkLst>
      </pc:sldChg>
      <pc:sldChg chg="addSp delSp modSp add mod setBg">
        <pc:chgData name="Ronan Ogor" userId="473d6ea9-be06-4609-b78d-125cc115ecf4" providerId="ADAL" clId="{8572432F-DAC5-4285-9A6A-B41C04DFC114}" dt="2025-04-26T12:59:41.286" v="102" actId="1076"/>
        <pc:sldMkLst>
          <pc:docMk/>
          <pc:sldMk cId="2315554891" sldId="572"/>
        </pc:sldMkLst>
      </pc:sldChg>
      <pc:sldChg chg="addSp modSp mod">
        <pc:chgData name="Ronan Ogor" userId="473d6ea9-be06-4609-b78d-125cc115ecf4" providerId="ADAL" clId="{8572432F-DAC5-4285-9A6A-B41C04DFC114}" dt="2025-04-27T05:14:28.025" v="564" actId="1076"/>
        <pc:sldMkLst>
          <pc:docMk/>
          <pc:sldMk cId="1011122087" sldId="590"/>
        </pc:sldMkLst>
      </pc:sldChg>
      <pc:sldChg chg="addSp delSp modSp mod ord">
        <pc:chgData name="Ronan Ogor" userId="473d6ea9-be06-4609-b78d-125cc115ecf4" providerId="ADAL" clId="{8572432F-DAC5-4285-9A6A-B41C04DFC114}" dt="2025-04-27T05:43:55.445" v="730" actId="1076"/>
        <pc:sldMkLst>
          <pc:docMk/>
          <pc:sldMk cId="292064523" sldId="591"/>
        </pc:sldMkLst>
      </pc:sldChg>
      <pc:sldChg chg="modSp mod">
        <pc:chgData name="Ronan Ogor" userId="473d6ea9-be06-4609-b78d-125cc115ecf4" providerId="ADAL" clId="{8572432F-DAC5-4285-9A6A-B41C04DFC114}" dt="2025-04-27T05:44:17.789" v="737" actId="1076"/>
        <pc:sldMkLst>
          <pc:docMk/>
          <pc:sldMk cId="3970265535" sldId="4551"/>
        </pc:sldMkLst>
      </pc:sldChg>
      <pc:sldChg chg="addSp delSp modSp mod modAnim">
        <pc:chgData name="Ronan Ogor" userId="473d6ea9-be06-4609-b78d-125cc115ecf4" providerId="ADAL" clId="{8572432F-DAC5-4285-9A6A-B41C04DFC114}" dt="2025-04-27T05:43:33.722" v="714" actId="1076"/>
        <pc:sldMkLst>
          <pc:docMk/>
          <pc:sldMk cId="1165554107" sldId="4562"/>
        </pc:sldMkLst>
      </pc:sldChg>
      <pc:sldChg chg="del">
        <pc:chgData name="Ronan Ogor" userId="473d6ea9-be06-4609-b78d-125cc115ecf4" providerId="ADAL" clId="{8572432F-DAC5-4285-9A6A-B41C04DFC114}" dt="2025-04-26T12:49:50.222" v="48" actId="47"/>
        <pc:sldMkLst>
          <pc:docMk/>
          <pc:sldMk cId="4159439312" sldId="4563"/>
        </pc:sldMkLst>
      </pc:sldChg>
      <pc:sldChg chg="modSp del mod">
        <pc:chgData name="Ronan Ogor" userId="473d6ea9-be06-4609-b78d-125cc115ecf4" providerId="ADAL" clId="{8572432F-DAC5-4285-9A6A-B41C04DFC114}" dt="2025-04-26T12:50:10.667" v="97" actId="47"/>
        <pc:sldMkLst>
          <pc:docMk/>
          <pc:sldMk cId="1192871561" sldId="4565"/>
        </pc:sldMkLst>
      </pc:sldChg>
      <pc:sldChg chg="modSp mod">
        <pc:chgData name="Ronan Ogor" userId="473d6ea9-be06-4609-b78d-125cc115ecf4" providerId="ADAL" clId="{8572432F-DAC5-4285-9A6A-B41C04DFC114}" dt="2025-04-27T06:06:51.977" v="996" actId="1076"/>
        <pc:sldMkLst>
          <pc:docMk/>
          <pc:sldMk cId="1948772146" sldId="4566"/>
        </pc:sldMkLst>
      </pc:sldChg>
      <pc:sldChg chg="del">
        <pc:chgData name="Ronan Ogor" userId="473d6ea9-be06-4609-b78d-125cc115ecf4" providerId="ADAL" clId="{8572432F-DAC5-4285-9A6A-B41C04DFC114}" dt="2025-04-27T05:08:07.261" v="504" actId="47"/>
        <pc:sldMkLst>
          <pc:docMk/>
          <pc:sldMk cId="2387452750" sldId="4567"/>
        </pc:sldMkLst>
      </pc:sldChg>
      <pc:sldChg chg="del ord">
        <pc:chgData name="Ronan Ogor" userId="473d6ea9-be06-4609-b78d-125cc115ecf4" providerId="ADAL" clId="{8572432F-DAC5-4285-9A6A-B41C04DFC114}" dt="2025-04-27T05:43:38.222" v="715" actId="47"/>
        <pc:sldMkLst>
          <pc:docMk/>
          <pc:sldMk cId="43566097" sldId="4569"/>
        </pc:sldMkLst>
      </pc:sldChg>
      <pc:sldChg chg="modSp mod">
        <pc:chgData name="Ronan Ogor" userId="473d6ea9-be06-4609-b78d-125cc115ecf4" providerId="ADAL" clId="{8572432F-DAC5-4285-9A6A-B41C04DFC114}" dt="2025-04-27T06:12:47.681" v="1073" actId="208"/>
        <pc:sldMkLst>
          <pc:docMk/>
          <pc:sldMk cId="3296563835" sldId="4572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4032487047" sldId="4574"/>
        </pc:sldMkLst>
      </pc:sldChg>
      <pc:sldChg chg="modSp mod">
        <pc:chgData name="Ronan Ogor" userId="473d6ea9-be06-4609-b78d-125cc115ecf4" providerId="ADAL" clId="{8572432F-DAC5-4285-9A6A-B41C04DFC114}" dt="2025-04-27T05:09:01.908" v="508" actId="113"/>
        <pc:sldMkLst>
          <pc:docMk/>
          <pc:sldMk cId="2995367704" sldId="4576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1032452249" sldId="4577"/>
        </pc:sldMkLst>
      </pc:sldChg>
      <pc:sldChg chg="del">
        <pc:chgData name="Ronan Ogor" userId="473d6ea9-be06-4609-b78d-125cc115ecf4" providerId="ADAL" clId="{8572432F-DAC5-4285-9A6A-B41C04DFC114}" dt="2025-04-27T05:32:16.528" v="585" actId="47"/>
        <pc:sldMkLst>
          <pc:docMk/>
          <pc:sldMk cId="3762726955" sldId="4578"/>
        </pc:sldMkLst>
      </pc:sldChg>
      <pc:sldChg chg="delSp modSp add mod">
        <pc:chgData name="Ronan Ogor" userId="473d6ea9-be06-4609-b78d-125cc115ecf4" providerId="ADAL" clId="{8572432F-DAC5-4285-9A6A-B41C04DFC114}" dt="2025-04-26T12:48:23.733" v="10" actId="478"/>
        <pc:sldMkLst>
          <pc:docMk/>
          <pc:sldMk cId="0" sldId="4579"/>
        </pc:sldMkLst>
        <pc:spChg chg="mod">
          <ac:chgData name="Ronan Ogor" userId="473d6ea9-be06-4609-b78d-125cc115ecf4" providerId="ADAL" clId="{8572432F-DAC5-4285-9A6A-B41C04DFC114}" dt="2025-04-26T12:48:21.710" v="9" actId="1076"/>
          <ac:spMkLst>
            <pc:docMk/>
            <pc:sldMk cId="0" sldId="4579"/>
            <ac:spMk id="91" creationId="{00000000-0000-0000-0000-000000000000}"/>
          </ac:spMkLst>
        </pc:spChg>
      </pc:sldChg>
    </pc:docChg>
  </pc:docChgLst>
  <pc:docChgLst>
    <pc:chgData name="Ronan Ogor" userId="473d6ea9-be06-4609-b78d-125cc115ecf4" providerId="ADAL" clId="{B37DBE06-60B1-490B-8536-C4820F00D834}"/>
    <pc:docChg chg="undo custSel addSld delSld modSld sldOrd">
      <pc:chgData name="Ronan Ogor" userId="473d6ea9-be06-4609-b78d-125cc115ecf4" providerId="ADAL" clId="{B37DBE06-60B1-490B-8536-C4820F00D834}" dt="2025-06-07T07:06:19.283" v="6103" actId="1076"/>
      <pc:docMkLst>
        <pc:docMk/>
      </pc:docMkLst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4215582493" sldId="256"/>
        </pc:sldMkLst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0" sldId="261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2352133627" sldId="264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801260251" sldId="265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622077414" sldId="266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819900342" sldId="267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59739047" sldId="268"/>
        </pc:sldMkLst>
      </pc:sldChg>
      <pc:sldChg chg="addSp modSp mod">
        <pc:chgData name="Ronan Ogor" userId="473d6ea9-be06-4609-b78d-125cc115ecf4" providerId="ADAL" clId="{B37DBE06-60B1-490B-8536-C4820F00D834}" dt="2025-06-05T03:29:12.248" v="1909" actId="14100"/>
        <pc:sldMkLst>
          <pc:docMk/>
          <pc:sldMk cId="381353966" sldId="294"/>
        </pc:sldMkLst>
        <pc:spChg chg="mod">
          <ac:chgData name="Ronan Ogor" userId="473d6ea9-be06-4609-b78d-125cc115ecf4" providerId="ADAL" clId="{B37DBE06-60B1-490B-8536-C4820F00D834}" dt="2025-06-05T03:28:41.222" v="1893" actId="404"/>
          <ac:spMkLst>
            <pc:docMk/>
            <pc:sldMk cId="381353966" sldId="294"/>
            <ac:spMk id="2" creationId="{46AA968E-803C-41CB-84DE-C020829A543A}"/>
          </ac:spMkLst>
        </pc:spChg>
        <pc:spChg chg="mod">
          <ac:chgData name="Ronan Ogor" userId="473d6ea9-be06-4609-b78d-125cc115ecf4" providerId="ADAL" clId="{B37DBE06-60B1-490B-8536-C4820F00D834}" dt="2025-06-03T16:09:03.251" v="749" actId="1076"/>
          <ac:spMkLst>
            <pc:docMk/>
            <pc:sldMk cId="381353966" sldId="294"/>
            <ac:spMk id="8" creationId="{47525548-CEDF-4A00-862D-E2069FE28934}"/>
          </ac:spMkLst>
        </pc:spChg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2166324476" sldId="343"/>
        </pc:sldMkLst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2073619114" sldId="346"/>
        </pc:sldMkLst>
      </pc:sldChg>
      <pc:sldChg chg="del">
        <pc:chgData name="Ronan Ogor" userId="473d6ea9-be06-4609-b78d-125cc115ecf4" providerId="ADAL" clId="{B37DBE06-60B1-490B-8536-C4820F00D834}" dt="2025-06-05T04:33:57.903" v="2869" actId="47"/>
        <pc:sldMkLst>
          <pc:docMk/>
          <pc:sldMk cId="3371932055" sldId="414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381154430" sldId="564"/>
        </pc:sldMkLst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0" sldId="566"/>
        </pc:sldMkLst>
      </pc:sldChg>
      <pc:sldChg chg="del">
        <pc:chgData name="Ronan Ogor" userId="473d6ea9-be06-4609-b78d-125cc115ecf4" providerId="ADAL" clId="{B37DBE06-60B1-490B-8536-C4820F00D834}" dt="2025-06-03T15:29:26.779" v="46" actId="47"/>
        <pc:sldMkLst>
          <pc:docMk/>
          <pc:sldMk cId="2315554891" sldId="572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011122087" sldId="590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292064523" sldId="591"/>
        </pc:sldMkLst>
      </pc:sldChg>
      <pc:sldChg chg="add del">
        <pc:chgData name="Ronan Ogor" userId="473d6ea9-be06-4609-b78d-125cc115ecf4" providerId="ADAL" clId="{B37DBE06-60B1-490B-8536-C4820F00D834}" dt="2025-06-07T05:13:56.417" v="4451" actId="47"/>
        <pc:sldMkLst>
          <pc:docMk/>
          <pc:sldMk cId="3026633281" sldId="636"/>
        </pc:sldMkLst>
      </pc:sldChg>
      <pc:sldChg chg="addSp delSp modSp mod">
        <pc:chgData name="Ronan Ogor" userId="473d6ea9-be06-4609-b78d-125cc115ecf4" providerId="ADAL" clId="{B37DBE06-60B1-490B-8536-C4820F00D834}" dt="2025-06-07T04:43:31.544" v="3994" actId="1076"/>
        <pc:sldMkLst>
          <pc:docMk/>
          <pc:sldMk cId="0" sldId="4549"/>
        </pc:sldMkLst>
        <pc:spChg chg="mod">
          <ac:chgData name="Ronan Ogor" userId="473d6ea9-be06-4609-b78d-125cc115ecf4" providerId="ADAL" clId="{B37DBE06-60B1-490B-8536-C4820F00D834}" dt="2025-06-07T04:43:31.544" v="3994" actId="1076"/>
          <ac:spMkLst>
            <pc:docMk/>
            <pc:sldMk cId="0" sldId="4549"/>
            <ac:spMk id="120" creationId="{00000000-0000-0000-0000-000000000000}"/>
          </ac:spMkLst>
        </pc:spChg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970265535" sldId="4551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68030756" sldId="4553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166333537" sldId="4554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317266634" sldId="4556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4284521215" sldId="4557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766346674" sldId="4558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959295687" sldId="4559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670357982" sldId="4560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457955677" sldId="4561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1165554107" sldId="4562"/>
        </pc:sldMkLst>
      </pc:sldChg>
      <pc:sldChg chg="addSp delSp modSp mod">
        <pc:chgData name="Ronan Ogor" userId="473d6ea9-be06-4609-b78d-125cc115ecf4" providerId="ADAL" clId="{B37DBE06-60B1-490B-8536-C4820F00D834}" dt="2025-06-07T04:44:08.183" v="3997"/>
        <pc:sldMkLst>
          <pc:docMk/>
          <pc:sldMk cId="3328649386" sldId="4564"/>
        </pc:sldMkLst>
      </pc:sldChg>
      <pc:sldChg chg="addSp modSp mod">
        <pc:chgData name="Ronan Ogor" userId="473d6ea9-be06-4609-b78d-125cc115ecf4" providerId="ADAL" clId="{B37DBE06-60B1-490B-8536-C4820F00D834}" dt="2025-06-04T08:53:44.129" v="1511" actId="1076"/>
        <pc:sldMkLst>
          <pc:docMk/>
          <pc:sldMk cId="1948772146" sldId="4566"/>
        </pc:sldMkLst>
      </pc:sldChg>
      <pc:sldChg chg="modSp del mod">
        <pc:chgData name="Ronan Ogor" userId="473d6ea9-be06-4609-b78d-125cc115ecf4" providerId="ADAL" clId="{B37DBE06-60B1-490B-8536-C4820F00D834}" dt="2025-06-05T04:33:57.903" v="2869" actId="47"/>
        <pc:sldMkLst>
          <pc:docMk/>
          <pc:sldMk cId="1925073938" sldId="4570"/>
        </pc:sldMkLst>
      </pc:sldChg>
      <pc:sldChg chg="del">
        <pc:chgData name="Ronan Ogor" userId="473d6ea9-be06-4609-b78d-125cc115ecf4" providerId="ADAL" clId="{B37DBE06-60B1-490B-8536-C4820F00D834}" dt="2025-06-05T04:33:57.903" v="2869" actId="47"/>
        <pc:sldMkLst>
          <pc:docMk/>
          <pc:sldMk cId="817121034" sldId="4571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3296563835" sldId="4572"/>
        </pc:sldMkLst>
      </pc:sldChg>
      <pc:sldChg chg="del">
        <pc:chgData name="Ronan Ogor" userId="473d6ea9-be06-4609-b78d-125cc115ecf4" providerId="ADAL" clId="{B37DBE06-60B1-490B-8536-C4820F00D834}" dt="2025-06-05T04:33:57.903" v="2869" actId="47"/>
        <pc:sldMkLst>
          <pc:docMk/>
          <pc:sldMk cId="4181473400" sldId="4573"/>
        </pc:sldMkLst>
      </pc:sldChg>
      <pc:sldChg chg="del">
        <pc:chgData name="Ronan Ogor" userId="473d6ea9-be06-4609-b78d-125cc115ecf4" providerId="ADAL" clId="{B37DBE06-60B1-490B-8536-C4820F00D834}" dt="2025-06-04T08:55:07.273" v="1541" actId="47"/>
        <pc:sldMkLst>
          <pc:docMk/>
          <pc:sldMk cId="1837073333" sldId="4575"/>
        </pc:sldMkLst>
      </pc:sldChg>
      <pc:sldChg chg="del">
        <pc:chgData name="Ronan Ogor" userId="473d6ea9-be06-4609-b78d-125cc115ecf4" providerId="ADAL" clId="{B37DBE06-60B1-490B-8536-C4820F00D834}" dt="2025-06-04T08:41:27.929" v="1177" actId="47"/>
        <pc:sldMkLst>
          <pc:docMk/>
          <pc:sldMk cId="2995367704" sldId="4576"/>
        </pc:sldMkLst>
      </pc:sldChg>
      <pc:sldChg chg="addSp delSp modSp mod">
        <pc:chgData name="Ronan Ogor" userId="473d6ea9-be06-4609-b78d-125cc115ecf4" providerId="ADAL" clId="{B37DBE06-60B1-490B-8536-C4820F00D834}" dt="2025-06-03T15:29:18.778" v="45" actId="1076"/>
        <pc:sldMkLst>
          <pc:docMk/>
          <pc:sldMk cId="0" sldId="4579"/>
        </pc:sldMkLst>
        <pc:spChg chg="mod">
          <ac:chgData name="Ronan Ogor" userId="473d6ea9-be06-4609-b78d-125cc115ecf4" providerId="ADAL" clId="{B37DBE06-60B1-490B-8536-C4820F00D834}" dt="2025-06-03T15:29:14.648" v="43" actId="207"/>
          <ac:spMkLst>
            <pc:docMk/>
            <pc:sldMk cId="0" sldId="4579"/>
            <ac:spMk id="89" creationId="{00000000-0000-0000-0000-000000000000}"/>
          </ac:spMkLst>
        </pc:spChg>
      </pc:sldChg>
      <pc:sldChg chg="addSp delSp modSp new mod modAnim">
        <pc:chgData name="Ronan Ogor" userId="473d6ea9-be06-4609-b78d-125cc115ecf4" providerId="ADAL" clId="{B37DBE06-60B1-490B-8536-C4820F00D834}" dt="2025-06-04T08:53:56.816" v="1512" actId="1076"/>
        <pc:sldMkLst>
          <pc:docMk/>
          <pc:sldMk cId="3343501504" sldId="4580"/>
        </pc:sldMkLst>
      </pc:sldChg>
      <pc:sldChg chg="addSp delSp modSp add mod modAnim">
        <pc:chgData name="Ronan Ogor" userId="473d6ea9-be06-4609-b78d-125cc115ecf4" providerId="ADAL" clId="{B37DBE06-60B1-490B-8536-C4820F00D834}" dt="2025-06-04T08:54:00.036" v="1514" actId="478"/>
        <pc:sldMkLst>
          <pc:docMk/>
          <pc:sldMk cId="1236426333" sldId="4581"/>
        </pc:sldMkLst>
      </pc:sldChg>
      <pc:sldChg chg="addSp delSp modSp add mod">
        <pc:chgData name="Ronan Ogor" userId="473d6ea9-be06-4609-b78d-125cc115ecf4" providerId="ADAL" clId="{B37DBE06-60B1-490B-8536-C4820F00D834}" dt="2025-06-07T06:55:45.505" v="5806" actId="14100"/>
        <pc:sldMkLst>
          <pc:docMk/>
          <pc:sldMk cId="0" sldId="4582"/>
        </pc:sldMkLst>
      </pc:sldChg>
      <pc:sldChg chg="addSp delSp modSp new mod setBg">
        <pc:chgData name="Ronan Ogor" userId="473d6ea9-be06-4609-b78d-125cc115ecf4" providerId="ADAL" clId="{B37DBE06-60B1-490B-8536-C4820F00D834}" dt="2025-06-07T04:41:06.384" v="3950" actId="6549"/>
        <pc:sldMkLst>
          <pc:docMk/>
          <pc:sldMk cId="3662263730" sldId="4583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87027135" sldId="4584"/>
        </pc:sldMkLst>
      </pc:sldChg>
      <pc:sldChg chg="add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4091423166" sldId="4585"/>
        </pc:sldMkLst>
      </pc:sldChg>
      <pc:sldChg chg="add del">
        <pc:chgData name="Ronan Ogor" userId="473d6ea9-be06-4609-b78d-125cc115ecf4" providerId="ADAL" clId="{B37DBE06-60B1-490B-8536-C4820F00D834}" dt="2025-06-07T03:46:15.160" v="3109" actId="47"/>
        <pc:sldMkLst>
          <pc:docMk/>
          <pc:sldMk cId="1568325183" sldId="4586"/>
        </pc:sldMkLst>
      </pc:sldChg>
      <pc:sldChg chg="add del">
        <pc:chgData name="Ronan Ogor" userId="473d6ea9-be06-4609-b78d-125cc115ecf4" providerId="ADAL" clId="{B37DBE06-60B1-490B-8536-C4820F00D834}" dt="2025-06-07T03:46:11.259" v="3108" actId="47"/>
        <pc:sldMkLst>
          <pc:docMk/>
          <pc:sldMk cId="3271625153" sldId="4587"/>
        </pc:sldMkLst>
      </pc:sldChg>
      <pc:sldChg chg="addSp delSp modSp new mod">
        <pc:chgData name="Ronan Ogor" userId="473d6ea9-be06-4609-b78d-125cc115ecf4" providerId="ADAL" clId="{B37DBE06-60B1-490B-8536-C4820F00D834}" dt="2025-06-05T01:57:07.525" v="1826" actId="1076"/>
        <pc:sldMkLst>
          <pc:docMk/>
          <pc:sldMk cId="861721776" sldId="4588"/>
        </pc:sldMkLst>
      </pc:sldChg>
      <pc:sldChg chg="addSp delSp modSp add mod modAnim">
        <pc:chgData name="Ronan Ogor" userId="473d6ea9-be06-4609-b78d-125cc115ecf4" providerId="ADAL" clId="{B37DBE06-60B1-490B-8536-C4820F00D834}" dt="2025-06-07T07:02:29.212" v="5904"/>
        <pc:sldMkLst>
          <pc:docMk/>
          <pc:sldMk cId="2425655690" sldId="4589"/>
        </pc:sldMkLst>
      </pc:sldChg>
      <pc:sldChg chg="addSp delSp modSp add mod delAnim modAnim">
        <pc:chgData name="Ronan Ogor" userId="473d6ea9-be06-4609-b78d-125cc115ecf4" providerId="ADAL" clId="{B37DBE06-60B1-490B-8536-C4820F00D834}" dt="2025-06-07T07:03:04.557" v="5907" actId="1076"/>
        <pc:sldMkLst>
          <pc:docMk/>
          <pc:sldMk cId="3388518053" sldId="4590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3647061615" sldId="4591"/>
        </pc:sldMkLst>
      </pc:sldChg>
      <pc:sldChg chg="addSp modSp add del mod">
        <pc:chgData name="Ronan Ogor" userId="473d6ea9-be06-4609-b78d-125cc115ecf4" providerId="ADAL" clId="{B37DBE06-60B1-490B-8536-C4820F00D834}" dt="2025-06-04T09:32:38.913" v="1766" actId="47"/>
        <pc:sldMkLst>
          <pc:docMk/>
          <pc:sldMk cId="3638168198" sldId="4592"/>
        </pc:sldMkLst>
      </pc:sldChg>
      <pc:sldChg chg="modSp add mod ord">
        <pc:chgData name="Ronan Ogor" userId="473d6ea9-be06-4609-b78d-125cc115ecf4" providerId="ADAL" clId="{B37DBE06-60B1-490B-8536-C4820F00D834}" dt="2025-06-07T04:36:05.819" v="3563"/>
        <pc:sldMkLst>
          <pc:docMk/>
          <pc:sldMk cId="3309402344" sldId="4593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4222151610" sldId="4594"/>
        </pc:sldMkLst>
      </pc:sldChg>
      <pc:sldChg chg="addSp delSp modSp add del mod">
        <pc:chgData name="Ronan Ogor" userId="473d6ea9-be06-4609-b78d-125cc115ecf4" providerId="ADAL" clId="{B37DBE06-60B1-490B-8536-C4820F00D834}" dt="2025-06-05T03:37:22.062" v="2043" actId="47"/>
        <pc:sldMkLst>
          <pc:docMk/>
          <pc:sldMk cId="3621011566" sldId="4595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3075273277" sldId="4596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269556159" sldId="4597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1505562821" sldId="4598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331154220" sldId="4599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812999759" sldId="4600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4034333683" sldId="4601"/>
        </pc:sldMkLst>
      </pc:sldChg>
      <pc:sldChg chg="add del">
        <pc:chgData name="Ronan Ogor" userId="473d6ea9-be06-4609-b78d-125cc115ecf4" providerId="ADAL" clId="{B37DBE06-60B1-490B-8536-C4820F00D834}" dt="2025-06-07T07:00:19.003" v="5894" actId="47"/>
        <pc:sldMkLst>
          <pc:docMk/>
          <pc:sldMk cId="1037677521" sldId="4602"/>
        </pc:sldMkLst>
      </pc:sldChg>
      <pc:sldChg chg="addSp delSp modSp new mod">
        <pc:chgData name="Ronan Ogor" userId="473d6ea9-be06-4609-b78d-125cc115ecf4" providerId="ADAL" clId="{B37DBE06-60B1-490B-8536-C4820F00D834}" dt="2025-06-07T03:59:22.388" v="3304" actId="1076"/>
        <pc:sldMkLst>
          <pc:docMk/>
          <pc:sldMk cId="278885178" sldId="4603"/>
        </pc:sldMkLst>
      </pc:sldChg>
      <pc:sldChg chg="addSp delSp modSp add mod">
        <pc:chgData name="Ronan Ogor" userId="473d6ea9-be06-4609-b78d-125cc115ecf4" providerId="ADAL" clId="{B37DBE06-60B1-490B-8536-C4820F00D834}" dt="2025-06-07T03:59:23.678" v="3305"/>
        <pc:sldMkLst>
          <pc:docMk/>
          <pc:sldMk cId="813707957" sldId="4604"/>
        </pc:sldMkLst>
      </pc:sldChg>
      <pc:sldChg chg="addSp delSp modSp new mod">
        <pc:chgData name="Ronan Ogor" userId="473d6ea9-be06-4609-b78d-125cc115ecf4" providerId="ADAL" clId="{B37DBE06-60B1-490B-8536-C4820F00D834}" dt="2025-06-07T05:04:36.795" v="4317" actId="1076"/>
        <pc:sldMkLst>
          <pc:docMk/>
          <pc:sldMk cId="3762396305" sldId="4605"/>
        </pc:sldMkLst>
      </pc:sldChg>
      <pc:sldChg chg="addSp modSp add mod">
        <pc:chgData name="Ronan Ogor" userId="473d6ea9-be06-4609-b78d-125cc115ecf4" providerId="ADAL" clId="{B37DBE06-60B1-490B-8536-C4820F00D834}" dt="2025-06-07T03:59:27.282" v="3308" actId="20577"/>
        <pc:sldMkLst>
          <pc:docMk/>
          <pc:sldMk cId="1320157237" sldId="4606"/>
        </pc:sldMkLst>
      </pc:sldChg>
      <pc:sldChg chg="addSp delSp modSp add mod">
        <pc:chgData name="Ronan Ogor" userId="473d6ea9-be06-4609-b78d-125cc115ecf4" providerId="ADAL" clId="{B37DBE06-60B1-490B-8536-C4820F00D834}" dt="2025-06-07T03:51:14.210" v="3212" actId="478"/>
        <pc:sldMkLst>
          <pc:docMk/>
          <pc:sldMk cId="714485998" sldId="4607"/>
        </pc:sldMkLst>
      </pc:sldChg>
      <pc:sldChg chg="addSp delSp modSp add mod">
        <pc:chgData name="Ronan Ogor" userId="473d6ea9-be06-4609-b78d-125cc115ecf4" providerId="ADAL" clId="{B37DBE06-60B1-490B-8536-C4820F00D834}" dt="2025-06-07T03:59:31.108" v="3311" actId="20577"/>
        <pc:sldMkLst>
          <pc:docMk/>
          <pc:sldMk cId="494570661" sldId="4608"/>
        </pc:sldMkLst>
      </pc:sldChg>
      <pc:sldChg chg="addSp delSp modSp add mod">
        <pc:chgData name="Ronan Ogor" userId="473d6ea9-be06-4609-b78d-125cc115ecf4" providerId="ADAL" clId="{B37DBE06-60B1-490B-8536-C4820F00D834}" dt="2025-06-07T04:02:47.773" v="3377" actId="20577"/>
        <pc:sldMkLst>
          <pc:docMk/>
          <pc:sldMk cId="2014799186" sldId="4609"/>
        </pc:sldMkLst>
      </pc:sldChg>
      <pc:sldChg chg="addSp delSp modSp add mod">
        <pc:chgData name="Ronan Ogor" userId="473d6ea9-be06-4609-b78d-125cc115ecf4" providerId="ADAL" clId="{B37DBE06-60B1-490B-8536-C4820F00D834}" dt="2025-06-07T04:01:40.341" v="3360" actId="1076"/>
        <pc:sldMkLst>
          <pc:docMk/>
          <pc:sldMk cId="1902654069" sldId="4610"/>
        </pc:sldMkLst>
      </pc:sldChg>
      <pc:sldChg chg="addSp delSp modSp add mod">
        <pc:chgData name="Ronan Ogor" userId="473d6ea9-be06-4609-b78d-125cc115ecf4" providerId="ADAL" clId="{B37DBE06-60B1-490B-8536-C4820F00D834}" dt="2025-06-07T04:02:12.897" v="3366"/>
        <pc:sldMkLst>
          <pc:docMk/>
          <pc:sldMk cId="3140561895" sldId="4611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3107681159" sldId="4612"/>
        </pc:sldMkLst>
      </pc:sldChg>
      <pc:sldChg chg="modSp add mod ord">
        <pc:chgData name="Ronan Ogor" userId="473d6ea9-be06-4609-b78d-125cc115ecf4" providerId="ADAL" clId="{B37DBE06-60B1-490B-8536-C4820F00D834}" dt="2025-06-07T04:36:05.819" v="3563"/>
        <pc:sldMkLst>
          <pc:docMk/>
          <pc:sldMk cId="2015239594" sldId="4613"/>
        </pc:sldMkLst>
      </pc:sldChg>
      <pc:sldChg chg="addSp delSp modSp add mod ord">
        <pc:chgData name="Ronan Ogor" userId="473d6ea9-be06-4609-b78d-125cc115ecf4" providerId="ADAL" clId="{B37DBE06-60B1-490B-8536-C4820F00D834}" dt="2025-06-07T04:36:05.819" v="3563"/>
        <pc:sldMkLst>
          <pc:docMk/>
          <pc:sldMk cId="1965313820" sldId="4614"/>
        </pc:sldMkLst>
      </pc:sldChg>
      <pc:sldChg chg="addSp delSp modSp add mod delAnim modAnim">
        <pc:chgData name="Ronan Ogor" userId="473d6ea9-be06-4609-b78d-125cc115ecf4" providerId="ADAL" clId="{B37DBE06-60B1-490B-8536-C4820F00D834}" dt="2025-06-07T07:02:19.946" v="5902"/>
        <pc:sldMkLst>
          <pc:docMk/>
          <pc:sldMk cId="3445271640" sldId="4615"/>
        </pc:sldMkLst>
      </pc:sldChg>
      <pc:sldChg chg="addSp delSp modSp add mod ord delAnim modAnim">
        <pc:chgData name="Ronan Ogor" userId="473d6ea9-be06-4609-b78d-125cc115ecf4" providerId="ADAL" clId="{B37DBE06-60B1-490B-8536-C4820F00D834}" dt="2025-06-07T07:02:10.388" v="5901"/>
        <pc:sldMkLst>
          <pc:docMk/>
          <pc:sldMk cId="1690775588" sldId="4616"/>
        </pc:sldMkLst>
      </pc:sldChg>
      <pc:sldChg chg="add del">
        <pc:chgData name="Ronan Ogor" userId="473d6ea9-be06-4609-b78d-125cc115ecf4" providerId="ADAL" clId="{B37DBE06-60B1-490B-8536-C4820F00D834}" dt="2025-06-07T07:00:19.003" v="5894" actId="47"/>
        <pc:sldMkLst>
          <pc:docMk/>
          <pc:sldMk cId="3713147739" sldId="4617"/>
        </pc:sldMkLst>
      </pc:sldChg>
      <pc:sldChg chg="addSp delSp modSp add mod ord modAnim">
        <pc:chgData name="Ronan Ogor" userId="473d6ea9-be06-4609-b78d-125cc115ecf4" providerId="ADAL" clId="{B37DBE06-60B1-490B-8536-C4820F00D834}" dt="2025-06-07T05:18:57.084" v="4518" actId="1076"/>
        <pc:sldMkLst>
          <pc:docMk/>
          <pc:sldMk cId="572960343" sldId="4618"/>
        </pc:sldMkLst>
      </pc:sldChg>
      <pc:sldChg chg="addSp delSp modSp add mod modTransition modAnim">
        <pc:chgData name="Ronan Ogor" userId="473d6ea9-be06-4609-b78d-125cc115ecf4" providerId="ADAL" clId="{B37DBE06-60B1-490B-8536-C4820F00D834}" dt="2025-06-07T07:01:54.692" v="5899"/>
        <pc:sldMkLst>
          <pc:docMk/>
          <pc:sldMk cId="1215600073" sldId="4619"/>
        </pc:sldMkLst>
      </pc:sldChg>
      <pc:sldChg chg="addSp delSp modSp add mod delAnim modAnim">
        <pc:chgData name="Ronan Ogor" userId="473d6ea9-be06-4609-b78d-125cc115ecf4" providerId="ADAL" clId="{B37DBE06-60B1-490B-8536-C4820F00D834}" dt="2025-06-07T06:58:55.528" v="5860" actId="1076"/>
        <pc:sldMkLst>
          <pc:docMk/>
          <pc:sldMk cId="1502843682" sldId="4620"/>
        </pc:sldMkLst>
      </pc:sldChg>
      <pc:sldChg chg="addSp delSp modSp add mod">
        <pc:chgData name="Ronan Ogor" userId="473d6ea9-be06-4609-b78d-125cc115ecf4" providerId="ADAL" clId="{B37DBE06-60B1-490B-8536-C4820F00D834}" dt="2025-06-07T06:58:58.308" v="5862" actId="478"/>
        <pc:sldMkLst>
          <pc:docMk/>
          <pc:sldMk cId="2972050235" sldId="4621"/>
        </pc:sldMkLst>
      </pc:sldChg>
      <pc:sldChg chg="delSp modSp add mod delAnim">
        <pc:chgData name="Ronan Ogor" userId="473d6ea9-be06-4609-b78d-125cc115ecf4" providerId="ADAL" clId="{B37DBE06-60B1-490B-8536-C4820F00D834}" dt="2025-06-07T07:03:09.235" v="5908" actId="20577"/>
        <pc:sldMkLst>
          <pc:docMk/>
          <pc:sldMk cId="1507359175" sldId="4622"/>
        </pc:sldMkLst>
      </pc:sldChg>
      <pc:sldChg chg="addSp delSp modSp add mod ord modAnim">
        <pc:chgData name="Ronan Ogor" userId="473d6ea9-be06-4609-b78d-125cc115ecf4" providerId="ADAL" clId="{B37DBE06-60B1-490B-8536-C4820F00D834}" dt="2025-06-07T07:06:19.283" v="6103" actId="1076"/>
        <pc:sldMkLst>
          <pc:docMk/>
          <pc:sldMk cId="4143899511" sldId="4623"/>
        </pc:sldMkLst>
        <pc:spChg chg="mod">
          <ac:chgData name="Ronan Ogor" userId="473d6ea9-be06-4609-b78d-125cc115ecf4" providerId="ADAL" clId="{B37DBE06-60B1-490B-8536-C4820F00D834}" dt="2025-06-07T07:06:19.283" v="6103" actId="1076"/>
          <ac:spMkLst>
            <pc:docMk/>
            <pc:sldMk cId="4143899511" sldId="4623"/>
            <ac:spMk id="5" creationId="{9C06A17A-6C2B-06A2-5D12-8DDA2A0138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47ED1-C69F-4346-98B4-FBE000784B20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FD1AB-9725-4B7A-B8B4-44A66AD6E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69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588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5A8C9-6255-A52C-C427-1D1918481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05AA3-6653-0B4D-6502-F4A8D02EA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EAB4C-6069-7671-D920-942CDC871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E8B05-9BEF-C8DC-2CAE-4093E622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91FB9-972C-AF29-1948-0B4B9A28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729D-9BED-BEB0-7EB2-0C10C745E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43CD4-78C1-C305-B6F1-443A2D6FA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F155A-91C9-A2AA-B040-97BCD8243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6B538-D7DB-CA57-E426-EDE91C49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497D1-7892-F84B-09A1-35D67B08D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33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9EFD4-F951-C525-23E7-DCB9EEAC8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074A0-AB56-AF4F-39E8-1D5CE7CBD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DAF03-A398-67C6-31F4-FFB75C11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F1EE5-DF18-19CB-C756-F0052AED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1B488-97E4-73FF-16F4-2A2750AC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340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9852-205D-00BC-7242-EED62AF9F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E87BB-7CED-34C4-506E-20AFD90A9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E4FA6-0767-DDC7-D53D-40A67FBF0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8C771-8BAB-67EB-170C-7FA8FBB3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9FD12-9C5F-1448-4C90-27C47849B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C4400-DDF0-D08F-66CC-7264C6B03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3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3C3C-11E2-3B0B-DB5E-9760AA7D7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F657F-191D-93D6-40A3-91E5EF1D7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58085-4FCF-B0EF-0E40-85F229455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C164C-2AD0-0A48-458E-C246279FB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93444-28C5-AB18-1723-1B9D883F1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F5A29-FAD9-7853-96EF-3C1398BE0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A0ECB-2BC0-A734-6B32-89936793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3515-7767-48D6-B30F-F1ACDCC4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0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FB05-E1B8-A58D-6AD9-007D697D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9A079E-2C42-0640-20F8-C059FC926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AF73B-1471-8AED-543B-E1A59A68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930AE-F6E0-E30E-C4AF-D24E8CB8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5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55F72-8FDE-8F76-107D-86B9AA4C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08149-A8FE-33D7-279A-0EE442F93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6D29C-D89B-912F-0452-DB9798D1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2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23E7-8966-8A01-06D9-1BCA9345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15BD4-A68D-F411-74E9-F5270D0B8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096E4-6FD5-941A-2752-64FA51BCA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7720A-6CE8-6964-8DB6-736C67B9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1F42E-114F-76DB-E099-E9CAABBEF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CA3FC-14CA-7E67-EB9C-33DB3B79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9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CFA1-2260-C17D-4595-0B4E3E1B6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96A05-8802-5BF2-E906-F225DF892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E32EA-9EDD-A558-D198-0FB491B66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C0C42-ACC4-5B6E-4954-961250342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AEE97-7F4E-9694-4B32-38EA26D9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3653F-12B4-5A5A-B8D9-899BE5C7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D9296-2D37-F56A-99B8-E318FAAC6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8D960-D30E-FBEE-369B-B49FB9AB0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9210A-F030-5E50-E1CE-A97C22A0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BA2CA-C82E-8949-B9EC-F477FBC91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3B921-FF62-7E6B-3443-E7EB4FDC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33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69124-B882-4C68-70C9-30B6E314C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C5ED1-7F17-CAC9-7EB8-660059AD2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F66AD-D564-E43B-BF24-C2E8D366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485B-A0CC-4D32-A051-05B9C7684D6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9D7C2-EADE-5795-0FF7-19094C63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27653-B86B-0BF2-FD11-F3E006FEA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37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04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EB1B18-1A18-F64D-0BB3-C9A6E157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D3F3D-B88E-DEDB-E6D7-2D42182E6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E42DA-038E-F4E8-6D4F-508E61A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C485B-A0CC-4D32-A051-05B9C7684D6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34224-BEF7-D199-B8EE-810CCCC10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3378F-D2F9-A1C1-8162-9CA26C47E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0FEFF-D9FE-4DA3-8F97-751A9179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3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sequelize.org/docs/v6/core-concepts/model-querying-basics/" TargetMode="Externa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equelize.org/docs/v6/core-concepts/model-querying-basics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sequelize.org/docs/v6/core-concepts/model-querying-basics/" TargetMode="Externa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equelize.org/docs/v6/core-concepts/assocs/#many-to-many-relationship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sequelize.org/docs/v6/core-concepts/assocs/#many-to-many-relationships" TargetMode="Externa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sequelize.org/docs/v6/" TargetMode="External"/><Relationship Id="rId7" Type="http://schemas.openxmlformats.org/officeDocument/2006/relationships/hyperlink" Target="https://www.youtube.com/watch?v=ZAk1YKzKkL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3_9-JFXTVDE" TargetMode="External"/><Relationship Id="rId5" Type="http://schemas.openxmlformats.org/officeDocument/2006/relationships/hyperlink" Target="https://www.youtube.com/watch?v=YNyGD4rakmc" TargetMode="External"/><Relationship Id="rId4" Type="http://schemas.openxmlformats.org/officeDocument/2006/relationships/hyperlink" Target="https://www.digitalocean.com/community/tutorials/how-to-use-sequelize-with-node-js-and-mysql" TargetMode="External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0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0B28FE-5675-8198-A716-98FBF6C78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99"/>
            <a:ext cx="12192000" cy="6400801"/>
          </a:xfrm>
          <a:prstGeom prst="rect">
            <a:avLst/>
          </a:prstGeom>
        </p:spPr>
      </p:pic>
      <p:sp>
        <p:nvSpPr>
          <p:cNvPr id="5" name="Google Shape;111;p2">
            <a:extLst>
              <a:ext uri="{FF2B5EF4-FFF2-40B4-BE49-F238E27FC236}">
                <a16:creationId xmlns:a16="http://schemas.microsoft.com/office/drawing/2014/main" id="{823FBFC6-5A4A-676A-2E7C-350EE7B99CD0}"/>
              </a:ext>
            </a:extLst>
          </p:cNvPr>
          <p:cNvSpPr txBox="1"/>
          <p:nvPr/>
        </p:nvSpPr>
        <p:spPr>
          <a:xfrm rot="20299114">
            <a:off x="237245" y="1058602"/>
            <a:ext cx="4254841" cy="9232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54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QUESTIONS</a:t>
            </a:r>
            <a:endParaRPr lang="en-US" sz="54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11;p2">
            <a:extLst>
              <a:ext uri="{FF2B5EF4-FFF2-40B4-BE49-F238E27FC236}">
                <a16:creationId xmlns:a16="http://schemas.microsoft.com/office/drawing/2014/main" id="{8CAE7EDE-0D5D-59BB-AF17-33B8CC3B9559}"/>
              </a:ext>
            </a:extLst>
          </p:cNvPr>
          <p:cNvSpPr txBox="1"/>
          <p:nvPr/>
        </p:nvSpPr>
        <p:spPr>
          <a:xfrm rot="1098843">
            <a:off x="6542870" y="1037914"/>
            <a:ext cx="4811832" cy="9232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54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SEQUELIZE </a:t>
            </a:r>
            <a:endParaRPr lang="en-US" sz="54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928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B5B02-DA3F-2509-296F-CEA43FF6E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2E87ED85-9974-09F1-81D5-AC27146D16F7}"/>
              </a:ext>
            </a:extLst>
          </p:cNvPr>
          <p:cNvSpPr txBox="1"/>
          <p:nvPr/>
        </p:nvSpPr>
        <p:spPr>
          <a:xfrm>
            <a:off x="788476" y="243478"/>
            <a:ext cx="1096701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this code print?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54BFDE18-A19D-7F6A-8849-0F396F49F6FD}"/>
              </a:ext>
            </a:extLst>
          </p:cNvPr>
          <p:cNvSpPr txBox="1"/>
          <p:nvPr/>
        </p:nvSpPr>
        <p:spPr>
          <a:xfrm>
            <a:off x="0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62D11-B36D-67ED-B194-B2EED06E7983}"/>
              </a:ext>
            </a:extLst>
          </p:cNvPr>
          <p:cNvSpPr txBox="1"/>
          <p:nvPr/>
        </p:nvSpPr>
        <p:spPr>
          <a:xfrm>
            <a:off x="1689438" y="1135990"/>
            <a:ext cx="8051462" cy="317009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const User = sequelize.define('user', {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name: DataTypes.TEXT,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favoriteColor: {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	type: DataTypes.TEXT,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	defaultValue: 'green',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},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});</a:t>
            </a:r>
          </a:p>
          <a:p>
            <a:endParaRPr lang="en-US" sz="2000" noProof="1">
              <a:latin typeface="Consolas" panose="020B0609020204030204" pitchFamily="49" charset="0"/>
            </a:endParaRPr>
          </a:p>
          <a:p>
            <a:r>
              <a:rPr lang="en-US" sz="2000" noProof="1">
                <a:latin typeface="Consolas" panose="020B0609020204030204" pitchFamily="49" charset="0"/>
              </a:rPr>
              <a:t>const jane = User.build({ name: 'Jane' });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console.log(jane.favoriteColor); </a:t>
            </a:r>
          </a:p>
        </p:txBody>
      </p:sp>
      <p:sp>
        <p:nvSpPr>
          <p:cNvPr id="11" name="Google Shape;111;p2">
            <a:extLst>
              <a:ext uri="{FF2B5EF4-FFF2-40B4-BE49-F238E27FC236}">
                <a16:creationId xmlns:a16="http://schemas.microsoft.com/office/drawing/2014/main" id="{25CADBC1-461A-35E8-5154-0F5E2742DD99}"/>
              </a:ext>
            </a:extLst>
          </p:cNvPr>
          <p:cNvSpPr txBox="1"/>
          <p:nvPr/>
        </p:nvSpPr>
        <p:spPr>
          <a:xfrm>
            <a:off x="1689438" y="4969466"/>
            <a:ext cx="539642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1. Jane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2. undefined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3. green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DCF721-11A0-D79D-C031-ABBE5A4E166A}"/>
              </a:ext>
            </a:extLst>
          </p:cNvPr>
          <p:cNvSpPr txBox="1"/>
          <p:nvPr/>
        </p:nvSpPr>
        <p:spPr>
          <a:xfrm>
            <a:off x="0" y="45888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Q1</a:t>
            </a:r>
          </a:p>
        </p:txBody>
      </p:sp>
    </p:spTree>
    <p:extLst>
      <p:ext uri="{BB962C8B-B14F-4D97-AF65-F5344CB8AC3E}">
        <p14:creationId xmlns:p14="http://schemas.microsoft.com/office/powerpoint/2010/main" val="1765861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5579-E464-D564-14E9-3EA9B0759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A361B3E0-B204-1F8B-A6BC-E816A09604AE}"/>
              </a:ext>
            </a:extLst>
          </p:cNvPr>
          <p:cNvSpPr txBox="1"/>
          <p:nvPr/>
        </p:nvSpPr>
        <p:spPr>
          <a:xfrm>
            <a:off x="788476" y="243478"/>
            <a:ext cx="1096701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this code print?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5E4ED-D142-71A4-6E9B-A4CF9555DDBD}"/>
              </a:ext>
            </a:extLst>
          </p:cNvPr>
          <p:cNvSpPr txBox="1"/>
          <p:nvPr/>
        </p:nvSpPr>
        <p:spPr>
          <a:xfrm>
            <a:off x="1689438" y="1135990"/>
            <a:ext cx="8051462" cy="317009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const User = sequelize.define('user', {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name: DataTypes.TEXT,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favoriteColor: {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	type: DataTypes.TEXT,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	</a:t>
            </a:r>
            <a:r>
              <a:rPr lang="en-US" sz="2000" noProof="1">
                <a:solidFill>
                  <a:srgbClr val="FF0000"/>
                </a:solidFill>
                <a:latin typeface="Consolas" panose="020B0609020204030204" pitchFamily="49" charset="0"/>
              </a:rPr>
              <a:t>defaultValue</a:t>
            </a:r>
            <a:r>
              <a:rPr lang="en-US" sz="2000" noProof="1">
                <a:latin typeface="Consolas" panose="020B0609020204030204" pitchFamily="49" charset="0"/>
              </a:rPr>
              <a:t>: 'green',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},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});</a:t>
            </a:r>
          </a:p>
          <a:p>
            <a:endParaRPr lang="en-US" sz="2000" noProof="1">
              <a:latin typeface="Consolas" panose="020B0609020204030204" pitchFamily="49" charset="0"/>
            </a:endParaRPr>
          </a:p>
          <a:p>
            <a:r>
              <a:rPr lang="en-US" sz="2000" noProof="1">
                <a:latin typeface="Consolas" panose="020B0609020204030204" pitchFamily="49" charset="0"/>
              </a:rPr>
              <a:t>const jane = User.build({ name: 'Jane' });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console.log(jane.favoriteColor); </a:t>
            </a:r>
          </a:p>
        </p:txBody>
      </p:sp>
      <p:sp>
        <p:nvSpPr>
          <p:cNvPr id="11" name="Google Shape;111;p2">
            <a:extLst>
              <a:ext uri="{FF2B5EF4-FFF2-40B4-BE49-F238E27FC236}">
                <a16:creationId xmlns:a16="http://schemas.microsoft.com/office/drawing/2014/main" id="{AED5B068-8A71-5BDF-6CEF-9D544BF029BB}"/>
              </a:ext>
            </a:extLst>
          </p:cNvPr>
          <p:cNvSpPr txBox="1"/>
          <p:nvPr/>
        </p:nvSpPr>
        <p:spPr>
          <a:xfrm>
            <a:off x="1689438" y="4969466"/>
            <a:ext cx="539642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1. Jane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2. undefined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3. green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D8D1E805-262E-0207-4780-19C5ACA7565E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BD772C7-0C74-7507-AC28-D10912879F64}"/>
              </a:ext>
            </a:extLst>
          </p:cNvPr>
          <p:cNvSpPr/>
          <p:nvPr/>
        </p:nvSpPr>
        <p:spPr>
          <a:xfrm>
            <a:off x="1689438" y="5702968"/>
            <a:ext cx="466786" cy="466786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C2512E-7DED-4083-A088-D5E703C6E07C}"/>
              </a:ext>
            </a:extLst>
          </p:cNvPr>
          <p:cNvCxnSpPr>
            <a:cxnSpLocks/>
          </p:cNvCxnSpPr>
          <p:nvPr/>
        </p:nvCxnSpPr>
        <p:spPr>
          <a:xfrm flipH="1" flipV="1">
            <a:off x="4038600" y="2721039"/>
            <a:ext cx="1117600" cy="124136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14F59DA-92C9-0BF6-FA26-824DAB5B5353}"/>
              </a:ext>
            </a:extLst>
          </p:cNvPr>
          <p:cNvSpPr txBox="1"/>
          <p:nvPr/>
        </p:nvSpPr>
        <p:spPr>
          <a:xfrm>
            <a:off x="4387650" y="2924766"/>
            <a:ext cx="1636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`default value</a:t>
            </a:r>
            <a:endParaRPr lang="en-US" sz="14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900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FDF7AD-30A7-8568-28F8-FE60D0AC6409}"/>
              </a:ext>
            </a:extLst>
          </p:cNvPr>
          <p:cNvSpPr txBox="1"/>
          <p:nvPr/>
        </p:nvSpPr>
        <p:spPr>
          <a:xfrm>
            <a:off x="372092" y="1872257"/>
            <a:ext cx="4508939" cy="15696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CREATE TABLE Users (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id INT PRIMARY KEY AUTO_INCREMENT,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name VARCHAR(100),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email VARCHAR(100) UNIQUE,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age INT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8E1D8AEA-906E-1FBD-3A83-98D6F02B079B}"/>
              </a:ext>
            </a:extLst>
          </p:cNvPr>
          <p:cNvSpPr txBox="1"/>
          <p:nvPr/>
        </p:nvSpPr>
        <p:spPr>
          <a:xfrm>
            <a:off x="1647682" y="285143"/>
            <a:ext cx="8654618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 out the gaps on Sequelize model </a:t>
            </a:r>
          </a:p>
          <a:p>
            <a:pPr algn="ctr">
              <a:buClr>
                <a:schemeClr val="dk1"/>
              </a:buClr>
              <a:buSzPts val="2800"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match with the bellow SQL table creation statement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Google Shape;107;p2">
            <a:extLst>
              <a:ext uri="{FF2B5EF4-FFF2-40B4-BE49-F238E27FC236}">
                <a16:creationId xmlns:a16="http://schemas.microsoft.com/office/drawing/2014/main" id="{744E25DC-AA40-EADD-E0FC-01D234A2C7BF}"/>
              </a:ext>
            </a:extLst>
          </p:cNvPr>
          <p:cNvSpPr txBox="1"/>
          <p:nvPr/>
        </p:nvSpPr>
        <p:spPr>
          <a:xfrm>
            <a:off x="0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FA8DA3-CAEF-1A83-D4C8-B2185257F2D4}"/>
              </a:ext>
            </a:extLst>
          </p:cNvPr>
          <p:cNvSpPr txBox="1"/>
          <p:nvPr/>
        </p:nvSpPr>
        <p:spPr>
          <a:xfrm>
            <a:off x="5220137" y="1872257"/>
            <a:ext cx="5620529" cy="427809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const Author = sequelize.define('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600" noProof="1">
                <a:latin typeface="Consolas" panose="020B0609020204030204" pitchFamily="49" charset="0"/>
              </a:rPr>
              <a:t>', {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	name: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6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	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	email: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		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600" noProof="1">
                <a:latin typeface="Consolas" panose="020B0609020204030204" pitchFamily="49" charset="0"/>
              </a:rPr>
              <a:t>,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		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6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	},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	age: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600" noProof="1">
                <a:latin typeface="Consolas" panose="020B0609020204030204" pitchFamily="49" charset="0"/>
              </a:rPr>
              <a:t>,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     },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    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600" noProof="1">
                <a:latin typeface="Consolas" panose="020B0609020204030204" pitchFamily="49" charset="0"/>
              </a:rPr>
              <a:t>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     }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04C286-F046-4F37-07E1-577B4E3663A2}"/>
              </a:ext>
            </a:extLst>
          </p:cNvPr>
          <p:cNvSpPr txBox="1"/>
          <p:nvPr/>
        </p:nvSpPr>
        <p:spPr>
          <a:xfrm>
            <a:off x="9227183" y="1847837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BC402BC-9351-4E77-C234-EA322059F1E7}"/>
              </a:ext>
            </a:extLst>
          </p:cNvPr>
          <p:cNvSpPr/>
          <p:nvPr/>
        </p:nvSpPr>
        <p:spPr>
          <a:xfrm>
            <a:off x="9243431" y="1872257"/>
            <a:ext cx="235464" cy="235464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E0AF0A-7B66-F8A5-DCD7-DD1BFDFB9463}"/>
              </a:ext>
            </a:extLst>
          </p:cNvPr>
          <p:cNvSpPr txBox="1"/>
          <p:nvPr/>
        </p:nvSpPr>
        <p:spPr>
          <a:xfrm>
            <a:off x="7193595" y="2324087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1EC49A-602C-545F-FA6E-146B910DF5DA}"/>
              </a:ext>
            </a:extLst>
          </p:cNvPr>
          <p:cNvSpPr/>
          <p:nvPr/>
        </p:nvSpPr>
        <p:spPr>
          <a:xfrm>
            <a:off x="7209843" y="2348507"/>
            <a:ext cx="235464" cy="235464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6DE0B0-6316-C839-E26F-E20198B080B3}"/>
              </a:ext>
            </a:extLst>
          </p:cNvPr>
          <p:cNvSpPr txBox="1"/>
          <p:nvPr/>
        </p:nvSpPr>
        <p:spPr>
          <a:xfrm>
            <a:off x="7460015" y="3052916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3A7BBC-D1DD-ED82-09F2-856D8D9ED1D2}"/>
              </a:ext>
            </a:extLst>
          </p:cNvPr>
          <p:cNvSpPr/>
          <p:nvPr/>
        </p:nvSpPr>
        <p:spPr>
          <a:xfrm>
            <a:off x="7476263" y="3077336"/>
            <a:ext cx="235464" cy="235464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954F6C-13DF-5810-AD16-FEAA338B1A0E}"/>
              </a:ext>
            </a:extLst>
          </p:cNvPr>
          <p:cNvSpPr txBox="1"/>
          <p:nvPr/>
        </p:nvSpPr>
        <p:spPr>
          <a:xfrm>
            <a:off x="7490971" y="3525513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E5B753-3C38-65C9-8D85-BC792207B90D}"/>
              </a:ext>
            </a:extLst>
          </p:cNvPr>
          <p:cNvSpPr/>
          <p:nvPr/>
        </p:nvSpPr>
        <p:spPr>
          <a:xfrm>
            <a:off x="7490971" y="3546281"/>
            <a:ext cx="235464" cy="235464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271E01-D618-7279-04CE-907D277981C6}"/>
              </a:ext>
            </a:extLst>
          </p:cNvPr>
          <p:cNvSpPr txBox="1"/>
          <p:nvPr/>
        </p:nvSpPr>
        <p:spPr>
          <a:xfrm>
            <a:off x="7138546" y="403510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704741-8E37-CD06-7FDF-150ED9F47017}"/>
              </a:ext>
            </a:extLst>
          </p:cNvPr>
          <p:cNvSpPr/>
          <p:nvPr/>
        </p:nvSpPr>
        <p:spPr>
          <a:xfrm>
            <a:off x="7138546" y="4055868"/>
            <a:ext cx="235464" cy="235464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6FD293-B1BA-AEC2-65C6-31A13B883DBA}"/>
              </a:ext>
            </a:extLst>
          </p:cNvPr>
          <p:cNvSpPr txBox="1"/>
          <p:nvPr/>
        </p:nvSpPr>
        <p:spPr>
          <a:xfrm>
            <a:off x="6498270" y="52426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BA0A64F-BC82-0C24-97A7-27225A4FD6FB}"/>
              </a:ext>
            </a:extLst>
          </p:cNvPr>
          <p:cNvSpPr/>
          <p:nvPr/>
        </p:nvSpPr>
        <p:spPr>
          <a:xfrm>
            <a:off x="6498270" y="5263420"/>
            <a:ext cx="235464" cy="235464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07619-D041-C0C5-F94B-F7F90B637CAE}"/>
              </a:ext>
            </a:extLst>
          </p:cNvPr>
          <p:cNvSpPr txBox="1"/>
          <p:nvPr/>
        </p:nvSpPr>
        <p:spPr>
          <a:xfrm>
            <a:off x="7505679" y="5212106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A4B337-0CC5-3E75-AAE2-0D41A6E21C1F}"/>
              </a:ext>
            </a:extLst>
          </p:cNvPr>
          <p:cNvSpPr/>
          <p:nvPr/>
        </p:nvSpPr>
        <p:spPr>
          <a:xfrm>
            <a:off x="7521927" y="5236526"/>
            <a:ext cx="235464" cy="235464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FEC95D-B8F3-EF72-7BA4-07CF6BB18500}"/>
              </a:ext>
            </a:extLst>
          </p:cNvPr>
          <p:cNvSpPr txBox="1"/>
          <p:nvPr/>
        </p:nvSpPr>
        <p:spPr>
          <a:xfrm>
            <a:off x="372092" y="1564481"/>
            <a:ext cx="1456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SQL STATEMENT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F8B1D5-BEC2-5CC7-DA06-35BDC0B6D173}"/>
              </a:ext>
            </a:extLst>
          </p:cNvPr>
          <p:cNvSpPr txBox="1"/>
          <p:nvPr/>
        </p:nvSpPr>
        <p:spPr>
          <a:xfrm>
            <a:off x="5099367" y="1564480"/>
            <a:ext cx="1686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SEQUELIZE MODEL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A4F108-81B1-D9BD-4CA2-6BDE29CC8ADA}"/>
              </a:ext>
            </a:extLst>
          </p:cNvPr>
          <p:cNvSpPr txBox="1"/>
          <p:nvPr/>
        </p:nvSpPr>
        <p:spPr>
          <a:xfrm>
            <a:off x="0" y="45888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Q2</a:t>
            </a:r>
          </a:p>
        </p:txBody>
      </p:sp>
    </p:spTree>
    <p:extLst>
      <p:ext uri="{BB962C8B-B14F-4D97-AF65-F5344CB8AC3E}">
        <p14:creationId xmlns:p14="http://schemas.microsoft.com/office/powerpoint/2010/main" val="184015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A4FEE-33F0-4FE1-AA40-356B80D6D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517675-3389-0CE8-03E0-E1BA3AF7513A}"/>
              </a:ext>
            </a:extLst>
          </p:cNvPr>
          <p:cNvSpPr txBox="1"/>
          <p:nvPr/>
        </p:nvSpPr>
        <p:spPr>
          <a:xfrm>
            <a:off x="426588" y="2218581"/>
            <a:ext cx="4508939" cy="15696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CREATE TABLE Users (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id INT PRIMARY KEY AUTO_INCREMENT</a:t>
            </a:r>
            <a:r>
              <a:rPr lang="en-US" sz="16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name VARCHAR(100),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email VARCHAR(100) UNIQUE,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age INT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CD169D07-D897-4A50-A597-CE54A4859572}"/>
              </a:ext>
            </a:extLst>
          </p:cNvPr>
          <p:cNvSpPr txBox="1"/>
          <p:nvPr/>
        </p:nvSpPr>
        <p:spPr>
          <a:xfrm>
            <a:off x="1647682" y="285143"/>
            <a:ext cx="8654618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 out the gaps on Sequelize model </a:t>
            </a:r>
          </a:p>
          <a:p>
            <a:pPr algn="ctr">
              <a:buClr>
                <a:schemeClr val="dk1"/>
              </a:buClr>
              <a:buSzPts val="2800"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match with the bellow SQL table creation statement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4185A-314B-B754-C5C6-1B49BC3D0AD0}"/>
              </a:ext>
            </a:extLst>
          </p:cNvPr>
          <p:cNvSpPr txBox="1"/>
          <p:nvPr/>
        </p:nvSpPr>
        <p:spPr>
          <a:xfrm>
            <a:off x="337587" y="1883659"/>
            <a:ext cx="1456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SQL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38CE01-ABEB-5378-EC75-012FCC837E17}"/>
              </a:ext>
            </a:extLst>
          </p:cNvPr>
          <p:cNvSpPr txBox="1"/>
          <p:nvPr/>
        </p:nvSpPr>
        <p:spPr>
          <a:xfrm>
            <a:off x="5205798" y="2191436"/>
            <a:ext cx="6579227" cy="378565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const Author = sequelize.define(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'User</a:t>
            </a:r>
            <a:r>
              <a:rPr lang="en-US" sz="1600" noProof="1">
                <a:latin typeface="Consolas" panose="020B0609020204030204" pitchFamily="49" charset="0"/>
              </a:rPr>
              <a:t>', {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	name: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DataTypes.TEXT</a:t>
            </a:r>
            <a:r>
              <a:rPr lang="en-US" sz="16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	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	email: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		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type: DataTypes.STRING,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		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unique: true,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	},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	age: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DataTypes.INTEGER</a:t>
            </a:r>
            <a:r>
              <a:rPr lang="en-US" sz="16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},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    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 timestamps: false</a:t>
            </a:r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     }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E3BB6-CB15-CFF9-99F2-E3F380D49511}"/>
              </a:ext>
            </a:extLst>
          </p:cNvPr>
          <p:cNvSpPr txBox="1"/>
          <p:nvPr/>
        </p:nvSpPr>
        <p:spPr>
          <a:xfrm>
            <a:off x="5064862" y="1883658"/>
            <a:ext cx="1686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SEQUELIZE MODEL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1EC2588B-B7F8-6819-25D7-5249F37A3671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C24D1C3-3B59-4804-C57B-00F623172245}"/>
              </a:ext>
            </a:extLst>
          </p:cNvPr>
          <p:cNvCxnSpPr>
            <a:cxnSpLocks/>
          </p:cNvCxnSpPr>
          <p:nvPr/>
        </p:nvCxnSpPr>
        <p:spPr>
          <a:xfrm>
            <a:off x="9118121" y="1794294"/>
            <a:ext cx="207034" cy="491706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C88AE28-34FB-A95A-7F11-6458AF4EE974}"/>
              </a:ext>
            </a:extLst>
          </p:cNvPr>
          <p:cNvSpPr txBox="1"/>
          <p:nvPr/>
        </p:nvSpPr>
        <p:spPr>
          <a:xfrm>
            <a:off x="7410091" y="1486516"/>
            <a:ext cx="4158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Sequelize </a:t>
            </a:r>
            <a:r>
              <a:rPr lang="en-US" sz="1400" b="1" dirty="0">
                <a:solidFill>
                  <a:schemeClr val="accent4"/>
                </a:solidFill>
              </a:rPr>
              <a:t>pluralizes model name</a:t>
            </a:r>
            <a:r>
              <a:rPr lang="en-US" sz="1400" dirty="0">
                <a:solidFill>
                  <a:schemeClr val="accent4"/>
                </a:solidFill>
              </a:rPr>
              <a:t>: 'User' ➜ 'Users'.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17270B5-BC62-1DB5-A263-EA699022AE8E}"/>
              </a:ext>
            </a:extLst>
          </p:cNvPr>
          <p:cNvCxnSpPr>
            <a:cxnSpLocks/>
          </p:cNvCxnSpPr>
          <p:nvPr/>
        </p:nvCxnSpPr>
        <p:spPr>
          <a:xfrm flipH="1" flipV="1">
            <a:off x="8578970" y="3844273"/>
            <a:ext cx="1285335" cy="52093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F6FD4F2-CF90-53E3-45FF-1CBA4F3CB516}"/>
              </a:ext>
            </a:extLst>
          </p:cNvPr>
          <p:cNvSpPr txBox="1"/>
          <p:nvPr/>
        </p:nvSpPr>
        <p:spPr>
          <a:xfrm>
            <a:off x="9864305" y="4131660"/>
            <a:ext cx="1595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/>
                </a:solidFill>
              </a:rPr>
              <a:t>Unique</a:t>
            </a:r>
            <a:r>
              <a:rPr lang="en-US" sz="1400" dirty="0">
                <a:solidFill>
                  <a:schemeClr val="accent4"/>
                </a:solidFill>
              </a:rPr>
              <a:t> constraint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2888EBD-A0FF-69D1-0BE6-81F306D6B7EE}"/>
              </a:ext>
            </a:extLst>
          </p:cNvPr>
          <p:cNvCxnSpPr>
            <a:cxnSpLocks/>
          </p:cNvCxnSpPr>
          <p:nvPr/>
        </p:nvCxnSpPr>
        <p:spPr>
          <a:xfrm flipH="1" flipV="1">
            <a:off x="836762" y="2743200"/>
            <a:ext cx="1440612" cy="332394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81D4CF9-8D80-A555-3C17-1EAC821D3A0C}"/>
              </a:ext>
            </a:extLst>
          </p:cNvPr>
          <p:cNvSpPr txBox="1"/>
          <p:nvPr/>
        </p:nvSpPr>
        <p:spPr>
          <a:xfrm>
            <a:off x="1203837" y="6042663"/>
            <a:ext cx="50396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Sequelize creates </a:t>
            </a:r>
            <a:r>
              <a:rPr lang="en-US" sz="1400" b="1" dirty="0">
                <a:solidFill>
                  <a:schemeClr val="accent4"/>
                </a:solidFill>
              </a:rPr>
              <a:t>by default</a:t>
            </a:r>
          </a:p>
          <a:p>
            <a:r>
              <a:rPr lang="en-US" sz="1400" dirty="0">
                <a:solidFill>
                  <a:schemeClr val="accent4"/>
                </a:solidFill>
              </a:rPr>
              <a:t>A </a:t>
            </a:r>
            <a:r>
              <a:rPr lang="en-US" sz="1400" b="1" dirty="0">
                <a:solidFill>
                  <a:schemeClr val="accent4"/>
                </a:solidFill>
              </a:rPr>
              <a:t>primary key </a:t>
            </a:r>
            <a:r>
              <a:rPr lang="en-US" sz="1400" dirty="0">
                <a:solidFill>
                  <a:schemeClr val="accent4"/>
                </a:solidFill>
              </a:rPr>
              <a:t>column named id, INTEGER, AUTO_INCREMENT.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1679D4-E383-6A34-9971-295E654A710B}"/>
              </a:ext>
            </a:extLst>
          </p:cNvPr>
          <p:cNvCxnSpPr>
            <a:cxnSpLocks/>
          </p:cNvCxnSpPr>
          <p:nvPr/>
        </p:nvCxnSpPr>
        <p:spPr>
          <a:xfrm flipH="1" flipV="1">
            <a:off x="7410091" y="5469147"/>
            <a:ext cx="849702" cy="835126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3BC46F9-1507-DE9C-0D23-FB0598732AE4}"/>
              </a:ext>
            </a:extLst>
          </p:cNvPr>
          <p:cNvSpPr txBox="1"/>
          <p:nvPr/>
        </p:nvSpPr>
        <p:spPr>
          <a:xfrm>
            <a:off x="8259793" y="6067143"/>
            <a:ext cx="3310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We disable this option because the SQL table had </a:t>
            </a:r>
            <a:r>
              <a:rPr lang="en-US" sz="1400" b="1" dirty="0">
                <a:solidFill>
                  <a:schemeClr val="accent4"/>
                </a:solidFill>
              </a:rPr>
              <a:t>no created at/updated </a:t>
            </a:r>
            <a:r>
              <a:rPr lang="en-US" sz="1400" dirty="0">
                <a:solidFill>
                  <a:schemeClr val="accent4"/>
                </a:solidFill>
              </a:rPr>
              <a:t>at	</a:t>
            </a:r>
          </a:p>
        </p:txBody>
      </p:sp>
    </p:spTree>
    <p:extLst>
      <p:ext uri="{BB962C8B-B14F-4D97-AF65-F5344CB8AC3E}">
        <p14:creationId xmlns:p14="http://schemas.microsoft.com/office/powerpoint/2010/main" val="397278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EF2A1-2933-0AB8-942B-84F76562D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5BD60F-5681-8F06-02AB-F0F6F7C0D1E3}"/>
              </a:ext>
            </a:extLst>
          </p:cNvPr>
          <p:cNvSpPr txBox="1"/>
          <p:nvPr/>
        </p:nvSpPr>
        <p:spPr>
          <a:xfrm>
            <a:off x="268576" y="1846378"/>
            <a:ext cx="4508939" cy="15696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CREATE TABLE Products (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id INT PRIMARY KEY,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name VARCHAR(50) NOT NULL,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price DECIMAL(10,2) DEFAULT 0.00,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available BOOLEAN DEFAULT TRUE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79D6AC8F-C551-256E-95BD-918E5C975814}"/>
              </a:ext>
            </a:extLst>
          </p:cNvPr>
          <p:cNvSpPr txBox="1"/>
          <p:nvPr/>
        </p:nvSpPr>
        <p:spPr>
          <a:xfrm>
            <a:off x="1647682" y="285143"/>
            <a:ext cx="8654618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 out the gaps on Sequelize model </a:t>
            </a:r>
          </a:p>
          <a:p>
            <a:pPr algn="ctr">
              <a:buClr>
                <a:schemeClr val="dk1"/>
              </a:buClr>
              <a:buSzPts val="2800"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match with the bellow SQL table creation statement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Google Shape;107;p2">
            <a:extLst>
              <a:ext uri="{FF2B5EF4-FFF2-40B4-BE49-F238E27FC236}">
                <a16:creationId xmlns:a16="http://schemas.microsoft.com/office/drawing/2014/main" id="{BA813780-0E27-5263-03EF-88BADC6DBF18}"/>
              </a:ext>
            </a:extLst>
          </p:cNvPr>
          <p:cNvSpPr txBox="1"/>
          <p:nvPr/>
        </p:nvSpPr>
        <p:spPr>
          <a:xfrm>
            <a:off x="0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0D2E7-6A68-5E28-A5BC-4723C7CADE05}"/>
              </a:ext>
            </a:extLst>
          </p:cNvPr>
          <p:cNvSpPr txBox="1"/>
          <p:nvPr/>
        </p:nvSpPr>
        <p:spPr>
          <a:xfrm>
            <a:off x="5123069" y="1846378"/>
            <a:ext cx="5620529" cy="427809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 const Product = sequelize.define(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'________</a:t>
            </a:r>
            <a:r>
              <a:rPr lang="en-US" sz="1600" noProof="1">
                <a:latin typeface="Consolas" panose="020B0609020204030204" pitchFamily="49" charset="0"/>
              </a:rPr>
              <a:t>',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name: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type: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6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 </a:t>
            </a:r>
            <a:r>
              <a:rPr lang="en-US" sz="1600" noProof="1">
                <a:latin typeface="Consolas" panose="020B0609020204030204" pitchFamily="49" charset="0"/>
              </a:rPr>
              <a:t>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    },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price: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type: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6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 </a:t>
            </a:r>
            <a:r>
              <a:rPr lang="en-US" sz="1600" noProof="1">
                <a:latin typeface="Consolas" panose="020B0609020204030204" pitchFamily="49" charset="0"/>
              </a:rPr>
              <a:t>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},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available: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type: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6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600" noProof="1">
                <a:latin typeface="Consolas" panose="020B0609020204030204" pitchFamily="49" charset="0"/>
              </a:rPr>
              <a:t> 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    }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}, 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timestamps: false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});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A3AF9D-0F69-702E-9886-6972A6C3C0AA}"/>
              </a:ext>
            </a:extLst>
          </p:cNvPr>
          <p:cNvSpPr txBox="1"/>
          <p:nvPr/>
        </p:nvSpPr>
        <p:spPr>
          <a:xfrm>
            <a:off x="268576" y="1538602"/>
            <a:ext cx="1456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SQL STATEMENT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DC83C2-0FF7-7FE3-5BA8-6A997DCC4BDE}"/>
              </a:ext>
            </a:extLst>
          </p:cNvPr>
          <p:cNvSpPr txBox="1"/>
          <p:nvPr/>
        </p:nvSpPr>
        <p:spPr>
          <a:xfrm>
            <a:off x="4995851" y="1538601"/>
            <a:ext cx="1686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SEQUELIZE MODEL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332ECA-6C78-471F-1D6C-9FAEF83F55A4}"/>
              </a:ext>
            </a:extLst>
          </p:cNvPr>
          <p:cNvSpPr txBox="1"/>
          <p:nvPr/>
        </p:nvSpPr>
        <p:spPr>
          <a:xfrm>
            <a:off x="9370956" y="184637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C3C8D-5305-029F-0BDC-A7F9D022DBF8}"/>
              </a:ext>
            </a:extLst>
          </p:cNvPr>
          <p:cNvSpPr txBox="1"/>
          <p:nvPr/>
        </p:nvSpPr>
        <p:spPr>
          <a:xfrm>
            <a:off x="6877922" y="235420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ED6F55-C7EC-6CE0-BA75-4E1AAD080E34}"/>
              </a:ext>
            </a:extLst>
          </p:cNvPr>
          <p:cNvSpPr txBox="1"/>
          <p:nvPr/>
        </p:nvSpPr>
        <p:spPr>
          <a:xfrm>
            <a:off x="6177513" y="263120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F6D82F-6747-0FB6-61E7-CCAD44EDC076}"/>
              </a:ext>
            </a:extLst>
          </p:cNvPr>
          <p:cNvSpPr txBox="1"/>
          <p:nvPr/>
        </p:nvSpPr>
        <p:spPr>
          <a:xfrm>
            <a:off x="7252526" y="263120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35BF1B-BA5D-713E-2DF5-0F45557D99A0}"/>
              </a:ext>
            </a:extLst>
          </p:cNvPr>
          <p:cNvSpPr txBox="1"/>
          <p:nvPr/>
        </p:nvSpPr>
        <p:spPr>
          <a:xfrm>
            <a:off x="6877922" y="331601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FA8B67-3807-B18C-FA28-E5F053535564}"/>
              </a:ext>
            </a:extLst>
          </p:cNvPr>
          <p:cNvSpPr txBox="1"/>
          <p:nvPr/>
        </p:nvSpPr>
        <p:spPr>
          <a:xfrm>
            <a:off x="6177513" y="359301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53EA19-9182-3039-0394-700ADB144F7E}"/>
              </a:ext>
            </a:extLst>
          </p:cNvPr>
          <p:cNvSpPr txBox="1"/>
          <p:nvPr/>
        </p:nvSpPr>
        <p:spPr>
          <a:xfrm>
            <a:off x="7252526" y="359301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2B4836-156D-DF63-1013-9C3E31A0068D}"/>
              </a:ext>
            </a:extLst>
          </p:cNvPr>
          <p:cNvSpPr txBox="1"/>
          <p:nvPr/>
        </p:nvSpPr>
        <p:spPr>
          <a:xfrm>
            <a:off x="6877922" y="4304743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FCEC3F-324A-88B9-180C-6D14656035AC}"/>
              </a:ext>
            </a:extLst>
          </p:cNvPr>
          <p:cNvSpPr txBox="1"/>
          <p:nvPr/>
        </p:nvSpPr>
        <p:spPr>
          <a:xfrm>
            <a:off x="6177513" y="458174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51D254-9AC1-13CB-01DF-D889A8702A9D}"/>
              </a:ext>
            </a:extLst>
          </p:cNvPr>
          <p:cNvSpPr txBox="1"/>
          <p:nvPr/>
        </p:nvSpPr>
        <p:spPr>
          <a:xfrm>
            <a:off x="7252526" y="45817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4B16F9-0ABE-9CEF-9502-425BED5725A8}"/>
              </a:ext>
            </a:extLst>
          </p:cNvPr>
          <p:cNvSpPr txBox="1"/>
          <p:nvPr/>
        </p:nvSpPr>
        <p:spPr>
          <a:xfrm>
            <a:off x="0" y="45888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180577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227C3-6B48-F71C-2201-7E086D56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121B64-8B43-2897-7DB7-9229B79D849D}"/>
              </a:ext>
            </a:extLst>
          </p:cNvPr>
          <p:cNvSpPr txBox="1"/>
          <p:nvPr/>
        </p:nvSpPr>
        <p:spPr>
          <a:xfrm>
            <a:off x="268576" y="1846378"/>
            <a:ext cx="4508939" cy="15696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CREATE TABLE Products (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id INT PRIMARY KEY,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name VARCHAR(50) NOT NULL,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price DECIMAL(10,2) DEFAULT 0.00,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available BOOLEAN DEFAULT TRUE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645F64E0-6C30-1969-F150-DCC14E09446A}"/>
              </a:ext>
            </a:extLst>
          </p:cNvPr>
          <p:cNvSpPr txBox="1"/>
          <p:nvPr/>
        </p:nvSpPr>
        <p:spPr>
          <a:xfrm>
            <a:off x="1647682" y="285143"/>
            <a:ext cx="8654618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 out the gaps on Sequelize model </a:t>
            </a:r>
          </a:p>
          <a:p>
            <a:pPr algn="ctr">
              <a:buClr>
                <a:schemeClr val="dk1"/>
              </a:buClr>
              <a:buSzPts val="2800"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match with the bellow SQL table creation statement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6AB06F-E4A1-032F-5968-3622C766C07D}"/>
              </a:ext>
            </a:extLst>
          </p:cNvPr>
          <p:cNvSpPr txBox="1"/>
          <p:nvPr/>
        </p:nvSpPr>
        <p:spPr>
          <a:xfrm>
            <a:off x="5123069" y="1846378"/>
            <a:ext cx="5620529" cy="427809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 const Product = sequelize.define(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'Product</a:t>
            </a:r>
            <a:r>
              <a:rPr lang="en-US" sz="1600" noProof="1">
                <a:latin typeface="Consolas" panose="020B0609020204030204" pitchFamily="49" charset="0"/>
              </a:rPr>
              <a:t>',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name: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type: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DataTypes.STRING(50)</a:t>
            </a:r>
            <a:r>
              <a:rPr lang="en-US" sz="16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allowNull: false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},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price: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type: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DataTypes.DECIMAL(10, 2)</a:t>
            </a:r>
            <a:r>
              <a:rPr lang="en-US" sz="16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defaultValue: 0.00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},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available: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type: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DataTypes.BOOLEAN</a:t>
            </a:r>
            <a:r>
              <a:rPr lang="en-US" sz="16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  </a:t>
            </a:r>
            <a:r>
              <a:rPr lang="en-US" sz="1600" noProof="1">
                <a:solidFill>
                  <a:srgbClr val="FF0000"/>
                </a:solidFill>
                <a:latin typeface="Consolas" panose="020B0609020204030204" pitchFamily="49" charset="0"/>
              </a:rPr>
              <a:t>defaultValue: true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}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}, 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{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  timestamps: false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});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095A7C-EDD4-602A-BB23-84DB982C71CD}"/>
              </a:ext>
            </a:extLst>
          </p:cNvPr>
          <p:cNvSpPr txBox="1"/>
          <p:nvPr/>
        </p:nvSpPr>
        <p:spPr>
          <a:xfrm>
            <a:off x="268576" y="1538602"/>
            <a:ext cx="1456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SQL STATEMENT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06E2F4-E660-CDD5-B529-8072ED79259B}"/>
              </a:ext>
            </a:extLst>
          </p:cNvPr>
          <p:cNvSpPr txBox="1"/>
          <p:nvPr/>
        </p:nvSpPr>
        <p:spPr>
          <a:xfrm>
            <a:off x="4995851" y="1538601"/>
            <a:ext cx="1686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SEQUELIZE MODEL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77294F6-30C0-2505-06EB-A81D132E54ED}"/>
              </a:ext>
            </a:extLst>
          </p:cNvPr>
          <p:cNvCxnSpPr>
            <a:cxnSpLocks/>
          </p:cNvCxnSpPr>
          <p:nvPr/>
        </p:nvCxnSpPr>
        <p:spPr>
          <a:xfrm flipH="1" flipV="1">
            <a:off x="8238226" y="3795623"/>
            <a:ext cx="1626079" cy="56958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ED58761-D5AA-79F5-0CC1-3CF0FB612872}"/>
              </a:ext>
            </a:extLst>
          </p:cNvPr>
          <p:cNvSpPr txBox="1"/>
          <p:nvPr/>
        </p:nvSpPr>
        <p:spPr>
          <a:xfrm>
            <a:off x="9864305" y="4131660"/>
            <a:ext cx="13320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/>
                </a:solidFill>
              </a:rPr>
              <a:t>Default </a:t>
            </a:r>
            <a:r>
              <a:rPr lang="en-US" sz="1400" dirty="0">
                <a:solidFill>
                  <a:schemeClr val="accent4"/>
                </a:solidFill>
              </a:rPr>
              <a:t>values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B0960A-F41E-3AD6-887E-AB16D4AE886D}"/>
              </a:ext>
            </a:extLst>
          </p:cNvPr>
          <p:cNvCxnSpPr>
            <a:cxnSpLocks/>
          </p:cNvCxnSpPr>
          <p:nvPr/>
        </p:nvCxnSpPr>
        <p:spPr>
          <a:xfrm flipH="1">
            <a:off x="8428008" y="4365211"/>
            <a:ext cx="1436297" cy="31004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337B126-CEA5-1ADC-D342-E4ED82037ED6}"/>
              </a:ext>
            </a:extLst>
          </p:cNvPr>
          <p:cNvSpPr txBox="1"/>
          <p:nvPr/>
        </p:nvSpPr>
        <p:spPr>
          <a:xfrm>
            <a:off x="9850398" y="2608215"/>
            <a:ext cx="22391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10 digits in total</a:t>
            </a:r>
          </a:p>
          <a:p>
            <a:r>
              <a:rPr lang="en-US" sz="1400" dirty="0">
                <a:solidFill>
                  <a:schemeClr val="accent4"/>
                </a:solidFill>
              </a:rPr>
              <a:t>2 digits after decimal point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F6A8F1-9EC3-9B67-ABC5-FD52B999EF1D}"/>
              </a:ext>
            </a:extLst>
          </p:cNvPr>
          <p:cNvCxnSpPr>
            <a:cxnSpLocks/>
          </p:cNvCxnSpPr>
          <p:nvPr/>
        </p:nvCxnSpPr>
        <p:spPr>
          <a:xfrm flipH="1">
            <a:off x="9213524" y="2836453"/>
            <a:ext cx="636874" cy="45000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Google Shape;107;p2">
            <a:extLst>
              <a:ext uri="{FF2B5EF4-FFF2-40B4-BE49-F238E27FC236}">
                <a16:creationId xmlns:a16="http://schemas.microsoft.com/office/drawing/2014/main" id="{EB93DD26-4495-4D1B-A958-021F0E27E9D8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1140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26A5-E2BA-5BA4-A11F-CC470ECA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24299D-6A45-3902-C929-166BBB5031BA}"/>
              </a:ext>
            </a:extLst>
          </p:cNvPr>
          <p:cNvSpPr txBox="1"/>
          <p:nvPr/>
        </p:nvSpPr>
        <p:spPr>
          <a:xfrm>
            <a:off x="391142" y="1429273"/>
            <a:ext cx="5390533" cy="280076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CREATE TABLE </a:t>
            </a:r>
            <a:r>
              <a:rPr lang="en-US" sz="1600" b="1" noProof="1">
                <a:latin typeface="Consolas" panose="020B0609020204030204" pitchFamily="49" charset="0"/>
              </a:rPr>
              <a:t>Users</a:t>
            </a:r>
            <a:r>
              <a:rPr lang="en-US" sz="1600" noProof="1">
                <a:latin typeface="Consolas" panose="020B0609020204030204" pitchFamily="49" charset="0"/>
              </a:rPr>
              <a:t> (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id INT PRIMARY KEY AUTO_INCREMENT,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name VARCHAR(100)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);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CREATE TABLE </a:t>
            </a:r>
            <a:r>
              <a:rPr lang="en-US" sz="1600" b="1" noProof="1">
                <a:latin typeface="Consolas" panose="020B0609020204030204" pitchFamily="49" charset="0"/>
              </a:rPr>
              <a:t>Profiles</a:t>
            </a:r>
            <a:r>
              <a:rPr lang="en-US" sz="1600" noProof="1">
                <a:latin typeface="Consolas" panose="020B0609020204030204" pitchFamily="49" charset="0"/>
              </a:rPr>
              <a:t> (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id INT PRIMARY KEY AUTO_INCREMENT,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bio TEXT,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UserId INT UNIQUE,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FOREIGN KEY (UserId) REFERENCES Users(id)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71A4C8C8-284D-0583-506C-00BE0B8C839B}"/>
              </a:ext>
            </a:extLst>
          </p:cNvPr>
          <p:cNvSpPr txBox="1"/>
          <p:nvPr/>
        </p:nvSpPr>
        <p:spPr>
          <a:xfrm>
            <a:off x="2000107" y="114492"/>
            <a:ext cx="8654618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 out the gaps on Sequelize model </a:t>
            </a:r>
          </a:p>
          <a:p>
            <a:pPr algn="ctr">
              <a:buClr>
                <a:schemeClr val="dk1"/>
              </a:buClr>
              <a:buSzPts val="2800"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match with the bellow SQL table creation statement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Google Shape;107;p2">
            <a:extLst>
              <a:ext uri="{FF2B5EF4-FFF2-40B4-BE49-F238E27FC236}">
                <a16:creationId xmlns:a16="http://schemas.microsoft.com/office/drawing/2014/main" id="{A2CF8910-9B1B-2FAD-EC76-C2BF06E4D04C}"/>
              </a:ext>
            </a:extLst>
          </p:cNvPr>
          <p:cNvSpPr txBox="1"/>
          <p:nvPr/>
        </p:nvSpPr>
        <p:spPr>
          <a:xfrm>
            <a:off x="0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9E8B77-1997-3D88-9E8F-F705A30A19E7}"/>
              </a:ext>
            </a:extLst>
          </p:cNvPr>
          <p:cNvSpPr txBox="1"/>
          <p:nvPr/>
        </p:nvSpPr>
        <p:spPr>
          <a:xfrm>
            <a:off x="5994041" y="1429273"/>
            <a:ext cx="5620529" cy="375487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// Define </a:t>
            </a:r>
            <a:r>
              <a:rPr lang="en-US" sz="1400" b="1" noProof="1">
                <a:solidFill>
                  <a:srgbClr val="92D050"/>
                </a:solidFill>
                <a:latin typeface="Consolas" panose="020B0609020204030204" pitchFamily="49" charset="0"/>
              </a:rPr>
              <a:t>User</a:t>
            </a:r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 model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const User = sequelize.define('User',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name: DataTypes.STRING(100),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},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timestamps: false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});</a:t>
            </a:r>
          </a:p>
          <a:p>
            <a:endParaRPr lang="en-US" sz="1400" noProof="1">
              <a:latin typeface="Consolas" panose="020B0609020204030204" pitchFamily="49" charset="0"/>
            </a:endParaRPr>
          </a:p>
          <a:p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// Define </a:t>
            </a:r>
            <a:r>
              <a:rPr lang="en-US" sz="1400" b="1" noProof="1">
                <a:solidFill>
                  <a:srgbClr val="92D050"/>
                </a:solidFill>
                <a:latin typeface="Consolas" panose="020B0609020204030204" pitchFamily="49" charset="0"/>
              </a:rPr>
              <a:t>Profile</a:t>
            </a:r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 model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const Post = sequelize.define(‘Profile',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bio: DataTypes.TEXT(),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},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timestamps: false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});</a:t>
            </a:r>
          </a:p>
          <a:p>
            <a:endParaRPr lang="en-US" sz="1400" noProof="1">
              <a:latin typeface="Consolas" panose="020B0609020204030204" pitchFamily="49" charset="0"/>
            </a:endParaRPr>
          </a:p>
          <a:p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// Define associations</a:t>
            </a:r>
          </a:p>
          <a:p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400" noProof="1">
                <a:latin typeface="Consolas" panose="020B0609020204030204" pitchFamily="49" charset="0"/>
              </a:rPr>
              <a:t>;</a:t>
            </a:r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400" noProof="1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C52FFA-5E8E-BC65-F7E5-BC5BE79779F0}"/>
              </a:ext>
            </a:extLst>
          </p:cNvPr>
          <p:cNvSpPr txBox="1"/>
          <p:nvPr/>
        </p:nvSpPr>
        <p:spPr>
          <a:xfrm>
            <a:off x="391142" y="1121497"/>
            <a:ext cx="1456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SQL STATEMENT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BF4F06-FB0F-48D5-CB32-A7B39E258462}"/>
              </a:ext>
            </a:extLst>
          </p:cNvPr>
          <p:cNvSpPr txBox="1"/>
          <p:nvPr/>
        </p:nvSpPr>
        <p:spPr>
          <a:xfrm>
            <a:off x="5862668" y="1121496"/>
            <a:ext cx="1686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SEQUELIZE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B4BB72-63B0-A97C-30B1-E24A8A422B20}"/>
              </a:ext>
            </a:extLst>
          </p:cNvPr>
          <p:cNvSpPr txBox="1"/>
          <p:nvPr/>
        </p:nvSpPr>
        <p:spPr>
          <a:xfrm>
            <a:off x="0" y="45888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Q4</a:t>
            </a:r>
          </a:p>
        </p:txBody>
      </p:sp>
    </p:spTree>
    <p:extLst>
      <p:ext uri="{BB962C8B-B14F-4D97-AF65-F5344CB8AC3E}">
        <p14:creationId xmlns:p14="http://schemas.microsoft.com/office/powerpoint/2010/main" val="2483140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7B04-D2BB-8E71-E87B-09A0A5BC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6B21AA-0DB0-A5FB-23AE-CEEB944D4516}"/>
              </a:ext>
            </a:extLst>
          </p:cNvPr>
          <p:cNvSpPr txBox="1"/>
          <p:nvPr/>
        </p:nvSpPr>
        <p:spPr>
          <a:xfrm>
            <a:off x="391142" y="1429273"/>
            <a:ext cx="5390533" cy="280076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CREATE TABLE </a:t>
            </a:r>
            <a:r>
              <a:rPr lang="en-US" sz="1600" b="1" noProof="1">
                <a:latin typeface="Consolas" panose="020B0609020204030204" pitchFamily="49" charset="0"/>
              </a:rPr>
              <a:t>Users</a:t>
            </a:r>
            <a:r>
              <a:rPr lang="en-US" sz="1600" noProof="1">
                <a:latin typeface="Consolas" panose="020B0609020204030204" pitchFamily="49" charset="0"/>
              </a:rPr>
              <a:t> (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id INT PRIMARY KEY AUTO_INCREMENT,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name VARCHAR(100)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);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CREATE TABLE </a:t>
            </a:r>
            <a:r>
              <a:rPr lang="en-US" sz="1600" b="1" noProof="1">
                <a:latin typeface="Consolas" panose="020B0609020204030204" pitchFamily="49" charset="0"/>
              </a:rPr>
              <a:t>Profiles</a:t>
            </a:r>
            <a:r>
              <a:rPr lang="en-US" sz="1600" noProof="1">
                <a:latin typeface="Consolas" panose="020B0609020204030204" pitchFamily="49" charset="0"/>
              </a:rPr>
              <a:t> (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id INT PRIMARY KEY AUTO_INCREMENT,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bio TEXT,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UserId INT UNIQUE,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FOREIGN KEY (UserId) REFERENCES Users(id)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21F2E317-E3B0-40E2-DE6C-C3A303F77DAC}"/>
              </a:ext>
            </a:extLst>
          </p:cNvPr>
          <p:cNvSpPr txBox="1"/>
          <p:nvPr/>
        </p:nvSpPr>
        <p:spPr>
          <a:xfrm>
            <a:off x="2000107" y="114492"/>
            <a:ext cx="8654618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 out the gaps on Sequelize model </a:t>
            </a:r>
          </a:p>
          <a:p>
            <a:pPr algn="ctr">
              <a:buClr>
                <a:schemeClr val="dk1"/>
              </a:buClr>
              <a:buSzPts val="2800"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match with the bellow SQL table creation statement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A7449-2D37-E597-99A9-D83A646C739D}"/>
              </a:ext>
            </a:extLst>
          </p:cNvPr>
          <p:cNvSpPr txBox="1"/>
          <p:nvPr/>
        </p:nvSpPr>
        <p:spPr>
          <a:xfrm>
            <a:off x="5994041" y="1429273"/>
            <a:ext cx="5620529" cy="375487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// Define </a:t>
            </a:r>
            <a:r>
              <a:rPr lang="en-US" sz="1400" b="1" noProof="1">
                <a:solidFill>
                  <a:srgbClr val="92D050"/>
                </a:solidFill>
                <a:latin typeface="Consolas" panose="020B0609020204030204" pitchFamily="49" charset="0"/>
              </a:rPr>
              <a:t>User</a:t>
            </a:r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 model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const User = sequelize.define('User',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name: DataTypes.STRING(100),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},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timestamps: false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});</a:t>
            </a:r>
          </a:p>
          <a:p>
            <a:endParaRPr lang="en-US" sz="1400" noProof="1">
              <a:latin typeface="Consolas" panose="020B0609020204030204" pitchFamily="49" charset="0"/>
            </a:endParaRPr>
          </a:p>
          <a:p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// Define </a:t>
            </a:r>
            <a:r>
              <a:rPr lang="en-US" sz="1400" b="1" noProof="1">
                <a:solidFill>
                  <a:srgbClr val="92D050"/>
                </a:solidFill>
                <a:latin typeface="Consolas" panose="020B0609020204030204" pitchFamily="49" charset="0"/>
              </a:rPr>
              <a:t>Profile</a:t>
            </a:r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 model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const Post = sequelize.define(‘Profile',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bio: DataTypes.TEXT(),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},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timestamps: false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});</a:t>
            </a:r>
          </a:p>
          <a:p>
            <a:endParaRPr lang="en-US" sz="1400" noProof="1">
              <a:latin typeface="Consolas" panose="020B0609020204030204" pitchFamily="49" charset="0"/>
            </a:endParaRPr>
          </a:p>
          <a:p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// Define associations</a:t>
            </a:r>
          </a:p>
          <a:p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User.hasOne(Profile);</a:t>
            </a:r>
          </a:p>
          <a:p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Profile.belongsTo(User);</a:t>
            </a:r>
            <a:endParaRPr lang="en-US" sz="1400" noProof="1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287A55-DB3B-1A74-A587-5FBE4CFF1F4C}"/>
              </a:ext>
            </a:extLst>
          </p:cNvPr>
          <p:cNvSpPr txBox="1"/>
          <p:nvPr/>
        </p:nvSpPr>
        <p:spPr>
          <a:xfrm>
            <a:off x="391142" y="1121497"/>
            <a:ext cx="1456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SQL STATEMENT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34784B-7762-5E9E-8364-2CC6A781F856}"/>
              </a:ext>
            </a:extLst>
          </p:cNvPr>
          <p:cNvSpPr txBox="1"/>
          <p:nvPr/>
        </p:nvSpPr>
        <p:spPr>
          <a:xfrm>
            <a:off x="5862668" y="1121496"/>
            <a:ext cx="1686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SEQUELIZE MODEL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2F3316C4-AC34-2C17-20E3-B7645E5EDB44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FD90FE9-D4FE-BDB7-5965-61265991D4FD}"/>
              </a:ext>
            </a:extLst>
          </p:cNvPr>
          <p:cNvCxnSpPr>
            <a:cxnSpLocks/>
          </p:cNvCxnSpPr>
          <p:nvPr/>
        </p:nvCxnSpPr>
        <p:spPr>
          <a:xfrm flipH="1" flipV="1">
            <a:off x="8257276" y="5098383"/>
            <a:ext cx="1626079" cy="56958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47571E5-FE48-C6C7-FE3D-BA02AF625D58}"/>
              </a:ext>
            </a:extLst>
          </p:cNvPr>
          <p:cNvSpPr txBox="1"/>
          <p:nvPr/>
        </p:nvSpPr>
        <p:spPr>
          <a:xfrm>
            <a:off x="9578180" y="5717489"/>
            <a:ext cx="2235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We define the </a:t>
            </a:r>
            <a:r>
              <a:rPr lang="en-US" sz="1400" b="1" dirty="0">
                <a:solidFill>
                  <a:schemeClr val="accent4"/>
                </a:solidFill>
              </a:rPr>
              <a:t>association</a:t>
            </a:r>
          </a:p>
          <a:p>
            <a:r>
              <a:rPr lang="en-US" sz="1400" dirty="0">
                <a:solidFill>
                  <a:schemeClr val="accent4"/>
                </a:solidFill>
              </a:rPr>
              <a:t>User 1---------1 Profile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C7FEBB-5499-DC03-2753-7C2E4B73914C}"/>
              </a:ext>
            </a:extLst>
          </p:cNvPr>
          <p:cNvCxnSpPr>
            <a:cxnSpLocks/>
          </p:cNvCxnSpPr>
          <p:nvPr/>
        </p:nvCxnSpPr>
        <p:spPr>
          <a:xfrm flipH="1" flipV="1">
            <a:off x="8914635" y="3816037"/>
            <a:ext cx="663545" cy="24191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BB615CD-80C2-BB4F-E6B3-A8EBD1DBDB3B}"/>
              </a:ext>
            </a:extLst>
          </p:cNvPr>
          <p:cNvSpPr txBox="1"/>
          <p:nvPr/>
        </p:nvSpPr>
        <p:spPr>
          <a:xfrm>
            <a:off x="9606881" y="3936995"/>
            <a:ext cx="1636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Sequelize manage </a:t>
            </a:r>
          </a:p>
          <a:p>
            <a:r>
              <a:rPr lang="en-US" sz="1400" dirty="0">
                <a:solidFill>
                  <a:schemeClr val="accent4"/>
                </a:solidFill>
              </a:rPr>
              <a:t>the </a:t>
            </a:r>
            <a:r>
              <a:rPr lang="en-US" sz="1400" b="1" dirty="0">
                <a:solidFill>
                  <a:schemeClr val="accent4"/>
                </a:solidFill>
              </a:rPr>
              <a:t>foreign key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B0BE6B-1F64-D36D-CD48-F160DDA68690}"/>
              </a:ext>
            </a:extLst>
          </p:cNvPr>
          <p:cNvCxnSpPr>
            <a:cxnSpLocks/>
          </p:cNvCxnSpPr>
          <p:nvPr/>
        </p:nvCxnSpPr>
        <p:spPr>
          <a:xfrm flipH="1">
            <a:off x="8449871" y="4050769"/>
            <a:ext cx="1128309" cy="836479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307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BE435-1B51-AFE1-94E8-C42A240BD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7EF494-765E-D395-8FD3-074B923A35B5}"/>
              </a:ext>
            </a:extLst>
          </p:cNvPr>
          <p:cNvSpPr txBox="1"/>
          <p:nvPr/>
        </p:nvSpPr>
        <p:spPr>
          <a:xfrm>
            <a:off x="391142" y="1429273"/>
            <a:ext cx="5390533" cy="403187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CREATE TABLE </a:t>
            </a:r>
            <a:r>
              <a:rPr lang="en-US" sz="1600" b="1" noProof="1">
                <a:latin typeface="Consolas" panose="020B0609020204030204" pitchFamily="49" charset="0"/>
              </a:rPr>
              <a:t>Users</a:t>
            </a:r>
            <a:r>
              <a:rPr lang="en-US" sz="1600" noProof="1">
                <a:latin typeface="Consolas" panose="020B0609020204030204" pitchFamily="49" charset="0"/>
              </a:rPr>
              <a:t> (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id INT PRIMARY KEY AUTO_INCREMENT,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name VARCHAR(100)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);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CREATE TABLE </a:t>
            </a:r>
            <a:r>
              <a:rPr lang="en-US" sz="1600" b="1" noProof="1">
                <a:latin typeface="Consolas" panose="020B0609020204030204" pitchFamily="49" charset="0"/>
              </a:rPr>
              <a:t>Posts</a:t>
            </a:r>
            <a:r>
              <a:rPr lang="en-US" sz="1600" noProof="1">
                <a:latin typeface="Consolas" panose="020B0609020204030204" pitchFamily="49" charset="0"/>
              </a:rPr>
              <a:t> (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id INT PRIMARY KEY AUTO_INCREMENT,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title VARCHAR(100),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content TEXT,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UserId INT,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FOREIGN KEY (UserId) REFERENCES Users(id)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);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endParaRPr lang="en-US" sz="1600" noProof="1">
              <a:latin typeface="Consolas" panose="020B0609020204030204" pitchFamily="49" charset="0"/>
            </a:endParaRPr>
          </a:p>
          <a:p>
            <a:endParaRPr lang="en-US" sz="1600" noProof="1">
              <a:latin typeface="Consolas" panose="020B0609020204030204" pitchFamily="49" charset="0"/>
            </a:endParaRPr>
          </a:p>
          <a:p>
            <a:endParaRPr lang="en-US" sz="1600" noProof="1">
              <a:latin typeface="Consolas" panose="020B0609020204030204" pitchFamily="49" charset="0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A5299241-DFEC-6574-2AB4-122B61C6126C}"/>
              </a:ext>
            </a:extLst>
          </p:cNvPr>
          <p:cNvSpPr txBox="1"/>
          <p:nvPr/>
        </p:nvSpPr>
        <p:spPr>
          <a:xfrm>
            <a:off x="2000107" y="114492"/>
            <a:ext cx="8654618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 out the gaps on Sequelize model </a:t>
            </a:r>
          </a:p>
          <a:p>
            <a:pPr algn="ctr">
              <a:buClr>
                <a:schemeClr val="dk1"/>
              </a:buClr>
              <a:buSzPts val="2800"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match with the bellow SQL table creation statement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Google Shape;107;p2">
            <a:extLst>
              <a:ext uri="{FF2B5EF4-FFF2-40B4-BE49-F238E27FC236}">
                <a16:creationId xmlns:a16="http://schemas.microsoft.com/office/drawing/2014/main" id="{DD4C7430-B7DE-C562-C57C-4126FE0E3541}"/>
              </a:ext>
            </a:extLst>
          </p:cNvPr>
          <p:cNvSpPr txBox="1"/>
          <p:nvPr/>
        </p:nvSpPr>
        <p:spPr>
          <a:xfrm>
            <a:off x="0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75B98-AC71-78D5-3359-892074883C22}"/>
              </a:ext>
            </a:extLst>
          </p:cNvPr>
          <p:cNvSpPr txBox="1"/>
          <p:nvPr/>
        </p:nvSpPr>
        <p:spPr>
          <a:xfrm>
            <a:off x="5994041" y="1429273"/>
            <a:ext cx="5620529" cy="39703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// Define User model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const User = sequelize.define('User',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name: </a:t>
            </a:r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},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timestamps: false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});</a:t>
            </a:r>
          </a:p>
          <a:p>
            <a:endParaRPr lang="en-US" sz="1400" noProof="1">
              <a:latin typeface="Consolas" panose="020B0609020204030204" pitchFamily="49" charset="0"/>
            </a:endParaRPr>
          </a:p>
          <a:p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// Define Post model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const Post = sequelize.define('Post',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title: </a:t>
            </a:r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4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content: </a:t>
            </a:r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4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},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timestamps: false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});</a:t>
            </a:r>
          </a:p>
          <a:p>
            <a:endParaRPr lang="en-US" sz="1400" noProof="1">
              <a:latin typeface="Consolas" panose="020B0609020204030204" pitchFamily="49" charset="0"/>
            </a:endParaRPr>
          </a:p>
          <a:p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// Define associations</a:t>
            </a:r>
          </a:p>
          <a:p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400" noProof="1">
                <a:latin typeface="Consolas" panose="020B0609020204030204" pitchFamily="49" charset="0"/>
              </a:rPr>
              <a:t>;</a:t>
            </a:r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________</a:t>
            </a:r>
            <a:r>
              <a:rPr lang="en-US" sz="1400" noProof="1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78B5D6-C1F8-B5B7-796A-FBA0142DED19}"/>
              </a:ext>
            </a:extLst>
          </p:cNvPr>
          <p:cNvSpPr txBox="1"/>
          <p:nvPr/>
        </p:nvSpPr>
        <p:spPr>
          <a:xfrm>
            <a:off x="391142" y="1121497"/>
            <a:ext cx="1456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SQL STATEMENT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2C8636-3E24-77B6-EAE2-8A1C376A6E5A}"/>
              </a:ext>
            </a:extLst>
          </p:cNvPr>
          <p:cNvSpPr txBox="1"/>
          <p:nvPr/>
        </p:nvSpPr>
        <p:spPr>
          <a:xfrm>
            <a:off x="5862668" y="1121496"/>
            <a:ext cx="1686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SEQUELIZE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B65C4B-7A01-FFF4-335A-BF6EE3D98878}"/>
              </a:ext>
            </a:extLst>
          </p:cNvPr>
          <p:cNvSpPr txBox="1"/>
          <p:nvPr/>
        </p:nvSpPr>
        <p:spPr>
          <a:xfrm>
            <a:off x="0" y="45888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Q5</a:t>
            </a:r>
          </a:p>
        </p:txBody>
      </p:sp>
    </p:spTree>
    <p:extLst>
      <p:ext uri="{BB962C8B-B14F-4D97-AF65-F5344CB8AC3E}">
        <p14:creationId xmlns:p14="http://schemas.microsoft.com/office/powerpoint/2010/main" val="3745085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5F78-A9AE-AC33-BB5E-A8A8CEEFF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2E456B-7FE5-21E7-1847-B6C548F74BE1}"/>
              </a:ext>
            </a:extLst>
          </p:cNvPr>
          <p:cNvSpPr txBox="1"/>
          <p:nvPr/>
        </p:nvSpPr>
        <p:spPr>
          <a:xfrm>
            <a:off x="391142" y="1429273"/>
            <a:ext cx="5390533" cy="403187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</a:rPr>
              <a:t>CREATE TABLE </a:t>
            </a:r>
            <a:r>
              <a:rPr lang="en-US" sz="1600" b="1" noProof="1">
                <a:latin typeface="Consolas" panose="020B0609020204030204" pitchFamily="49" charset="0"/>
              </a:rPr>
              <a:t>Users</a:t>
            </a:r>
            <a:r>
              <a:rPr lang="en-US" sz="1600" noProof="1">
                <a:latin typeface="Consolas" panose="020B0609020204030204" pitchFamily="49" charset="0"/>
              </a:rPr>
              <a:t> (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id INT PRIMARY KEY AUTO_INCREMENT,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name VARCHAR(100)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);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r>
              <a:rPr lang="en-US" sz="1600" noProof="1">
                <a:latin typeface="Consolas" panose="020B0609020204030204" pitchFamily="49" charset="0"/>
              </a:rPr>
              <a:t>CREATE TABLE </a:t>
            </a:r>
            <a:r>
              <a:rPr lang="en-US" sz="1600" b="1" noProof="1">
                <a:latin typeface="Consolas" panose="020B0609020204030204" pitchFamily="49" charset="0"/>
              </a:rPr>
              <a:t>Posts</a:t>
            </a:r>
            <a:r>
              <a:rPr lang="en-US" sz="1600" noProof="1">
                <a:latin typeface="Consolas" panose="020B0609020204030204" pitchFamily="49" charset="0"/>
              </a:rPr>
              <a:t> (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id INT PRIMARY KEY AUTO_INCREMENT,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title VARCHAR(100),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content TEXT,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UserId INT,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  FOREIGN KEY (UserId) REFERENCES Users(id)</a:t>
            </a:r>
          </a:p>
          <a:p>
            <a:r>
              <a:rPr lang="en-US" sz="1600" noProof="1">
                <a:latin typeface="Consolas" panose="020B0609020204030204" pitchFamily="49" charset="0"/>
              </a:rPr>
              <a:t>);</a:t>
            </a:r>
          </a:p>
          <a:p>
            <a:endParaRPr lang="en-US" sz="1600" noProof="1">
              <a:latin typeface="Consolas" panose="020B0609020204030204" pitchFamily="49" charset="0"/>
            </a:endParaRPr>
          </a:p>
          <a:p>
            <a:endParaRPr lang="en-US" sz="1600" noProof="1">
              <a:latin typeface="Consolas" panose="020B0609020204030204" pitchFamily="49" charset="0"/>
            </a:endParaRPr>
          </a:p>
          <a:p>
            <a:endParaRPr lang="en-US" sz="1600" noProof="1">
              <a:latin typeface="Consolas" panose="020B0609020204030204" pitchFamily="49" charset="0"/>
            </a:endParaRPr>
          </a:p>
          <a:p>
            <a:endParaRPr lang="en-US" sz="1600" noProof="1">
              <a:latin typeface="Consolas" panose="020B0609020204030204" pitchFamily="49" charset="0"/>
            </a:endParaRPr>
          </a:p>
        </p:txBody>
      </p:sp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3A357FCC-74DB-4FD9-55E6-D09E8A95B46D}"/>
              </a:ext>
            </a:extLst>
          </p:cNvPr>
          <p:cNvSpPr txBox="1"/>
          <p:nvPr/>
        </p:nvSpPr>
        <p:spPr>
          <a:xfrm>
            <a:off x="2000107" y="114492"/>
            <a:ext cx="8654618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 out the gaps on Sequelize model </a:t>
            </a:r>
          </a:p>
          <a:p>
            <a:pPr algn="ctr">
              <a:buClr>
                <a:schemeClr val="dk1"/>
              </a:buClr>
              <a:buSzPts val="2800"/>
            </a:pP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match with the bellow SQL table creation statement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C7988-0FBE-AA54-0650-30A60F0A92BC}"/>
              </a:ext>
            </a:extLst>
          </p:cNvPr>
          <p:cNvSpPr txBox="1"/>
          <p:nvPr/>
        </p:nvSpPr>
        <p:spPr>
          <a:xfrm>
            <a:off x="5966683" y="1429273"/>
            <a:ext cx="5620529" cy="39703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// Define User model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const User = sequelize.define('User',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name: </a:t>
            </a:r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DataTypes.STRING(100)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},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timestamps: false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});</a:t>
            </a:r>
          </a:p>
          <a:p>
            <a:endParaRPr lang="en-US" sz="1400" noProof="1">
              <a:latin typeface="Consolas" panose="020B0609020204030204" pitchFamily="49" charset="0"/>
            </a:endParaRPr>
          </a:p>
          <a:p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// Define Post model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const Post = sequelize.define('Post',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title: </a:t>
            </a:r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DataTypes.STRING(100)</a:t>
            </a:r>
            <a:r>
              <a:rPr lang="en-US" sz="14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content: </a:t>
            </a:r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DataTypes.TEXT</a:t>
            </a:r>
            <a:r>
              <a:rPr lang="en-US" sz="1400" noProof="1">
                <a:latin typeface="Consolas" panose="020B0609020204030204" pitchFamily="49" charset="0"/>
              </a:rPr>
              <a:t>,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}, {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  timestamps: false</a:t>
            </a:r>
          </a:p>
          <a:p>
            <a:r>
              <a:rPr lang="en-US" sz="1400" noProof="1">
                <a:latin typeface="Consolas" panose="020B0609020204030204" pitchFamily="49" charset="0"/>
              </a:rPr>
              <a:t>});</a:t>
            </a:r>
          </a:p>
          <a:p>
            <a:endParaRPr lang="en-US" sz="1400" noProof="1">
              <a:latin typeface="Consolas" panose="020B0609020204030204" pitchFamily="49" charset="0"/>
            </a:endParaRPr>
          </a:p>
          <a:p>
            <a:r>
              <a:rPr lang="en-US" sz="1400" noProof="1">
                <a:solidFill>
                  <a:srgbClr val="92D050"/>
                </a:solidFill>
                <a:latin typeface="Consolas" panose="020B0609020204030204" pitchFamily="49" charset="0"/>
              </a:rPr>
              <a:t>// Define associations</a:t>
            </a:r>
          </a:p>
          <a:p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User.hasMany(Post);</a:t>
            </a:r>
          </a:p>
          <a:p>
            <a:r>
              <a:rPr lang="en-US" sz="1400" noProof="1">
                <a:solidFill>
                  <a:srgbClr val="FF0000"/>
                </a:solidFill>
                <a:latin typeface="Consolas" panose="020B0609020204030204" pitchFamily="49" charset="0"/>
              </a:rPr>
              <a:t>Post.belongsTo(User);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1FE203-E03D-10B7-AF87-3CBF09E71EF4}"/>
              </a:ext>
            </a:extLst>
          </p:cNvPr>
          <p:cNvSpPr txBox="1"/>
          <p:nvPr/>
        </p:nvSpPr>
        <p:spPr>
          <a:xfrm>
            <a:off x="391142" y="1121497"/>
            <a:ext cx="1456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SQL STATEMENT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8728CE-C48D-3376-BB0B-5E341D4E5E06}"/>
              </a:ext>
            </a:extLst>
          </p:cNvPr>
          <p:cNvSpPr txBox="1"/>
          <p:nvPr/>
        </p:nvSpPr>
        <p:spPr>
          <a:xfrm>
            <a:off x="5862668" y="1121496"/>
            <a:ext cx="1686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SEQUELIZE MODEL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D90BA917-D3D7-2977-6184-DFE9EF713F49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D97049-BEFD-F7F1-C5C9-A0D971497A96}"/>
              </a:ext>
            </a:extLst>
          </p:cNvPr>
          <p:cNvCxnSpPr>
            <a:cxnSpLocks/>
          </p:cNvCxnSpPr>
          <p:nvPr/>
        </p:nvCxnSpPr>
        <p:spPr>
          <a:xfrm flipH="1" flipV="1">
            <a:off x="8257276" y="5098383"/>
            <a:ext cx="1626079" cy="56958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2E54E4-D90B-97EC-FB9F-DC5CC30466C6}"/>
              </a:ext>
            </a:extLst>
          </p:cNvPr>
          <p:cNvSpPr txBox="1"/>
          <p:nvPr/>
        </p:nvSpPr>
        <p:spPr>
          <a:xfrm>
            <a:off x="9578180" y="5717489"/>
            <a:ext cx="2235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We define the </a:t>
            </a:r>
            <a:r>
              <a:rPr lang="en-US" sz="1400" b="1" dirty="0">
                <a:solidFill>
                  <a:schemeClr val="accent4"/>
                </a:solidFill>
              </a:rPr>
              <a:t>association</a:t>
            </a:r>
          </a:p>
          <a:p>
            <a:r>
              <a:rPr lang="en-US" sz="1400" dirty="0">
                <a:solidFill>
                  <a:schemeClr val="accent4"/>
                </a:solidFill>
              </a:rPr>
              <a:t>User 1---------* Post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FCF61C-1208-CC38-2C50-BB5A6A77C51E}"/>
              </a:ext>
            </a:extLst>
          </p:cNvPr>
          <p:cNvCxnSpPr>
            <a:cxnSpLocks/>
          </p:cNvCxnSpPr>
          <p:nvPr/>
        </p:nvCxnSpPr>
        <p:spPr>
          <a:xfrm flipH="1" flipV="1">
            <a:off x="8914635" y="3816037"/>
            <a:ext cx="663545" cy="24191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6C04C02-49B6-A9E3-F789-EB1440B20361}"/>
              </a:ext>
            </a:extLst>
          </p:cNvPr>
          <p:cNvSpPr txBox="1"/>
          <p:nvPr/>
        </p:nvSpPr>
        <p:spPr>
          <a:xfrm>
            <a:off x="9606881" y="3936995"/>
            <a:ext cx="1636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Sequelize manage </a:t>
            </a:r>
          </a:p>
          <a:p>
            <a:r>
              <a:rPr lang="en-US" sz="1400" dirty="0">
                <a:solidFill>
                  <a:schemeClr val="accent4"/>
                </a:solidFill>
              </a:rPr>
              <a:t>the </a:t>
            </a:r>
            <a:r>
              <a:rPr lang="en-US" sz="1400" b="1" dirty="0">
                <a:solidFill>
                  <a:schemeClr val="accent4"/>
                </a:solidFill>
              </a:rPr>
              <a:t>foreign key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53E616-F1B7-DE99-5CDC-2EFE485363A2}"/>
              </a:ext>
            </a:extLst>
          </p:cNvPr>
          <p:cNvCxnSpPr>
            <a:cxnSpLocks/>
          </p:cNvCxnSpPr>
          <p:nvPr/>
        </p:nvCxnSpPr>
        <p:spPr>
          <a:xfrm flipH="1">
            <a:off x="8449871" y="4050769"/>
            <a:ext cx="1128309" cy="836479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979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AE9B7-9A9C-E7FE-B00A-78E78FD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B9599B7E-0813-8827-BD33-AD5ECE57FEB6}"/>
              </a:ext>
            </a:extLst>
          </p:cNvPr>
          <p:cNvSpPr txBox="1"/>
          <p:nvPr/>
        </p:nvSpPr>
        <p:spPr>
          <a:xfrm>
            <a:off x="612490" y="738606"/>
            <a:ext cx="1096701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of the following Sequelize commands will</a:t>
            </a:r>
          </a:p>
          <a:p>
            <a:pPr algn="ctr">
              <a:buClr>
                <a:schemeClr val="dk1"/>
              </a:buClr>
              <a:buSzPts val="2800"/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28750" lvl="2" indent="-514350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 all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tables </a:t>
            </a:r>
          </a:p>
          <a:p>
            <a:pPr marL="1428750" lvl="2" indent="-514350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Recreate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them based on the current model definitions?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82A3B1AF-B084-B3BF-A1E0-4AEA9FE95897}"/>
              </a:ext>
            </a:extLst>
          </p:cNvPr>
          <p:cNvSpPr txBox="1"/>
          <p:nvPr/>
        </p:nvSpPr>
        <p:spPr>
          <a:xfrm>
            <a:off x="0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5AEA8E47-7A3D-6511-2537-B012589D6165}"/>
              </a:ext>
            </a:extLst>
          </p:cNvPr>
          <p:cNvSpPr txBox="1"/>
          <p:nvPr/>
        </p:nvSpPr>
        <p:spPr>
          <a:xfrm>
            <a:off x="1918776" y="3844663"/>
            <a:ext cx="8792768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A. </a:t>
            </a:r>
            <a:r>
              <a:rPr lang="en-US" sz="32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sequelize.sync</a:t>
            </a: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()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B. </a:t>
            </a:r>
            <a:r>
              <a:rPr lang="en-US" sz="32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sequelize.sync</a:t>
            </a: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alter: true })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C. </a:t>
            </a:r>
            <a:r>
              <a:rPr lang="en-US" sz="32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sequelize.sync</a:t>
            </a: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force: true })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D. </a:t>
            </a:r>
            <a:r>
              <a:rPr lang="en-US" sz="32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sequelize.sync</a:t>
            </a: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logging: false })</a:t>
            </a:r>
            <a:endParaRPr lang="en-US" sz="3200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2561F7-5F6D-EF6D-6A51-B289EEF1D913}"/>
              </a:ext>
            </a:extLst>
          </p:cNvPr>
          <p:cNvSpPr txBox="1"/>
          <p:nvPr/>
        </p:nvSpPr>
        <p:spPr>
          <a:xfrm>
            <a:off x="0" y="45888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Q6</a:t>
            </a:r>
          </a:p>
        </p:txBody>
      </p:sp>
    </p:spTree>
    <p:extLst>
      <p:ext uri="{BB962C8B-B14F-4D97-AF65-F5344CB8AC3E}">
        <p14:creationId xmlns:p14="http://schemas.microsoft.com/office/powerpoint/2010/main" val="1441380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1747-0B15-5054-55CF-33C1D40D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4649F18B-AF92-4FF1-A577-BE93C46D31B8}"/>
              </a:ext>
            </a:extLst>
          </p:cNvPr>
          <p:cNvSpPr txBox="1"/>
          <p:nvPr/>
        </p:nvSpPr>
        <p:spPr>
          <a:xfrm>
            <a:off x="612490" y="738606"/>
            <a:ext cx="1096701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of the following Sequelize commands will</a:t>
            </a:r>
          </a:p>
          <a:p>
            <a:pPr algn="ctr">
              <a:buClr>
                <a:schemeClr val="dk1"/>
              </a:buClr>
              <a:buSzPts val="2800"/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28750" lvl="2" indent="-514350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 all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tables </a:t>
            </a:r>
          </a:p>
          <a:p>
            <a:pPr marL="1428750" lvl="2" indent="-514350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Recreate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them based on the current model definitions?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66CDF166-2262-279B-BC86-B6317B71DEBE}"/>
              </a:ext>
            </a:extLst>
          </p:cNvPr>
          <p:cNvSpPr txBox="1"/>
          <p:nvPr/>
        </p:nvSpPr>
        <p:spPr>
          <a:xfrm>
            <a:off x="1918776" y="3844663"/>
            <a:ext cx="8792768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A. </a:t>
            </a:r>
            <a:r>
              <a:rPr lang="en-US" sz="32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sequelize.sync</a:t>
            </a: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()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B. </a:t>
            </a:r>
            <a:r>
              <a:rPr lang="en-US" sz="32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sequelize.sync</a:t>
            </a: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alter: true })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C. </a:t>
            </a:r>
            <a:r>
              <a:rPr lang="en-US" sz="32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sequelize.sync</a:t>
            </a: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force: true })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D. </a:t>
            </a:r>
            <a:r>
              <a:rPr lang="en-US" sz="32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sequelize.sync</a:t>
            </a:r>
            <a:r>
              <a:rPr lang="en-US" sz="32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logging: false })</a:t>
            </a:r>
            <a:endParaRPr lang="en-US" sz="3200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Google Shape;107;p2">
            <a:extLst>
              <a:ext uri="{FF2B5EF4-FFF2-40B4-BE49-F238E27FC236}">
                <a16:creationId xmlns:a16="http://schemas.microsoft.com/office/drawing/2014/main" id="{6A935C6D-FE53-3D49-D72D-138211003690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E7F3CE-356D-B02E-4DBD-BDA7210EFE92}"/>
              </a:ext>
            </a:extLst>
          </p:cNvPr>
          <p:cNvSpPr/>
          <p:nvPr/>
        </p:nvSpPr>
        <p:spPr>
          <a:xfrm>
            <a:off x="1998293" y="4875694"/>
            <a:ext cx="466786" cy="466786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64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3FA8E-F24D-D864-C541-D0634FC7D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95C4168F-A46D-89B8-6A3E-DA75BF676BB7}"/>
              </a:ext>
            </a:extLst>
          </p:cNvPr>
          <p:cNvSpPr txBox="1"/>
          <p:nvPr/>
        </p:nvSpPr>
        <p:spPr>
          <a:xfrm>
            <a:off x="458276" y="442813"/>
            <a:ext cx="1096701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difference between the following code snippets?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F7E4A033-8F63-BB0A-E2B3-84F7289964CF}"/>
              </a:ext>
            </a:extLst>
          </p:cNvPr>
          <p:cNvSpPr txBox="1"/>
          <p:nvPr/>
        </p:nvSpPr>
        <p:spPr>
          <a:xfrm>
            <a:off x="0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39CF4F60-7D16-2FB3-E138-9FEE62C90CF8}"/>
              </a:ext>
            </a:extLst>
          </p:cNvPr>
          <p:cNvSpPr txBox="1"/>
          <p:nvPr/>
        </p:nvSpPr>
        <p:spPr>
          <a:xfrm>
            <a:off x="458276" y="4025918"/>
            <a:ext cx="539642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1.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A builds then saves manually;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B does both in one step.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22DA0-96A3-8F9B-1859-0ED3BC9FDDFB}"/>
              </a:ext>
            </a:extLst>
          </p:cNvPr>
          <p:cNvSpPr txBox="1"/>
          <p:nvPr/>
        </p:nvSpPr>
        <p:spPr>
          <a:xfrm>
            <a:off x="2892966" y="1726534"/>
            <a:ext cx="7150611" cy="101566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const jane =  User.</a:t>
            </a:r>
            <a:r>
              <a:rPr lang="en-US" sz="2000" b="1" noProof="1">
                <a:latin typeface="Consolas" panose="020B0609020204030204" pitchFamily="49" charset="0"/>
              </a:rPr>
              <a:t>build</a:t>
            </a:r>
            <a:r>
              <a:rPr lang="en-US" sz="2000" noProof="1">
                <a:latin typeface="Consolas" panose="020B0609020204030204" pitchFamily="49" charset="0"/>
              </a:rPr>
              <a:t>({ name: 'Jane' });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await jane.</a:t>
            </a:r>
            <a:r>
              <a:rPr lang="en-US" sz="2000" b="1" noProof="1">
                <a:latin typeface="Consolas" panose="020B0609020204030204" pitchFamily="49" charset="0"/>
              </a:rPr>
              <a:t>save</a:t>
            </a:r>
            <a:r>
              <a:rPr lang="en-US" sz="2000" noProof="1">
                <a:latin typeface="Consolas" panose="020B0609020204030204" pitchFamily="49" charset="0"/>
              </a:rPr>
              <a:t>();</a:t>
            </a:r>
          </a:p>
          <a:p>
            <a:endParaRPr lang="en-US" sz="2000" noProof="1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DDA19-93D4-526E-288C-C76B00592315}"/>
              </a:ext>
            </a:extLst>
          </p:cNvPr>
          <p:cNvSpPr txBox="1"/>
          <p:nvPr/>
        </p:nvSpPr>
        <p:spPr>
          <a:xfrm>
            <a:off x="2946400" y="3163965"/>
            <a:ext cx="700724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1">
                <a:latin typeface="Consolas" panose="020B0609020204030204" pitchFamily="49" charset="0"/>
              </a:rPr>
              <a:t>const jane = await User.</a:t>
            </a:r>
            <a:r>
              <a:rPr lang="en-US" b="1" noProof="1">
                <a:latin typeface="Consolas" panose="020B0609020204030204" pitchFamily="49" charset="0"/>
              </a:rPr>
              <a:t>create</a:t>
            </a:r>
            <a:r>
              <a:rPr lang="en-US" noProof="1">
                <a:latin typeface="Consolas" panose="020B0609020204030204" pitchFamily="49" charset="0"/>
              </a:rPr>
              <a:t>({ name: 'Jane' 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CD7327-95A4-3D75-B2EF-4E5037DA97FF}"/>
              </a:ext>
            </a:extLst>
          </p:cNvPr>
          <p:cNvSpPr txBox="1"/>
          <p:nvPr/>
        </p:nvSpPr>
        <p:spPr>
          <a:xfrm>
            <a:off x="3036337" y="1474630"/>
            <a:ext cx="842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CODE 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ADBCE-E52A-E4BD-3DCB-8D33EB1EA26E}"/>
              </a:ext>
            </a:extLst>
          </p:cNvPr>
          <p:cNvSpPr txBox="1"/>
          <p:nvPr/>
        </p:nvSpPr>
        <p:spPr>
          <a:xfrm>
            <a:off x="2892966" y="2874605"/>
            <a:ext cx="8458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CODE  B</a:t>
            </a:r>
          </a:p>
        </p:txBody>
      </p:sp>
      <p:sp>
        <p:nvSpPr>
          <p:cNvPr id="9" name="Google Shape;111;p2">
            <a:extLst>
              <a:ext uri="{FF2B5EF4-FFF2-40B4-BE49-F238E27FC236}">
                <a16:creationId xmlns:a16="http://schemas.microsoft.com/office/drawing/2014/main" id="{0063C762-1260-B7E3-3398-DA3CBE02CE60}"/>
              </a:ext>
            </a:extLst>
          </p:cNvPr>
          <p:cNvSpPr txBox="1"/>
          <p:nvPr/>
        </p:nvSpPr>
        <p:spPr>
          <a:xfrm>
            <a:off x="343976" y="5549570"/>
            <a:ext cx="539642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2.</a:t>
            </a:r>
            <a:endParaRPr lang="en-US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A lets you modify before saving; 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B saves right away. </a:t>
            </a:r>
          </a:p>
        </p:txBody>
      </p:sp>
      <p:sp>
        <p:nvSpPr>
          <p:cNvPr id="10" name="Google Shape;111;p2">
            <a:extLst>
              <a:ext uri="{FF2B5EF4-FFF2-40B4-BE49-F238E27FC236}">
                <a16:creationId xmlns:a16="http://schemas.microsoft.com/office/drawing/2014/main" id="{95B88CFC-9E1B-97AF-0138-383DBFAF4CD2}"/>
              </a:ext>
            </a:extLst>
          </p:cNvPr>
          <p:cNvSpPr txBox="1"/>
          <p:nvPr/>
        </p:nvSpPr>
        <p:spPr>
          <a:xfrm>
            <a:off x="6592376" y="4025918"/>
            <a:ext cx="539642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3.</a:t>
            </a:r>
            <a:endParaRPr lang="en-US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A saves immediately; 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B only builds the object.</a:t>
            </a:r>
          </a:p>
        </p:txBody>
      </p:sp>
      <p:sp>
        <p:nvSpPr>
          <p:cNvPr id="11" name="Google Shape;111;p2">
            <a:extLst>
              <a:ext uri="{FF2B5EF4-FFF2-40B4-BE49-F238E27FC236}">
                <a16:creationId xmlns:a16="http://schemas.microsoft.com/office/drawing/2014/main" id="{6E4AAD4F-2EBB-E8A7-53C1-D8927D624312}"/>
              </a:ext>
            </a:extLst>
          </p:cNvPr>
          <p:cNvSpPr txBox="1"/>
          <p:nvPr/>
        </p:nvSpPr>
        <p:spPr>
          <a:xfrm>
            <a:off x="6592376" y="5549570"/>
            <a:ext cx="539642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4.</a:t>
            </a:r>
            <a:endParaRPr lang="en-US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B returns undefined unless saved;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A returns the instance.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9D81A-C888-82D1-7D1D-1C03A273AEF5}"/>
              </a:ext>
            </a:extLst>
          </p:cNvPr>
          <p:cNvSpPr txBox="1"/>
          <p:nvPr/>
        </p:nvSpPr>
        <p:spPr>
          <a:xfrm>
            <a:off x="0" y="45888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Q7</a:t>
            </a:r>
          </a:p>
        </p:txBody>
      </p:sp>
    </p:spTree>
    <p:extLst>
      <p:ext uri="{BB962C8B-B14F-4D97-AF65-F5344CB8AC3E}">
        <p14:creationId xmlns:p14="http://schemas.microsoft.com/office/powerpoint/2010/main" val="4025507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D74FE-F6D6-14BD-C268-5797DAB9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83EE8B29-1F60-0DBF-A106-D46EAB6588F4}"/>
              </a:ext>
            </a:extLst>
          </p:cNvPr>
          <p:cNvSpPr txBox="1"/>
          <p:nvPr/>
        </p:nvSpPr>
        <p:spPr>
          <a:xfrm>
            <a:off x="458276" y="442813"/>
            <a:ext cx="1096701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difference between the following code snippets?</a:t>
            </a:r>
            <a:endParaRPr lang="en-US" sz="2000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Google Shape;111;p2">
            <a:extLst>
              <a:ext uri="{FF2B5EF4-FFF2-40B4-BE49-F238E27FC236}">
                <a16:creationId xmlns:a16="http://schemas.microsoft.com/office/drawing/2014/main" id="{E92CA4B0-2AF2-0E67-3C72-EAA7F5AAE9C4}"/>
              </a:ext>
            </a:extLst>
          </p:cNvPr>
          <p:cNvSpPr txBox="1"/>
          <p:nvPr/>
        </p:nvSpPr>
        <p:spPr>
          <a:xfrm>
            <a:off x="458276" y="4025918"/>
            <a:ext cx="539642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1.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A builds then saves manually;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B does both in one step.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537AE-B863-F02B-61F1-E56837CDA58B}"/>
              </a:ext>
            </a:extLst>
          </p:cNvPr>
          <p:cNvSpPr txBox="1"/>
          <p:nvPr/>
        </p:nvSpPr>
        <p:spPr>
          <a:xfrm>
            <a:off x="2892966" y="1726534"/>
            <a:ext cx="7150611" cy="101566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const jane =  User.</a:t>
            </a:r>
            <a:r>
              <a:rPr lang="en-US" sz="2000" b="1" noProof="1">
                <a:latin typeface="Consolas" panose="020B0609020204030204" pitchFamily="49" charset="0"/>
              </a:rPr>
              <a:t>build</a:t>
            </a:r>
            <a:r>
              <a:rPr lang="en-US" sz="2000" noProof="1">
                <a:latin typeface="Consolas" panose="020B0609020204030204" pitchFamily="49" charset="0"/>
              </a:rPr>
              <a:t>({ name: 'Jane' });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await jane.</a:t>
            </a:r>
            <a:r>
              <a:rPr lang="en-US" sz="2000" b="1" noProof="1">
                <a:latin typeface="Consolas" panose="020B0609020204030204" pitchFamily="49" charset="0"/>
              </a:rPr>
              <a:t>save</a:t>
            </a:r>
            <a:r>
              <a:rPr lang="en-US" sz="2000" noProof="1">
                <a:latin typeface="Consolas" panose="020B0609020204030204" pitchFamily="49" charset="0"/>
              </a:rPr>
              <a:t>();</a:t>
            </a:r>
          </a:p>
          <a:p>
            <a:endParaRPr lang="en-US" sz="2000" noProof="1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DC545-7A2A-351E-7222-AAFAD23C445E}"/>
              </a:ext>
            </a:extLst>
          </p:cNvPr>
          <p:cNvSpPr txBox="1"/>
          <p:nvPr/>
        </p:nvSpPr>
        <p:spPr>
          <a:xfrm>
            <a:off x="2946400" y="3163965"/>
            <a:ext cx="700724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noProof="1">
                <a:latin typeface="Consolas" panose="020B0609020204030204" pitchFamily="49" charset="0"/>
              </a:rPr>
              <a:t>const jane = await User.</a:t>
            </a:r>
            <a:r>
              <a:rPr lang="en-US" b="1" noProof="1">
                <a:latin typeface="Consolas" panose="020B0609020204030204" pitchFamily="49" charset="0"/>
              </a:rPr>
              <a:t>create</a:t>
            </a:r>
            <a:r>
              <a:rPr lang="en-US" noProof="1">
                <a:latin typeface="Consolas" panose="020B0609020204030204" pitchFamily="49" charset="0"/>
              </a:rPr>
              <a:t>({ name: 'Jane' 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E07727-CBFB-C751-6D29-BC2937D7C5EF}"/>
              </a:ext>
            </a:extLst>
          </p:cNvPr>
          <p:cNvSpPr txBox="1"/>
          <p:nvPr/>
        </p:nvSpPr>
        <p:spPr>
          <a:xfrm>
            <a:off x="3036337" y="1474630"/>
            <a:ext cx="842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CODE 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CABB1A-7B51-B616-57B4-C6DBC6F5ACD7}"/>
              </a:ext>
            </a:extLst>
          </p:cNvPr>
          <p:cNvSpPr txBox="1"/>
          <p:nvPr/>
        </p:nvSpPr>
        <p:spPr>
          <a:xfrm>
            <a:off x="2892966" y="2874605"/>
            <a:ext cx="8458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CODE  B</a:t>
            </a:r>
          </a:p>
        </p:txBody>
      </p:sp>
      <p:sp>
        <p:nvSpPr>
          <p:cNvPr id="9" name="Google Shape;111;p2">
            <a:extLst>
              <a:ext uri="{FF2B5EF4-FFF2-40B4-BE49-F238E27FC236}">
                <a16:creationId xmlns:a16="http://schemas.microsoft.com/office/drawing/2014/main" id="{F3C01BF6-199E-1872-DCCE-4060B9686F38}"/>
              </a:ext>
            </a:extLst>
          </p:cNvPr>
          <p:cNvSpPr txBox="1"/>
          <p:nvPr/>
        </p:nvSpPr>
        <p:spPr>
          <a:xfrm>
            <a:off x="343976" y="5549570"/>
            <a:ext cx="539642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2.</a:t>
            </a:r>
            <a:endParaRPr lang="en-US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A lets you modify before saving; 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B saves right away. </a:t>
            </a:r>
          </a:p>
        </p:txBody>
      </p:sp>
      <p:sp>
        <p:nvSpPr>
          <p:cNvPr id="10" name="Google Shape;111;p2">
            <a:extLst>
              <a:ext uri="{FF2B5EF4-FFF2-40B4-BE49-F238E27FC236}">
                <a16:creationId xmlns:a16="http://schemas.microsoft.com/office/drawing/2014/main" id="{8A500556-269A-7DAF-BFE0-2F515481E2EC}"/>
              </a:ext>
            </a:extLst>
          </p:cNvPr>
          <p:cNvSpPr txBox="1"/>
          <p:nvPr/>
        </p:nvSpPr>
        <p:spPr>
          <a:xfrm>
            <a:off x="6592376" y="4025918"/>
            <a:ext cx="539642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3.</a:t>
            </a:r>
            <a:endParaRPr lang="en-US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A saves immediately; 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B only builds the object.</a:t>
            </a:r>
          </a:p>
        </p:txBody>
      </p:sp>
      <p:sp>
        <p:nvSpPr>
          <p:cNvPr id="11" name="Google Shape;111;p2">
            <a:extLst>
              <a:ext uri="{FF2B5EF4-FFF2-40B4-BE49-F238E27FC236}">
                <a16:creationId xmlns:a16="http://schemas.microsoft.com/office/drawing/2014/main" id="{CFB42634-63C7-FA6D-B433-4D297B43B0AA}"/>
              </a:ext>
            </a:extLst>
          </p:cNvPr>
          <p:cNvSpPr txBox="1"/>
          <p:nvPr/>
        </p:nvSpPr>
        <p:spPr>
          <a:xfrm>
            <a:off x="6592376" y="5549570"/>
            <a:ext cx="539642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4.</a:t>
            </a:r>
            <a:endParaRPr lang="en-US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B returns undefined unless saved;</a:t>
            </a:r>
          </a:p>
          <a:p>
            <a:pPr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CODE A returns the instance. </a:t>
            </a:r>
          </a:p>
        </p:txBody>
      </p:sp>
      <p:sp>
        <p:nvSpPr>
          <p:cNvPr id="12" name="Google Shape;107;p2">
            <a:extLst>
              <a:ext uri="{FF2B5EF4-FFF2-40B4-BE49-F238E27FC236}">
                <a16:creationId xmlns:a16="http://schemas.microsoft.com/office/drawing/2014/main" id="{58FEF6F9-5AED-7DF5-9BBE-C243A9355597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02AB86-25B3-6FEB-9D8F-2084C62C0E0B}"/>
              </a:ext>
            </a:extLst>
          </p:cNvPr>
          <p:cNvSpPr/>
          <p:nvPr/>
        </p:nvSpPr>
        <p:spPr>
          <a:xfrm>
            <a:off x="399169" y="3994324"/>
            <a:ext cx="466786" cy="466786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151579-158F-5FE9-6C0F-CF434E0E9F43}"/>
              </a:ext>
            </a:extLst>
          </p:cNvPr>
          <p:cNvSpPr/>
          <p:nvPr/>
        </p:nvSpPr>
        <p:spPr>
          <a:xfrm>
            <a:off x="343976" y="5602956"/>
            <a:ext cx="466786" cy="466786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15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405442" y="1247863"/>
            <a:ext cx="1143862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262626"/>
              </a:buClr>
              <a:buSzPts val="4800"/>
            </a:pPr>
            <a:r>
              <a:rPr lang="en-US" sz="48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WEEK 8 – </a:t>
            </a:r>
            <a:r>
              <a:rPr lang="en-US" sz="4800" b="1" dirty="0">
                <a:solidFill>
                  <a:srgbClr val="00AFEF"/>
                </a:solidFill>
                <a:latin typeface="Open Sans"/>
                <a:ea typeface="Open Sans"/>
                <a:cs typeface="Open Sans"/>
                <a:sym typeface="Open Sans"/>
              </a:rPr>
              <a:t>Sequelize - Part 2</a:t>
            </a:r>
            <a:endParaRPr sz="1600" b="0" i="0" u="none" strike="noStrike" cap="none" dirty="0">
              <a:solidFill>
                <a:srgbClr val="00AFE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495482" y="601572"/>
            <a:ext cx="729998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BACK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36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END DEVELOPMENT COURSE </a:t>
            </a:r>
          </a:p>
        </p:txBody>
      </p:sp>
      <p:cxnSp>
        <p:nvCxnSpPr>
          <p:cNvPr id="93" name="Google Shape;93;p1"/>
          <p:cNvCxnSpPr/>
          <p:nvPr/>
        </p:nvCxnSpPr>
        <p:spPr>
          <a:xfrm>
            <a:off x="1326732" y="1247863"/>
            <a:ext cx="96374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574D5CA-8FA1-45CA-99CB-E92DF91C7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43391" y="6224562"/>
            <a:ext cx="946927" cy="494663"/>
          </a:xfrm>
          <a:prstGeom prst="rect">
            <a:avLst/>
          </a:prstGeom>
        </p:spPr>
      </p:pic>
      <p:pic>
        <p:nvPicPr>
          <p:cNvPr id="1026" name="Picture 2" descr="GitHub - sequelize/sequelize: Feature ...">
            <a:extLst>
              <a:ext uri="{FF2B5EF4-FFF2-40B4-BE49-F238E27FC236}">
                <a16:creationId xmlns:a16="http://schemas.microsoft.com/office/drawing/2014/main" id="{19EC70B5-1AA0-6DE9-9CC1-CE4B1D0EE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433" y="2596550"/>
            <a:ext cx="3154844" cy="3154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/>
        </p:nvSpPr>
        <p:spPr>
          <a:xfrm>
            <a:off x="4273575" y="427294"/>
            <a:ext cx="416890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fr-BE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objectives</a:t>
            </a: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1679" y="259252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75936" y="229727"/>
            <a:ext cx="801896" cy="8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2873657" y="1852726"/>
            <a:ext cx="8637335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Add methods for </a:t>
            </a: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computed data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Querying with </a:t>
            </a: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Options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Handle Many to many relationships 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Querying with associations : lazy loading VS eager loading</a:t>
            </a:r>
            <a:endParaRPr lang="en-US" sz="2600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D1629B-5FE9-A8F9-B1BB-7CCE660EC55D}"/>
              </a:ext>
            </a:extLst>
          </p:cNvPr>
          <p:cNvSpPr/>
          <p:nvPr/>
        </p:nvSpPr>
        <p:spPr>
          <a:xfrm>
            <a:off x="861587" y="2089283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EB6977-5D66-07F0-D9BD-120401B39BD1}"/>
              </a:ext>
            </a:extLst>
          </p:cNvPr>
          <p:cNvSpPr/>
          <p:nvPr/>
        </p:nvSpPr>
        <p:spPr>
          <a:xfrm>
            <a:off x="861586" y="2671708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D6B9C3-CF85-7470-E370-3F8BB6EF6A21}"/>
              </a:ext>
            </a:extLst>
          </p:cNvPr>
          <p:cNvSpPr/>
          <p:nvPr/>
        </p:nvSpPr>
        <p:spPr>
          <a:xfrm>
            <a:off x="861586" y="3254133"/>
            <a:ext cx="1837161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22E0BF-EE8F-69EC-C116-D66E04A8ECC7}"/>
              </a:ext>
            </a:extLst>
          </p:cNvPr>
          <p:cNvSpPr/>
          <p:nvPr/>
        </p:nvSpPr>
        <p:spPr>
          <a:xfrm>
            <a:off x="861585" y="3836558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B05F0-87A9-5DA8-5AFD-58ACA7847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55076E18-B726-09AA-5284-1DD6B5624BC0}"/>
              </a:ext>
            </a:extLst>
          </p:cNvPr>
          <p:cNvSpPr txBox="1"/>
          <p:nvPr/>
        </p:nvSpPr>
        <p:spPr>
          <a:xfrm>
            <a:off x="2464410" y="279739"/>
            <a:ext cx="726317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methods for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computed data</a:t>
            </a:r>
            <a:endParaRPr lang="en-US" sz="40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AACF5-0F8E-3662-1E0D-C0E44AE083DB}"/>
              </a:ext>
            </a:extLst>
          </p:cNvPr>
          <p:cNvSpPr txBox="1"/>
          <p:nvPr/>
        </p:nvSpPr>
        <p:spPr>
          <a:xfrm>
            <a:off x="1209469" y="987585"/>
            <a:ext cx="9773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add custom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 to models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to make code cleaner, more organized, object-oriented.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3DB02-D29B-E95D-43E4-A88DC17B8F99}"/>
              </a:ext>
            </a:extLst>
          </p:cNvPr>
          <p:cNvSpPr txBox="1"/>
          <p:nvPr/>
        </p:nvSpPr>
        <p:spPr>
          <a:xfrm>
            <a:off x="1343566" y="1830860"/>
            <a:ext cx="9638963" cy="317009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const User = </a:t>
            </a:r>
            <a:r>
              <a:rPr lang="en-US" sz="2000" b="1" noProof="1">
                <a:solidFill>
                  <a:srgbClr val="FF66CC"/>
                </a:solidFill>
                <a:latin typeface="Consolas" panose="020B0609020204030204" pitchFamily="49" charset="0"/>
              </a:rPr>
              <a:t>sequelize</a:t>
            </a:r>
            <a:r>
              <a:rPr lang="en-US" sz="2000" noProof="1">
                <a:latin typeface="Consolas" panose="020B0609020204030204" pitchFamily="49" charset="0"/>
              </a:rPr>
              <a:t>.define("User", {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</a:t>
            </a:r>
            <a:r>
              <a:rPr lang="en-US" sz="2000" noProof="1">
                <a:solidFill>
                  <a:schemeClr val="accent2"/>
                </a:solidFill>
                <a:latin typeface="Consolas" panose="020B0609020204030204" pitchFamily="49" charset="0"/>
              </a:rPr>
              <a:t>firstName</a:t>
            </a:r>
            <a:r>
              <a:rPr lang="en-US" sz="2000" noProof="1">
                <a:latin typeface="Consolas" panose="020B0609020204030204" pitchFamily="49" charset="0"/>
              </a:rPr>
              <a:t>: DataTypes.STRING,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</a:t>
            </a:r>
            <a:r>
              <a:rPr lang="en-US" sz="2000" noProof="1">
                <a:solidFill>
                  <a:schemeClr val="accent2"/>
                </a:solidFill>
                <a:latin typeface="Consolas" panose="020B0609020204030204" pitchFamily="49" charset="0"/>
              </a:rPr>
              <a:t>lastName</a:t>
            </a:r>
            <a:r>
              <a:rPr lang="en-US" sz="2000" noProof="1">
                <a:latin typeface="Consolas" panose="020B0609020204030204" pitchFamily="49" charset="0"/>
              </a:rPr>
              <a:t>: DataTypes.STRING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});</a:t>
            </a:r>
          </a:p>
          <a:p>
            <a:endParaRPr lang="en-US" sz="2000" noProof="1">
              <a:latin typeface="Consolas" panose="020B0609020204030204" pitchFamily="49" charset="0"/>
            </a:endParaRPr>
          </a:p>
          <a:p>
            <a:r>
              <a:rPr lang="en-US" sz="2000" noProof="1">
                <a:solidFill>
                  <a:schemeClr val="accent6"/>
                </a:solidFill>
                <a:latin typeface="Consolas" panose="020B0609020204030204" pitchFamily="49" charset="0"/>
              </a:rPr>
              <a:t>// Add instance method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User.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prototype</a:t>
            </a:r>
            <a:r>
              <a:rPr lang="en-US" sz="2000" noProof="1">
                <a:latin typeface="Consolas" panose="020B0609020204030204" pitchFamily="49" charset="0"/>
              </a:rPr>
              <a:t>.</a:t>
            </a:r>
            <a:r>
              <a:rPr lang="en-US" sz="2000" b="1" noProof="1">
                <a:solidFill>
                  <a:schemeClr val="accent5"/>
                </a:solidFill>
                <a:latin typeface="Consolas" panose="020B0609020204030204" pitchFamily="49" charset="0"/>
              </a:rPr>
              <a:t>getFullName</a:t>
            </a:r>
            <a:r>
              <a:rPr lang="en-US" sz="2000" noProof="1">
                <a:latin typeface="Consolas" panose="020B0609020204030204" pitchFamily="49" charset="0"/>
              </a:rPr>
              <a:t> = function () {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return `${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this</a:t>
            </a:r>
            <a:r>
              <a:rPr lang="en-US" sz="2000" noProof="1">
                <a:latin typeface="Consolas" panose="020B0609020204030204" pitchFamily="49" charset="0"/>
              </a:rPr>
              <a:t>.</a:t>
            </a:r>
            <a:r>
              <a:rPr lang="en-US" sz="2000" noProof="1">
                <a:solidFill>
                  <a:schemeClr val="accent2"/>
                </a:solidFill>
                <a:latin typeface="Consolas" panose="020B0609020204030204" pitchFamily="49" charset="0"/>
              </a:rPr>
              <a:t>firstName</a:t>
            </a:r>
            <a:r>
              <a:rPr lang="en-US" sz="2000" noProof="1">
                <a:latin typeface="Consolas" panose="020B0609020204030204" pitchFamily="49" charset="0"/>
              </a:rPr>
              <a:t>} - ${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this</a:t>
            </a:r>
            <a:r>
              <a:rPr lang="en-US" sz="2000" noProof="1">
                <a:latin typeface="Consolas" panose="020B0609020204030204" pitchFamily="49" charset="0"/>
              </a:rPr>
              <a:t>.</a:t>
            </a:r>
            <a:r>
              <a:rPr lang="en-US" sz="2000" noProof="1">
                <a:solidFill>
                  <a:schemeClr val="accent2"/>
                </a:solidFill>
                <a:latin typeface="Consolas" panose="020B0609020204030204" pitchFamily="49" charset="0"/>
              </a:rPr>
              <a:t>lastName</a:t>
            </a:r>
            <a:r>
              <a:rPr lang="en-US" sz="2000" noProof="1">
                <a:latin typeface="Consolas" panose="020B0609020204030204" pitchFamily="49" charset="0"/>
              </a:rPr>
              <a:t>}`;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};</a:t>
            </a:r>
          </a:p>
          <a:p>
            <a:endParaRPr lang="en-US" sz="2000" noProof="1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FAF3B-7043-C2BA-9F30-6CE57C4462AC}"/>
              </a:ext>
            </a:extLst>
          </p:cNvPr>
          <p:cNvSpPr txBox="1"/>
          <p:nvPr/>
        </p:nvSpPr>
        <p:spPr>
          <a:xfrm rot="20572427">
            <a:off x="8147219" y="1728187"/>
            <a:ext cx="33718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USING MODEL </a:t>
            </a:r>
            <a:r>
              <a:rPr lang="en-US" sz="2000" b="1" dirty="0">
                <a:solidFill>
                  <a:schemeClr val="accent4"/>
                </a:solidFill>
              </a:rPr>
              <a:t>PROTOTYPE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521447-499B-0EA6-C6BB-A7638EBEFB05}"/>
              </a:ext>
            </a:extLst>
          </p:cNvPr>
          <p:cNvSpPr txBox="1"/>
          <p:nvPr/>
        </p:nvSpPr>
        <p:spPr>
          <a:xfrm>
            <a:off x="1276518" y="5855846"/>
            <a:ext cx="9638963" cy="70788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const user = await User.findByPk(1);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console.log(user.</a:t>
            </a:r>
            <a:r>
              <a:rPr lang="en-US" sz="2000" b="1" noProof="1">
                <a:solidFill>
                  <a:schemeClr val="accent5"/>
                </a:solidFill>
                <a:latin typeface="Consolas" panose="020B0609020204030204" pitchFamily="49" charset="0"/>
              </a:rPr>
              <a:t>getFullName</a:t>
            </a:r>
            <a:r>
              <a:rPr lang="en-US" sz="2000" noProof="1">
                <a:latin typeface="Consolas" panose="020B0609020204030204" pitchFamily="49" charset="0"/>
              </a:rPr>
              <a:t>());  </a:t>
            </a:r>
            <a:r>
              <a:rPr lang="en-US" sz="2000" noProof="1">
                <a:solidFill>
                  <a:schemeClr val="accent6"/>
                </a:solidFill>
                <a:latin typeface="Consolas" panose="020B0609020204030204" pitchFamily="49" charset="0"/>
              </a:rPr>
              <a:t>// Ronan TheBest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274F4-F254-07C2-C1D6-74483C614D11}"/>
              </a:ext>
            </a:extLst>
          </p:cNvPr>
          <p:cNvSpPr txBox="1"/>
          <p:nvPr/>
        </p:nvSpPr>
        <p:spPr>
          <a:xfrm>
            <a:off x="1209470" y="5548069"/>
            <a:ext cx="735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USAGE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1F8747-1CCF-D237-1F0A-AEA2484F7A89}"/>
              </a:ext>
            </a:extLst>
          </p:cNvPr>
          <p:cNvCxnSpPr>
            <a:cxnSpLocks/>
          </p:cNvCxnSpPr>
          <p:nvPr/>
        </p:nvCxnSpPr>
        <p:spPr>
          <a:xfrm flipH="1">
            <a:off x="7924800" y="3778554"/>
            <a:ext cx="713580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8D99F74-88BF-719D-9238-1FC1ADD8C793}"/>
              </a:ext>
            </a:extLst>
          </p:cNvPr>
          <p:cNvSpPr txBox="1"/>
          <p:nvPr/>
        </p:nvSpPr>
        <p:spPr>
          <a:xfrm>
            <a:off x="8638380" y="3605844"/>
            <a:ext cx="1959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We define the method</a:t>
            </a:r>
          </a:p>
          <a:p>
            <a:r>
              <a:rPr lang="en-US" sz="1400" b="1" dirty="0">
                <a:solidFill>
                  <a:schemeClr val="accent4"/>
                </a:solidFill>
              </a:rPr>
              <a:t>from object prototype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85B551-2DC7-1F2B-8B9E-5307631800E4}"/>
              </a:ext>
            </a:extLst>
          </p:cNvPr>
          <p:cNvSpPr/>
          <p:nvPr/>
        </p:nvSpPr>
        <p:spPr>
          <a:xfrm>
            <a:off x="290888" y="132698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673518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A9CA6-F667-6206-6B60-334ADDDDE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5CF91B3C-EE7E-7021-FCF5-D20C8568E592}"/>
              </a:ext>
            </a:extLst>
          </p:cNvPr>
          <p:cNvSpPr txBox="1"/>
          <p:nvPr/>
        </p:nvSpPr>
        <p:spPr>
          <a:xfrm>
            <a:off x="2666030" y="156389"/>
            <a:ext cx="726317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methods for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computed data</a:t>
            </a:r>
            <a:endParaRPr lang="en-US" sz="40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E8FAC-C751-6074-2B04-EC11B4614AFA}"/>
              </a:ext>
            </a:extLst>
          </p:cNvPr>
          <p:cNvSpPr txBox="1"/>
          <p:nvPr/>
        </p:nvSpPr>
        <p:spPr>
          <a:xfrm>
            <a:off x="2352469" y="782570"/>
            <a:ext cx="7890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also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a class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000" dirty="0"/>
              <a:t>keep logic close to the data it belongs to.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EBAB91-DE3B-757B-06A8-153B5BDE1016}"/>
              </a:ext>
            </a:extLst>
          </p:cNvPr>
          <p:cNvSpPr txBox="1"/>
          <p:nvPr/>
        </p:nvSpPr>
        <p:spPr>
          <a:xfrm>
            <a:off x="1079837" y="1395623"/>
            <a:ext cx="9638963" cy="409342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class 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User</a:t>
            </a:r>
            <a:r>
              <a:rPr lang="en-US" sz="2000" noProof="1">
                <a:latin typeface="Consolas" panose="020B0609020204030204" pitchFamily="49" charset="0"/>
              </a:rPr>
              <a:t> extends Model {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</a:t>
            </a:r>
            <a:r>
              <a:rPr lang="en-US" sz="2000" b="1" noProof="1">
                <a:solidFill>
                  <a:schemeClr val="accent5"/>
                </a:solidFill>
                <a:latin typeface="Consolas" panose="020B0609020204030204" pitchFamily="49" charset="0"/>
              </a:rPr>
              <a:t>getFullName</a:t>
            </a:r>
            <a:r>
              <a:rPr lang="en-US" sz="2000" noProof="1">
                <a:latin typeface="Consolas" panose="020B0609020204030204" pitchFamily="49" charset="0"/>
              </a:rPr>
              <a:t>() {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  return `${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this</a:t>
            </a:r>
            <a:r>
              <a:rPr lang="en-US" sz="2000" noProof="1">
                <a:latin typeface="Consolas" panose="020B0609020204030204" pitchFamily="49" charset="0"/>
              </a:rPr>
              <a:t>.</a:t>
            </a:r>
            <a:r>
              <a:rPr lang="en-US" sz="2000" noProof="1">
                <a:solidFill>
                  <a:schemeClr val="accent2"/>
                </a:solidFill>
                <a:latin typeface="Consolas" panose="020B0609020204030204" pitchFamily="49" charset="0"/>
              </a:rPr>
              <a:t>firstName</a:t>
            </a:r>
            <a:r>
              <a:rPr lang="en-US" sz="2000" noProof="1">
                <a:latin typeface="Consolas" panose="020B0609020204030204" pitchFamily="49" charset="0"/>
              </a:rPr>
              <a:t>} ${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this</a:t>
            </a:r>
            <a:r>
              <a:rPr lang="en-US" sz="2000" noProof="1">
                <a:latin typeface="Consolas" panose="020B0609020204030204" pitchFamily="49" charset="0"/>
              </a:rPr>
              <a:t>.</a:t>
            </a:r>
            <a:r>
              <a:rPr lang="en-US" sz="2000" noProof="1">
                <a:solidFill>
                  <a:schemeClr val="accent2"/>
                </a:solidFill>
                <a:latin typeface="Consolas" panose="020B0609020204030204" pitchFamily="49" charset="0"/>
              </a:rPr>
              <a:t>lastName</a:t>
            </a:r>
            <a:r>
              <a:rPr lang="en-US" sz="2000" noProof="1">
                <a:latin typeface="Consolas" panose="020B0609020204030204" pitchFamily="49" charset="0"/>
              </a:rPr>
              <a:t>}`;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}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}</a:t>
            </a:r>
          </a:p>
          <a:p>
            <a:endParaRPr lang="en-US" sz="2000" noProof="1">
              <a:latin typeface="Consolas" panose="020B0609020204030204" pitchFamily="49" charset="0"/>
            </a:endParaRPr>
          </a:p>
          <a:p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User</a:t>
            </a:r>
            <a:r>
              <a:rPr lang="en-US" sz="2000" noProof="1">
                <a:latin typeface="Consolas" panose="020B0609020204030204" pitchFamily="49" charset="0"/>
              </a:rPr>
              <a:t>.init(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{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  </a:t>
            </a:r>
            <a:r>
              <a:rPr lang="en-US" sz="2000" noProof="1">
                <a:solidFill>
                  <a:schemeClr val="accent2"/>
                </a:solidFill>
                <a:latin typeface="Consolas" panose="020B0609020204030204" pitchFamily="49" charset="0"/>
              </a:rPr>
              <a:t>firstName</a:t>
            </a:r>
            <a:r>
              <a:rPr lang="en-US" sz="2000" noProof="1">
                <a:latin typeface="Consolas" panose="020B0609020204030204" pitchFamily="49" charset="0"/>
              </a:rPr>
              <a:t>: Sequelize.TEXT,   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  </a:t>
            </a:r>
            <a:r>
              <a:rPr lang="en-US" sz="2000" noProof="1">
                <a:solidFill>
                  <a:schemeClr val="accent2"/>
                </a:solidFill>
                <a:latin typeface="Consolas" panose="020B0609020204030204" pitchFamily="49" charset="0"/>
              </a:rPr>
              <a:t>lastName</a:t>
            </a:r>
            <a:r>
              <a:rPr lang="en-US" sz="2000" noProof="1">
                <a:latin typeface="Consolas" panose="020B0609020204030204" pitchFamily="49" charset="0"/>
              </a:rPr>
              <a:t>: Sequelize.TEXT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},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{ </a:t>
            </a:r>
            <a:r>
              <a:rPr lang="en-US" sz="2000" b="1" noProof="1">
                <a:solidFill>
                  <a:srgbClr val="FF66CC"/>
                </a:solidFill>
                <a:latin typeface="Consolas" panose="020B0609020204030204" pitchFamily="49" charset="0"/>
              </a:rPr>
              <a:t>sequelize</a:t>
            </a:r>
            <a:r>
              <a:rPr lang="en-US" sz="2000" noProof="1">
                <a:latin typeface="Consolas" panose="020B0609020204030204" pitchFamily="49" charset="0"/>
              </a:rPr>
              <a:t>, modelName: 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User</a:t>
            </a:r>
            <a:r>
              <a:rPr lang="en-US" sz="2000" noProof="1">
                <a:latin typeface="Consolas" panose="020B0609020204030204" pitchFamily="49" charset="0"/>
              </a:rPr>
              <a:t>.name }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CB10A6-5A21-5F33-6A49-E2B62E9D1D8E}"/>
              </a:ext>
            </a:extLst>
          </p:cNvPr>
          <p:cNvSpPr txBox="1"/>
          <p:nvPr/>
        </p:nvSpPr>
        <p:spPr>
          <a:xfrm>
            <a:off x="1079837" y="5897553"/>
            <a:ext cx="9638963" cy="70788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const user = await User.findByPk(1);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console.log(user.</a:t>
            </a:r>
            <a:r>
              <a:rPr lang="en-US" sz="2000" b="1" noProof="1">
                <a:solidFill>
                  <a:schemeClr val="accent5"/>
                </a:solidFill>
                <a:latin typeface="Consolas" panose="020B0609020204030204" pitchFamily="49" charset="0"/>
              </a:rPr>
              <a:t>getFullName</a:t>
            </a:r>
            <a:r>
              <a:rPr lang="en-US" sz="2000" noProof="1">
                <a:latin typeface="Consolas" panose="020B0609020204030204" pitchFamily="49" charset="0"/>
              </a:rPr>
              <a:t>());  </a:t>
            </a:r>
            <a:r>
              <a:rPr lang="en-US" sz="2000" noProof="1">
                <a:solidFill>
                  <a:schemeClr val="accent6"/>
                </a:solidFill>
                <a:latin typeface="Consolas" panose="020B0609020204030204" pitchFamily="49" charset="0"/>
              </a:rPr>
              <a:t>// Ronan TheBest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A42078-51FA-2103-348F-57E493C10567}"/>
              </a:ext>
            </a:extLst>
          </p:cNvPr>
          <p:cNvCxnSpPr>
            <a:cxnSpLocks/>
          </p:cNvCxnSpPr>
          <p:nvPr/>
        </p:nvCxnSpPr>
        <p:spPr>
          <a:xfrm flipH="1" flipV="1">
            <a:off x="4749800" y="1804125"/>
            <a:ext cx="1547819" cy="114740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B5D0CA2-8D6B-6B32-A849-128B3EE9D41D}"/>
              </a:ext>
            </a:extLst>
          </p:cNvPr>
          <p:cNvSpPr txBox="1"/>
          <p:nvPr/>
        </p:nvSpPr>
        <p:spPr>
          <a:xfrm>
            <a:off x="6304328" y="2718820"/>
            <a:ext cx="2514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The class User  extends Model</a:t>
            </a:r>
            <a:endParaRPr lang="en-US" sz="1400" b="1" dirty="0">
              <a:solidFill>
                <a:schemeClr val="accent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7DCCD2-5A4C-AB13-F9F9-E885EDA5FA60}"/>
              </a:ext>
            </a:extLst>
          </p:cNvPr>
          <p:cNvSpPr txBox="1"/>
          <p:nvPr/>
        </p:nvSpPr>
        <p:spPr>
          <a:xfrm rot="20572427">
            <a:off x="8705878" y="1417943"/>
            <a:ext cx="2929263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EXTENDING </a:t>
            </a:r>
            <a:r>
              <a:rPr lang="en-US" sz="2000" b="1" dirty="0">
                <a:solidFill>
                  <a:schemeClr val="accent4"/>
                </a:solidFill>
              </a:rPr>
              <a:t>THE CLASS</a:t>
            </a:r>
            <a:endParaRPr lang="en-US" sz="2000"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D3DF36-9283-9490-E091-DCC2A3B9120E}"/>
              </a:ext>
            </a:extLst>
          </p:cNvPr>
          <p:cNvCxnSpPr>
            <a:cxnSpLocks/>
          </p:cNvCxnSpPr>
          <p:nvPr/>
        </p:nvCxnSpPr>
        <p:spPr>
          <a:xfrm flipH="1" flipV="1">
            <a:off x="5257800" y="3586016"/>
            <a:ext cx="1039819" cy="32046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267C8E0-B6AD-EB2D-68DE-8E96838C38AD}"/>
              </a:ext>
            </a:extLst>
          </p:cNvPr>
          <p:cNvSpPr txBox="1"/>
          <p:nvPr/>
        </p:nvSpPr>
        <p:spPr>
          <a:xfrm>
            <a:off x="6309244" y="3677515"/>
            <a:ext cx="36199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Table column are defined using </a:t>
            </a:r>
            <a:r>
              <a:rPr lang="en-US" sz="1400" dirty="0" err="1">
                <a:solidFill>
                  <a:schemeClr val="accent4"/>
                </a:solidFill>
              </a:rPr>
              <a:t>init</a:t>
            </a:r>
            <a:r>
              <a:rPr lang="en-US" sz="1400" dirty="0">
                <a:solidFill>
                  <a:schemeClr val="accent4"/>
                </a:solidFill>
              </a:rPr>
              <a:t>() method</a:t>
            </a:r>
            <a:endParaRPr lang="en-US" sz="1400" b="1" dirty="0">
              <a:solidFill>
                <a:schemeClr val="accent4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D26F39-6B49-9157-EFD4-7A324F5C05D5}"/>
              </a:ext>
            </a:extLst>
          </p:cNvPr>
          <p:cNvSpPr txBox="1"/>
          <p:nvPr/>
        </p:nvSpPr>
        <p:spPr>
          <a:xfrm>
            <a:off x="1047919" y="5589776"/>
            <a:ext cx="735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USAGE</a:t>
            </a:r>
          </a:p>
        </p:txBody>
      </p:sp>
      <p:pic>
        <p:nvPicPr>
          <p:cNvPr id="21" name="Picture 2" descr="Idea - Free technology icons">
            <a:extLst>
              <a:ext uri="{FF2B5EF4-FFF2-40B4-BE49-F238E27FC236}">
                <a16:creationId xmlns:a16="http://schemas.microsoft.com/office/drawing/2014/main" id="{46425FB6-EA1B-CD27-2E69-98B2CAA10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607" y="3834124"/>
            <a:ext cx="493711" cy="42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9A31F3-8911-9DCD-0FF9-0EE29312CA27}"/>
              </a:ext>
            </a:extLst>
          </p:cNvPr>
          <p:cNvCxnSpPr>
            <a:cxnSpLocks/>
          </p:cNvCxnSpPr>
          <p:nvPr/>
        </p:nvCxnSpPr>
        <p:spPr>
          <a:xfrm flipH="1">
            <a:off x="9929209" y="4422431"/>
            <a:ext cx="877679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62BB11B-C22C-4E08-1F38-4C5E1477D189}"/>
              </a:ext>
            </a:extLst>
          </p:cNvPr>
          <p:cNvSpPr txBox="1"/>
          <p:nvPr/>
        </p:nvSpPr>
        <p:spPr>
          <a:xfrm>
            <a:off x="10806888" y="4256490"/>
            <a:ext cx="126674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Note that the extension syntax</a:t>
            </a: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a  better IDE autocomplete and typing.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8D03F2-612E-7C2E-1EDB-4A3F736B8756}"/>
              </a:ext>
            </a:extLst>
          </p:cNvPr>
          <p:cNvSpPr/>
          <p:nvPr/>
        </p:nvSpPr>
        <p:spPr>
          <a:xfrm>
            <a:off x="290888" y="132698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120292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57E1F-960C-1242-2712-9984BF5AB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1;p2">
            <a:extLst>
              <a:ext uri="{FF2B5EF4-FFF2-40B4-BE49-F238E27FC236}">
                <a16:creationId xmlns:a16="http://schemas.microsoft.com/office/drawing/2014/main" id="{4480C9F8-E4AF-26D2-0A9B-F29410B32350}"/>
              </a:ext>
            </a:extLst>
          </p:cNvPr>
          <p:cNvSpPr txBox="1"/>
          <p:nvPr/>
        </p:nvSpPr>
        <p:spPr>
          <a:xfrm>
            <a:off x="2666030" y="156389"/>
            <a:ext cx="726317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Querying with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Options</a:t>
            </a:r>
            <a:endParaRPr lang="en-US" sz="4000" b="1" i="1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D0616-4B14-60B0-20C6-44F49B93555D}"/>
              </a:ext>
            </a:extLst>
          </p:cNvPr>
          <p:cNvSpPr txBox="1"/>
          <p:nvPr/>
        </p:nvSpPr>
        <p:spPr>
          <a:xfrm>
            <a:off x="2666030" y="864235"/>
            <a:ext cx="730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use </a:t>
            </a:r>
            <a:r>
              <a:rPr lang="en-US" sz="20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clauses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filter query results based on conditions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E6EB8-4A0B-CF2A-06FE-7CCC3F67DA03}"/>
              </a:ext>
            </a:extLst>
          </p:cNvPr>
          <p:cNvSpPr txBox="1"/>
          <p:nvPr/>
        </p:nvSpPr>
        <p:spPr>
          <a:xfrm>
            <a:off x="1934851" y="1715424"/>
            <a:ext cx="7373599" cy="2308324"/>
          </a:xfrm>
          <a:custGeom>
            <a:avLst/>
            <a:gdLst>
              <a:gd name="connsiteX0" fmla="*/ 0 w 7373599"/>
              <a:gd name="connsiteY0" fmla="*/ 0 h 2308324"/>
              <a:gd name="connsiteX1" fmla="*/ 493464 w 7373599"/>
              <a:gd name="connsiteY1" fmla="*/ 0 h 2308324"/>
              <a:gd name="connsiteX2" fmla="*/ 839456 w 7373599"/>
              <a:gd name="connsiteY2" fmla="*/ 0 h 2308324"/>
              <a:gd name="connsiteX3" fmla="*/ 1554128 w 7373599"/>
              <a:gd name="connsiteY3" fmla="*/ 0 h 2308324"/>
              <a:gd name="connsiteX4" fmla="*/ 2047592 w 7373599"/>
              <a:gd name="connsiteY4" fmla="*/ 0 h 2308324"/>
              <a:gd name="connsiteX5" fmla="*/ 2541056 w 7373599"/>
              <a:gd name="connsiteY5" fmla="*/ 0 h 2308324"/>
              <a:gd name="connsiteX6" fmla="*/ 3255728 w 7373599"/>
              <a:gd name="connsiteY6" fmla="*/ 0 h 2308324"/>
              <a:gd name="connsiteX7" fmla="*/ 3675456 w 7373599"/>
              <a:gd name="connsiteY7" fmla="*/ 0 h 2308324"/>
              <a:gd name="connsiteX8" fmla="*/ 4390127 w 7373599"/>
              <a:gd name="connsiteY8" fmla="*/ 0 h 2308324"/>
              <a:gd name="connsiteX9" fmla="*/ 5104799 w 7373599"/>
              <a:gd name="connsiteY9" fmla="*/ 0 h 2308324"/>
              <a:gd name="connsiteX10" fmla="*/ 5671999 w 7373599"/>
              <a:gd name="connsiteY10" fmla="*/ 0 h 2308324"/>
              <a:gd name="connsiteX11" fmla="*/ 6386671 w 7373599"/>
              <a:gd name="connsiteY11" fmla="*/ 0 h 2308324"/>
              <a:gd name="connsiteX12" fmla="*/ 6880135 w 7373599"/>
              <a:gd name="connsiteY12" fmla="*/ 0 h 2308324"/>
              <a:gd name="connsiteX13" fmla="*/ 7373599 w 7373599"/>
              <a:gd name="connsiteY13" fmla="*/ 0 h 2308324"/>
              <a:gd name="connsiteX14" fmla="*/ 7373599 w 7373599"/>
              <a:gd name="connsiteY14" fmla="*/ 600164 h 2308324"/>
              <a:gd name="connsiteX15" fmla="*/ 7373599 w 7373599"/>
              <a:gd name="connsiteY15" fmla="*/ 1177245 h 2308324"/>
              <a:gd name="connsiteX16" fmla="*/ 7373599 w 7373599"/>
              <a:gd name="connsiteY16" fmla="*/ 1754326 h 2308324"/>
              <a:gd name="connsiteX17" fmla="*/ 7373599 w 7373599"/>
              <a:gd name="connsiteY17" fmla="*/ 2308324 h 2308324"/>
              <a:gd name="connsiteX18" fmla="*/ 6732663 w 7373599"/>
              <a:gd name="connsiteY18" fmla="*/ 2308324 h 2308324"/>
              <a:gd name="connsiteX19" fmla="*/ 6386671 w 7373599"/>
              <a:gd name="connsiteY19" fmla="*/ 2308324 h 2308324"/>
              <a:gd name="connsiteX20" fmla="*/ 5966943 w 7373599"/>
              <a:gd name="connsiteY20" fmla="*/ 2308324 h 2308324"/>
              <a:gd name="connsiteX21" fmla="*/ 5252271 w 7373599"/>
              <a:gd name="connsiteY21" fmla="*/ 2308324 h 2308324"/>
              <a:gd name="connsiteX22" fmla="*/ 4685071 w 7373599"/>
              <a:gd name="connsiteY22" fmla="*/ 2308324 h 2308324"/>
              <a:gd name="connsiteX23" fmla="*/ 4265343 w 7373599"/>
              <a:gd name="connsiteY23" fmla="*/ 2308324 h 2308324"/>
              <a:gd name="connsiteX24" fmla="*/ 3698143 w 7373599"/>
              <a:gd name="connsiteY24" fmla="*/ 2308324 h 2308324"/>
              <a:gd name="connsiteX25" fmla="*/ 3352152 w 7373599"/>
              <a:gd name="connsiteY25" fmla="*/ 2308324 h 2308324"/>
              <a:gd name="connsiteX26" fmla="*/ 3006160 w 7373599"/>
              <a:gd name="connsiteY26" fmla="*/ 2308324 h 2308324"/>
              <a:gd name="connsiteX27" fmla="*/ 2438960 w 7373599"/>
              <a:gd name="connsiteY27" fmla="*/ 2308324 h 2308324"/>
              <a:gd name="connsiteX28" fmla="*/ 2019232 w 7373599"/>
              <a:gd name="connsiteY28" fmla="*/ 2308324 h 2308324"/>
              <a:gd name="connsiteX29" fmla="*/ 1378296 w 7373599"/>
              <a:gd name="connsiteY29" fmla="*/ 2308324 h 2308324"/>
              <a:gd name="connsiteX30" fmla="*/ 958568 w 7373599"/>
              <a:gd name="connsiteY30" fmla="*/ 2308324 h 2308324"/>
              <a:gd name="connsiteX31" fmla="*/ 0 w 7373599"/>
              <a:gd name="connsiteY31" fmla="*/ 2308324 h 2308324"/>
              <a:gd name="connsiteX32" fmla="*/ 0 w 7373599"/>
              <a:gd name="connsiteY32" fmla="*/ 1800493 h 2308324"/>
              <a:gd name="connsiteX33" fmla="*/ 0 w 7373599"/>
              <a:gd name="connsiteY33" fmla="*/ 1269578 h 2308324"/>
              <a:gd name="connsiteX34" fmla="*/ 0 w 7373599"/>
              <a:gd name="connsiteY34" fmla="*/ 669414 h 2308324"/>
              <a:gd name="connsiteX35" fmla="*/ 0 w 7373599"/>
              <a:gd name="connsiteY35" fmla="*/ 0 h 230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7373599" h="2308324" extrusionOk="0">
                <a:moveTo>
                  <a:pt x="0" y="0"/>
                </a:moveTo>
                <a:cubicBezTo>
                  <a:pt x="164532" y="-42421"/>
                  <a:pt x="365318" y="36143"/>
                  <a:pt x="493464" y="0"/>
                </a:cubicBezTo>
                <a:cubicBezTo>
                  <a:pt x="621610" y="-36143"/>
                  <a:pt x="692575" y="22882"/>
                  <a:pt x="839456" y="0"/>
                </a:cubicBezTo>
                <a:cubicBezTo>
                  <a:pt x="986337" y="-22882"/>
                  <a:pt x="1292031" y="39726"/>
                  <a:pt x="1554128" y="0"/>
                </a:cubicBezTo>
                <a:cubicBezTo>
                  <a:pt x="1816225" y="-39726"/>
                  <a:pt x="1938042" y="30991"/>
                  <a:pt x="2047592" y="0"/>
                </a:cubicBezTo>
                <a:cubicBezTo>
                  <a:pt x="2157142" y="-30991"/>
                  <a:pt x="2342504" y="19235"/>
                  <a:pt x="2541056" y="0"/>
                </a:cubicBezTo>
                <a:cubicBezTo>
                  <a:pt x="2739608" y="-19235"/>
                  <a:pt x="2933531" y="29984"/>
                  <a:pt x="3255728" y="0"/>
                </a:cubicBezTo>
                <a:cubicBezTo>
                  <a:pt x="3577925" y="-29984"/>
                  <a:pt x="3479206" y="47253"/>
                  <a:pt x="3675456" y="0"/>
                </a:cubicBezTo>
                <a:cubicBezTo>
                  <a:pt x="3871706" y="-47253"/>
                  <a:pt x="4224357" y="58165"/>
                  <a:pt x="4390127" y="0"/>
                </a:cubicBezTo>
                <a:cubicBezTo>
                  <a:pt x="4555897" y="-58165"/>
                  <a:pt x="4933057" y="16069"/>
                  <a:pt x="5104799" y="0"/>
                </a:cubicBezTo>
                <a:cubicBezTo>
                  <a:pt x="5276541" y="-16069"/>
                  <a:pt x="5415008" y="32317"/>
                  <a:pt x="5671999" y="0"/>
                </a:cubicBezTo>
                <a:cubicBezTo>
                  <a:pt x="5928990" y="-32317"/>
                  <a:pt x="6068393" y="37605"/>
                  <a:pt x="6386671" y="0"/>
                </a:cubicBezTo>
                <a:cubicBezTo>
                  <a:pt x="6704949" y="-37605"/>
                  <a:pt x="6647496" y="6896"/>
                  <a:pt x="6880135" y="0"/>
                </a:cubicBezTo>
                <a:cubicBezTo>
                  <a:pt x="7112774" y="-6896"/>
                  <a:pt x="7155538" y="46637"/>
                  <a:pt x="7373599" y="0"/>
                </a:cubicBezTo>
                <a:cubicBezTo>
                  <a:pt x="7390885" y="122474"/>
                  <a:pt x="7303549" y="348143"/>
                  <a:pt x="7373599" y="600164"/>
                </a:cubicBezTo>
                <a:cubicBezTo>
                  <a:pt x="7443649" y="852185"/>
                  <a:pt x="7306310" y="1049321"/>
                  <a:pt x="7373599" y="1177245"/>
                </a:cubicBezTo>
                <a:cubicBezTo>
                  <a:pt x="7440888" y="1305169"/>
                  <a:pt x="7361350" y="1543039"/>
                  <a:pt x="7373599" y="1754326"/>
                </a:cubicBezTo>
                <a:cubicBezTo>
                  <a:pt x="7385848" y="1965613"/>
                  <a:pt x="7319087" y="2179754"/>
                  <a:pt x="7373599" y="2308324"/>
                </a:cubicBezTo>
                <a:cubicBezTo>
                  <a:pt x="7212299" y="2346154"/>
                  <a:pt x="7005023" y="2286224"/>
                  <a:pt x="6732663" y="2308324"/>
                </a:cubicBezTo>
                <a:cubicBezTo>
                  <a:pt x="6460303" y="2330424"/>
                  <a:pt x="6511396" y="2291733"/>
                  <a:pt x="6386671" y="2308324"/>
                </a:cubicBezTo>
                <a:cubicBezTo>
                  <a:pt x="6261946" y="2324915"/>
                  <a:pt x="6174214" y="2285399"/>
                  <a:pt x="5966943" y="2308324"/>
                </a:cubicBezTo>
                <a:cubicBezTo>
                  <a:pt x="5759672" y="2331249"/>
                  <a:pt x="5606778" y="2224411"/>
                  <a:pt x="5252271" y="2308324"/>
                </a:cubicBezTo>
                <a:cubicBezTo>
                  <a:pt x="4897764" y="2392237"/>
                  <a:pt x="4892623" y="2307881"/>
                  <a:pt x="4685071" y="2308324"/>
                </a:cubicBezTo>
                <a:cubicBezTo>
                  <a:pt x="4477519" y="2308767"/>
                  <a:pt x="4385302" y="2300704"/>
                  <a:pt x="4265343" y="2308324"/>
                </a:cubicBezTo>
                <a:cubicBezTo>
                  <a:pt x="4145384" y="2315944"/>
                  <a:pt x="3916976" y="2303306"/>
                  <a:pt x="3698143" y="2308324"/>
                </a:cubicBezTo>
                <a:cubicBezTo>
                  <a:pt x="3479310" y="2313342"/>
                  <a:pt x="3492804" y="2267712"/>
                  <a:pt x="3352152" y="2308324"/>
                </a:cubicBezTo>
                <a:cubicBezTo>
                  <a:pt x="3211500" y="2348936"/>
                  <a:pt x="3100170" y="2294590"/>
                  <a:pt x="3006160" y="2308324"/>
                </a:cubicBezTo>
                <a:cubicBezTo>
                  <a:pt x="2912150" y="2322058"/>
                  <a:pt x="2611433" y="2306436"/>
                  <a:pt x="2438960" y="2308324"/>
                </a:cubicBezTo>
                <a:cubicBezTo>
                  <a:pt x="2266487" y="2310212"/>
                  <a:pt x="2116176" y="2296862"/>
                  <a:pt x="2019232" y="2308324"/>
                </a:cubicBezTo>
                <a:cubicBezTo>
                  <a:pt x="1922288" y="2319786"/>
                  <a:pt x="1694970" y="2294638"/>
                  <a:pt x="1378296" y="2308324"/>
                </a:cubicBezTo>
                <a:cubicBezTo>
                  <a:pt x="1061622" y="2322010"/>
                  <a:pt x="1080754" y="2258927"/>
                  <a:pt x="958568" y="2308324"/>
                </a:cubicBezTo>
                <a:cubicBezTo>
                  <a:pt x="836382" y="2357721"/>
                  <a:pt x="478696" y="2291158"/>
                  <a:pt x="0" y="2308324"/>
                </a:cubicBezTo>
                <a:cubicBezTo>
                  <a:pt x="-49813" y="2093245"/>
                  <a:pt x="22950" y="2007926"/>
                  <a:pt x="0" y="1800493"/>
                </a:cubicBezTo>
                <a:cubicBezTo>
                  <a:pt x="-22950" y="1593060"/>
                  <a:pt x="11062" y="1498415"/>
                  <a:pt x="0" y="1269578"/>
                </a:cubicBezTo>
                <a:cubicBezTo>
                  <a:pt x="-11062" y="1040742"/>
                  <a:pt x="14621" y="938940"/>
                  <a:pt x="0" y="669414"/>
                </a:cubicBezTo>
                <a:cubicBezTo>
                  <a:pt x="-14621" y="399888"/>
                  <a:pt x="1372" y="191961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const students = await </a:t>
            </a:r>
            <a:r>
              <a:rPr lang="en-US" sz="2400" dirty="0" err="1">
                <a:latin typeface="Consolas" panose="020B0609020204030204" pitchFamily="49" charset="0"/>
              </a:rPr>
              <a:t>Student.findAll</a:t>
            </a:r>
            <a:r>
              <a:rPr lang="en-US" sz="2400" dirty="0">
                <a:latin typeface="Consolas" panose="020B0609020204030204" pitchFamily="49" charset="0"/>
              </a:rPr>
              <a:t>({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  </a:t>
            </a:r>
            <a:r>
              <a:rPr lang="en-US" sz="2400" b="1" dirty="0">
                <a:solidFill>
                  <a:schemeClr val="accent5"/>
                </a:solidFill>
                <a:latin typeface="Consolas" panose="020B0609020204030204" pitchFamily="49" charset="0"/>
              </a:rPr>
              <a:t>where</a:t>
            </a:r>
            <a:r>
              <a:rPr lang="en-US" sz="2400" dirty="0">
                <a:latin typeface="Consolas" panose="020B0609020204030204" pitchFamily="49" charset="0"/>
              </a:rPr>
              <a:t>: { 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    score: { [</a:t>
            </a:r>
            <a:r>
              <a:rPr lang="en-US" sz="2400" dirty="0" err="1">
                <a:latin typeface="Consolas" panose="020B0609020204030204" pitchFamily="49" charset="0"/>
              </a:rPr>
              <a:t>Op.gte</a:t>
            </a:r>
            <a:r>
              <a:rPr lang="en-US" sz="2400" dirty="0">
                <a:latin typeface="Consolas" panose="020B0609020204030204" pitchFamily="49" charset="0"/>
              </a:rPr>
              <a:t>]: 50 }, 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    group: </a:t>
            </a:r>
            <a:r>
              <a:rPr lang="en-US" sz="2400" noProof="1">
                <a:latin typeface="Consolas" panose="020B0609020204030204" pitchFamily="49" charset="0"/>
              </a:rPr>
              <a:t>"G2"</a:t>
            </a:r>
            <a:r>
              <a:rPr lang="en-US" sz="2400" dirty="0">
                <a:latin typeface="Consolas" panose="020B0609020204030204" pitchFamily="49" charset="0"/>
              </a:rPr>
              <a:t>,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},	   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});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9747F3-A408-D13A-56EF-30B07E30F457}"/>
              </a:ext>
            </a:extLst>
          </p:cNvPr>
          <p:cNvCxnSpPr>
            <a:cxnSpLocks/>
          </p:cNvCxnSpPr>
          <p:nvPr/>
        </p:nvCxnSpPr>
        <p:spPr>
          <a:xfrm flipH="1">
            <a:off x="8903009" y="2764325"/>
            <a:ext cx="810882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E748D5F-6486-B222-F4C7-DBCDB2C908C1}"/>
              </a:ext>
            </a:extLst>
          </p:cNvPr>
          <p:cNvSpPr txBox="1"/>
          <p:nvPr/>
        </p:nvSpPr>
        <p:spPr>
          <a:xfrm>
            <a:off x="9713891" y="2441159"/>
            <a:ext cx="2653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4"/>
                </a:solidFill>
              </a:rPr>
              <a:t>Students</a:t>
            </a:r>
          </a:p>
          <a:p>
            <a:r>
              <a:rPr lang="en-US" sz="1200" dirty="0">
                <a:solidFill>
                  <a:schemeClr val="accent4"/>
                </a:solidFill>
              </a:rPr>
              <a:t>Whose score is &gt;= 5</a:t>
            </a:r>
          </a:p>
          <a:p>
            <a:r>
              <a:rPr lang="en-US" sz="1200" dirty="0">
                <a:solidFill>
                  <a:schemeClr val="accent4"/>
                </a:solidFill>
              </a:rPr>
              <a:t>and whose group is G2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A3385B-3420-AE54-3FDA-85A310F6D11B}"/>
              </a:ext>
            </a:extLst>
          </p:cNvPr>
          <p:cNvSpPr txBox="1"/>
          <p:nvPr/>
        </p:nvSpPr>
        <p:spPr>
          <a:xfrm>
            <a:off x="1934851" y="4527636"/>
            <a:ext cx="7373598" cy="2031325"/>
          </a:xfrm>
          <a:custGeom>
            <a:avLst/>
            <a:gdLst>
              <a:gd name="connsiteX0" fmla="*/ 0 w 7373598"/>
              <a:gd name="connsiteY0" fmla="*/ 0 h 2031325"/>
              <a:gd name="connsiteX1" fmla="*/ 640936 w 7373598"/>
              <a:gd name="connsiteY1" fmla="*/ 0 h 2031325"/>
              <a:gd name="connsiteX2" fmla="*/ 1355608 w 7373598"/>
              <a:gd name="connsiteY2" fmla="*/ 0 h 2031325"/>
              <a:gd name="connsiteX3" fmla="*/ 1996543 w 7373598"/>
              <a:gd name="connsiteY3" fmla="*/ 0 h 2031325"/>
              <a:gd name="connsiteX4" fmla="*/ 2342535 w 7373598"/>
              <a:gd name="connsiteY4" fmla="*/ 0 h 2031325"/>
              <a:gd name="connsiteX5" fmla="*/ 2835999 w 7373598"/>
              <a:gd name="connsiteY5" fmla="*/ 0 h 2031325"/>
              <a:gd name="connsiteX6" fmla="*/ 3403199 w 7373598"/>
              <a:gd name="connsiteY6" fmla="*/ 0 h 2031325"/>
              <a:gd name="connsiteX7" fmla="*/ 3749191 w 7373598"/>
              <a:gd name="connsiteY7" fmla="*/ 0 h 2031325"/>
              <a:gd name="connsiteX8" fmla="*/ 4242655 w 7373598"/>
              <a:gd name="connsiteY8" fmla="*/ 0 h 2031325"/>
              <a:gd name="connsiteX9" fmla="*/ 4662383 w 7373598"/>
              <a:gd name="connsiteY9" fmla="*/ 0 h 2031325"/>
              <a:gd name="connsiteX10" fmla="*/ 5155847 w 7373598"/>
              <a:gd name="connsiteY10" fmla="*/ 0 h 2031325"/>
              <a:gd name="connsiteX11" fmla="*/ 5870518 w 7373598"/>
              <a:gd name="connsiteY11" fmla="*/ 0 h 2031325"/>
              <a:gd name="connsiteX12" fmla="*/ 6363982 w 7373598"/>
              <a:gd name="connsiteY12" fmla="*/ 0 h 2031325"/>
              <a:gd name="connsiteX13" fmla="*/ 6709974 w 7373598"/>
              <a:gd name="connsiteY13" fmla="*/ 0 h 2031325"/>
              <a:gd name="connsiteX14" fmla="*/ 7373598 w 7373598"/>
              <a:gd name="connsiteY14" fmla="*/ 0 h 2031325"/>
              <a:gd name="connsiteX15" fmla="*/ 7373598 w 7373598"/>
              <a:gd name="connsiteY15" fmla="*/ 467205 h 2031325"/>
              <a:gd name="connsiteX16" fmla="*/ 7373598 w 7373598"/>
              <a:gd name="connsiteY16" fmla="*/ 975036 h 2031325"/>
              <a:gd name="connsiteX17" fmla="*/ 7373598 w 7373598"/>
              <a:gd name="connsiteY17" fmla="*/ 1503181 h 2031325"/>
              <a:gd name="connsiteX18" fmla="*/ 7373598 w 7373598"/>
              <a:gd name="connsiteY18" fmla="*/ 2031325 h 2031325"/>
              <a:gd name="connsiteX19" fmla="*/ 6806398 w 7373598"/>
              <a:gd name="connsiteY19" fmla="*/ 2031325 h 2031325"/>
              <a:gd name="connsiteX20" fmla="*/ 6386670 w 7373598"/>
              <a:gd name="connsiteY20" fmla="*/ 2031325 h 2031325"/>
              <a:gd name="connsiteX21" fmla="*/ 5966942 w 7373598"/>
              <a:gd name="connsiteY21" fmla="*/ 2031325 h 2031325"/>
              <a:gd name="connsiteX22" fmla="*/ 5252271 w 7373598"/>
              <a:gd name="connsiteY22" fmla="*/ 2031325 h 2031325"/>
              <a:gd name="connsiteX23" fmla="*/ 4611335 w 7373598"/>
              <a:gd name="connsiteY23" fmla="*/ 2031325 h 2031325"/>
              <a:gd name="connsiteX24" fmla="*/ 3896663 w 7373598"/>
              <a:gd name="connsiteY24" fmla="*/ 2031325 h 2031325"/>
              <a:gd name="connsiteX25" fmla="*/ 3255727 w 7373598"/>
              <a:gd name="connsiteY25" fmla="*/ 2031325 h 2031325"/>
              <a:gd name="connsiteX26" fmla="*/ 2835999 w 7373598"/>
              <a:gd name="connsiteY26" fmla="*/ 2031325 h 2031325"/>
              <a:gd name="connsiteX27" fmla="*/ 2121327 w 7373598"/>
              <a:gd name="connsiteY27" fmla="*/ 2031325 h 2031325"/>
              <a:gd name="connsiteX28" fmla="*/ 1627864 w 7373598"/>
              <a:gd name="connsiteY28" fmla="*/ 2031325 h 2031325"/>
              <a:gd name="connsiteX29" fmla="*/ 1208136 w 7373598"/>
              <a:gd name="connsiteY29" fmla="*/ 2031325 h 2031325"/>
              <a:gd name="connsiteX30" fmla="*/ 640936 w 7373598"/>
              <a:gd name="connsiteY30" fmla="*/ 2031325 h 2031325"/>
              <a:gd name="connsiteX31" fmla="*/ 0 w 7373598"/>
              <a:gd name="connsiteY31" fmla="*/ 2031325 h 2031325"/>
              <a:gd name="connsiteX32" fmla="*/ 0 w 7373598"/>
              <a:gd name="connsiteY32" fmla="*/ 1503181 h 2031325"/>
              <a:gd name="connsiteX33" fmla="*/ 0 w 7373598"/>
              <a:gd name="connsiteY33" fmla="*/ 1035976 h 2031325"/>
              <a:gd name="connsiteX34" fmla="*/ 0 w 7373598"/>
              <a:gd name="connsiteY34" fmla="*/ 528145 h 2031325"/>
              <a:gd name="connsiteX35" fmla="*/ 0 w 7373598"/>
              <a:gd name="connsiteY35" fmla="*/ 0 h 2031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7373598" h="2031325" extrusionOk="0">
                <a:moveTo>
                  <a:pt x="0" y="0"/>
                </a:moveTo>
                <a:cubicBezTo>
                  <a:pt x="183046" y="-42960"/>
                  <a:pt x="344526" y="21609"/>
                  <a:pt x="640936" y="0"/>
                </a:cubicBezTo>
                <a:cubicBezTo>
                  <a:pt x="937346" y="-21609"/>
                  <a:pt x="1027632" y="16474"/>
                  <a:pt x="1355608" y="0"/>
                </a:cubicBezTo>
                <a:cubicBezTo>
                  <a:pt x="1683584" y="-16474"/>
                  <a:pt x="1866662" y="54481"/>
                  <a:pt x="1996543" y="0"/>
                </a:cubicBezTo>
                <a:cubicBezTo>
                  <a:pt x="2126424" y="-54481"/>
                  <a:pt x="2226146" y="3605"/>
                  <a:pt x="2342535" y="0"/>
                </a:cubicBezTo>
                <a:cubicBezTo>
                  <a:pt x="2458924" y="-3605"/>
                  <a:pt x="2702116" y="20408"/>
                  <a:pt x="2835999" y="0"/>
                </a:cubicBezTo>
                <a:cubicBezTo>
                  <a:pt x="2969882" y="-20408"/>
                  <a:pt x="3176106" y="24638"/>
                  <a:pt x="3403199" y="0"/>
                </a:cubicBezTo>
                <a:cubicBezTo>
                  <a:pt x="3630292" y="-24638"/>
                  <a:pt x="3624776" y="21222"/>
                  <a:pt x="3749191" y="0"/>
                </a:cubicBezTo>
                <a:cubicBezTo>
                  <a:pt x="3873606" y="-21222"/>
                  <a:pt x="4023195" y="50584"/>
                  <a:pt x="4242655" y="0"/>
                </a:cubicBezTo>
                <a:cubicBezTo>
                  <a:pt x="4462115" y="-50584"/>
                  <a:pt x="4492696" y="3333"/>
                  <a:pt x="4662383" y="0"/>
                </a:cubicBezTo>
                <a:cubicBezTo>
                  <a:pt x="4832070" y="-3333"/>
                  <a:pt x="4957467" y="17439"/>
                  <a:pt x="5155847" y="0"/>
                </a:cubicBezTo>
                <a:cubicBezTo>
                  <a:pt x="5354227" y="-17439"/>
                  <a:pt x="5576562" y="2201"/>
                  <a:pt x="5870518" y="0"/>
                </a:cubicBezTo>
                <a:cubicBezTo>
                  <a:pt x="6164474" y="-2201"/>
                  <a:pt x="6247300" y="30850"/>
                  <a:pt x="6363982" y="0"/>
                </a:cubicBezTo>
                <a:cubicBezTo>
                  <a:pt x="6480664" y="-30850"/>
                  <a:pt x="6539952" y="21219"/>
                  <a:pt x="6709974" y="0"/>
                </a:cubicBezTo>
                <a:cubicBezTo>
                  <a:pt x="6879996" y="-21219"/>
                  <a:pt x="7174867" y="58841"/>
                  <a:pt x="7373598" y="0"/>
                </a:cubicBezTo>
                <a:cubicBezTo>
                  <a:pt x="7414054" y="161494"/>
                  <a:pt x="7338416" y="353357"/>
                  <a:pt x="7373598" y="467205"/>
                </a:cubicBezTo>
                <a:cubicBezTo>
                  <a:pt x="7408780" y="581053"/>
                  <a:pt x="7339336" y="854159"/>
                  <a:pt x="7373598" y="975036"/>
                </a:cubicBezTo>
                <a:cubicBezTo>
                  <a:pt x="7407860" y="1095913"/>
                  <a:pt x="7337860" y="1302373"/>
                  <a:pt x="7373598" y="1503181"/>
                </a:cubicBezTo>
                <a:cubicBezTo>
                  <a:pt x="7409336" y="1703990"/>
                  <a:pt x="7369766" y="1859200"/>
                  <a:pt x="7373598" y="2031325"/>
                </a:cubicBezTo>
                <a:cubicBezTo>
                  <a:pt x="7223472" y="2096757"/>
                  <a:pt x="7007507" y="2018809"/>
                  <a:pt x="6806398" y="2031325"/>
                </a:cubicBezTo>
                <a:cubicBezTo>
                  <a:pt x="6605289" y="2043841"/>
                  <a:pt x="6520737" y="2004262"/>
                  <a:pt x="6386670" y="2031325"/>
                </a:cubicBezTo>
                <a:cubicBezTo>
                  <a:pt x="6252603" y="2058388"/>
                  <a:pt x="6065903" y="2012147"/>
                  <a:pt x="5966942" y="2031325"/>
                </a:cubicBezTo>
                <a:cubicBezTo>
                  <a:pt x="5867981" y="2050503"/>
                  <a:pt x="5527096" y="2002393"/>
                  <a:pt x="5252271" y="2031325"/>
                </a:cubicBezTo>
                <a:cubicBezTo>
                  <a:pt x="4977446" y="2060257"/>
                  <a:pt x="4915850" y="1992650"/>
                  <a:pt x="4611335" y="2031325"/>
                </a:cubicBezTo>
                <a:cubicBezTo>
                  <a:pt x="4306820" y="2070000"/>
                  <a:pt x="4069945" y="2029754"/>
                  <a:pt x="3896663" y="2031325"/>
                </a:cubicBezTo>
                <a:cubicBezTo>
                  <a:pt x="3723381" y="2032896"/>
                  <a:pt x="3561932" y="2019750"/>
                  <a:pt x="3255727" y="2031325"/>
                </a:cubicBezTo>
                <a:cubicBezTo>
                  <a:pt x="2949522" y="2042900"/>
                  <a:pt x="2973452" y="2002699"/>
                  <a:pt x="2835999" y="2031325"/>
                </a:cubicBezTo>
                <a:cubicBezTo>
                  <a:pt x="2698546" y="2059951"/>
                  <a:pt x="2299911" y="1949912"/>
                  <a:pt x="2121327" y="2031325"/>
                </a:cubicBezTo>
                <a:cubicBezTo>
                  <a:pt x="1942743" y="2112738"/>
                  <a:pt x="1785345" y="2018730"/>
                  <a:pt x="1627864" y="2031325"/>
                </a:cubicBezTo>
                <a:cubicBezTo>
                  <a:pt x="1470383" y="2043920"/>
                  <a:pt x="1397692" y="2015894"/>
                  <a:pt x="1208136" y="2031325"/>
                </a:cubicBezTo>
                <a:cubicBezTo>
                  <a:pt x="1018580" y="2046756"/>
                  <a:pt x="914515" y="1979774"/>
                  <a:pt x="640936" y="2031325"/>
                </a:cubicBezTo>
                <a:cubicBezTo>
                  <a:pt x="367357" y="2082876"/>
                  <a:pt x="233089" y="2028309"/>
                  <a:pt x="0" y="2031325"/>
                </a:cubicBezTo>
                <a:cubicBezTo>
                  <a:pt x="-16220" y="1917177"/>
                  <a:pt x="24703" y="1686159"/>
                  <a:pt x="0" y="1503181"/>
                </a:cubicBezTo>
                <a:cubicBezTo>
                  <a:pt x="-24703" y="1320203"/>
                  <a:pt x="18033" y="1184838"/>
                  <a:pt x="0" y="1035976"/>
                </a:cubicBezTo>
                <a:cubicBezTo>
                  <a:pt x="-18033" y="887114"/>
                  <a:pt x="24213" y="673819"/>
                  <a:pt x="0" y="528145"/>
                </a:cubicBezTo>
                <a:cubicBezTo>
                  <a:pt x="-24213" y="382471"/>
                  <a:pt x="56338" y="23139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72119089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[Op.gt]: 5 			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</a:rPr>
              <a:t>&gt;  5</a:t>
            </a:r>
          </a:p>
          <a:p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dirty="0" err="1">
                <a:latin typeface="Consolas" panose="020B0609020204030204" pitchFamily="49" charset="0"/>
              </a:rPr>
              <a:t>Op.gte</a:t>
            </a:r>
            <a:r>
              <a:rPr lang="en-US" dirty="0">
                <a:latin typeface="Consolas" panose="020B0609020204030204" pitchFamily="49" charset="0"/>
              </a:rPr>
              <a:t>]: 5			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&gt;= 5 </a:t>
            </a:r>
            <a:r>
              <a:rPr lang="en-US" dirty="0">
                <a:latin typeface="Consolas" panose="020B0609020204030204" pitchFamily="49" charset="0"/>
              </a:rPr>
              <a:t>	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dirty="0" err="1">
                <a:latin typeface="Consolas" panose="020B0609020204030204" pitchFamily="49" charset="0"/>
              </a:rPr>
              <a:t>Op.lt</a:t>
            </a:r>
            <a:r>
              <a:rPr lang="en-US" dirty="0">
                <a:latin typeface="Consolas" panose="020B0609020204030204" pitchFamily="49" charset="0"/>
              </a:rPr>
              <a:t>]: 10 			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&lt;  10</a:t>
            </a:r>
          </a:p>
          <a:p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dirty="0" err="1">
                <a:latin typeface="Consolas" panose="020B0609020204030204" pitchFamily="49" charset="0"/>
              </a:rPr>
              <a:t>Op.lte</a:t>
            </a:r>
            <a:r>
              <a:rPr lang="en-US" dirty="0">
                <a:latin typeface="Consolas" panose="020B0609020204030204" pitchFamily="49" charset="0"/>
              </a:rPr>
              <a:t>]: 10			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&lt;= 10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dirty="0" err="1">
                <a:latin typeface="Consolas" panose="020B0609020204030204" pitchFamily="49" charset="0"/>
              </a:rPr>
              <a:t>Op.between</a:t>
            </a:r>
            <a:r>
              <a:rPr lang="en-US" dirty="0">
                <a:latin typeface="Consolas" panose="020B0609020204030204" pitchFamily="49" charset="0"/>
              </a:rPr>
              <a:t>]: [5, 10]		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&gt;= 5 and &lt;= 10</a:t>
            </a:r>
          </a:p>
        </p:txBody>
      </p:sp>
      <p:sp>
        <p:nvSpPr>
          <p:cNvPr id="14" name="TextBox 13">
            <a:hlinkClick r:id="rId2"/>
            <a:extLst>
              <a:ext uri="{FF2B5EF4-FFF2-40B4-BE49-F238E27FC236}">
                <a16:creationId xmlns:a16="http://schemas.microsoft.com/office/drawing/2014/main" id="{2552BF8A-D6C8-F7AC-B828-5A47CEA31273}"/>
              </a:ext>
            </a:extLst>
          </p:cNvPr>
          <p:cNvSpPr txBox="1"/>
          <p:nvPr/>
        </p:nvSpPr>
        <p:spPr>
          <a:xfrm rot="20227977">
            <a:off x="8319803" y="4468794"/>
            <a:ext cx="116641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DOC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D2FAD7-007C-55C1-8CFB-9F03A79F63BA}"/>
              </a:ext>
            </a:extLst>
          </p:cNvPr>
          <p:cNvSpPr/>
          <p:nvPr/>
        </p:nvSpPr>
        <p:spPr>
          <a:xfrm>
            <a:off x="354156" y="168410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1476676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66A3B-E958-EA41-F7E5-7FE98A828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81964-4B1F-EF82-A937-A5F36E30F2CC}"/>
              </a:ext>
            </a:extLst>
          </p:cNvPr>
          <p:cNvSpPr txBox="1"/>
          <p:nvPr/>
        </p:nvSpPr>
        <p:spPr>
          <a:xfrm>
            <a:off x="5126197" y="2339327"/>
            <a:ext cx="6516529" cy="2862322"/>
          </a:xfrm>
          <a:custGeom>
            <a:avLst/>
            <a:gdLst>
              <a:gd name="connsiteX0" fmla="*/ 0 w 6516529"/>
              <a:gd name="connsiteY0" fmla="*/ 0 h 2862322"/>
              <a:gd name="connsiteX1" fmla="*/ 781983 w 6516529"/>
              <a:gd name="connsiteY1" fmla="*/ 0 h 2862322"/>
              <a:gd name="connsiteX2" fmla="*/ 1498802 w 6516529"/>
              <a:gd name="connsiteY2" fmla="*/ 0 h 2862322"/>
              <a:gd name="connsiteX3" fmla="*/ 2280785 w 6516529"/>
              <a:gd name="connsiteY3" fmla="*/ 0 h 2862322"/>
              <a:gd name="connsiteX4" fmla="*/ 2867273 w 6516529"/>
              <a:gd name="connsiteY4" fmla="*/ 0 h 2862322"/>
              <a:gd name="connsiteX5" fmla="*/ 3518926 w 6516529"/>
              <a:gd name="connsiteY5" fmla="*/ 0 h 2862322"/>
              <a:gd name="connsiteX6" fmla="*/ 4040248 w 6516529"/>
              <a:gd name="connsiteY6" fmla="*/ 0 h 2862322"/>
              <a:gd name="connsiteX7" fmla="*/ 4757066 w 6516529"/>
              <a:gd name="connsiteY7" fmla="*/ 0 h 2862322"/>
              <a:gd name="connsiteX8" fmla="*/ 5408719 w 6516529"/>
              <a:gd name="connsiteY8" fmla="*/ 0 h 2862322"/>
              <a:gd name="connsiteX9" fmla="*/ 6516529 w 6516529"/>
              <a:gd name="connsiteY9" fmla="*/ 0 h 2862322"/>
              <a:gd name="connsiteX10" fmla="*/ 6516529 w 6516529"/>
              <a:gd name="connsiteY10" fmla="*/ 601088 h 2862322"/>
              <a:gd name="connsiteX11" fmla="*/ 6516529 w 6516529"/>
              <a:gd name="connsiteY11" fmla="*/ 1173552 h 2862322"/>
              <a:gd name="connsiteX12" fmla="*/ 6516529 w 6516529"/>
              <a:gd name="connsiteY12" fmla="*/ 1688770 h 2862322"/>
              <a:gd name="connsiteX13" fmla="*/ 6516529 w 6516529"/>
              <a:gd name="connsiteY13" fmla="*/ 2232611 h 2862322"/>
              <a:gd name="connsiteX14" fmla="*/ 6516529 w 6516529"/>
              <a:gd name="connsiteY14" fmla="*/ 2862322 h 2862322"/>
              <a:gd name="connsiteX15" fmla="*/ 5734546 w 6516529"/>
              <a:gd name="connsiteY15" fmla="*/ 2862322 h 2862322"/>
              <a:gd name="connsiteX16" fmla="*/ 4952562 w 6516529"/>
              <a:gd name="connsiteY16" fmla="*/ 2862322 h 2862322"/>
              <a:gd name="connsiteX17" fmla="*/ 4431240 w 6516529"/>
              <a:gd name="connsiteY17" fmla="*/ 2862322 h 2862322"/>
              <a:gd name="connsiteX18" fmla="*/ 3844752 w 6516529"/>
              <a:gd name="connsiteY18" fmla="*/ 2862322 h 2862322"/>
              <a:gd name="connsiteX19" fmla="*/ 3323430 w 6516529"/>
              <a:gd name="connsiteY19" fmla="*/ 2862322 h 2862322"/>
              <a:gd name="connsiteX20" fmla="*/ 2671777 w 6516529"/>
              <a:gd name="connsiteY20" fmla="*/ 2862322 h 2862322"/>
              <a:gd name="connsiteX21" fmla="*/ 1954959 w 6516529"/>
              <a:gd name="connsiteY21" fmla="*/ 2862322 h 2862322"/>
              <a:gd name="connsiteX22" fmla="*/ 1498802 w 6516529"/>
              <a:gd name="connsiteY22" fmla="*/ 2862322 h 2862322"/>
              <a:gd name="connsiteX23" fmla="*/ 847149 w 6516529"/>
              <a:gd name="connsiteY23" fmla="*/ 2862322 h 2862322"/>
              <a:gd name="connsiteX24" fmla="*/ 0 w 6516529"/>
              <a:gd name="connsiteY24" fmla="*/ 2862322 h 2862322"/>
              <a:gd name="connsiteX25" fmla="*/ 0 w 6516529"/>
              <a:gd name="connsiteY25" fmla="*/ 2232611 h 2862322"/>
              <a:gd name="connsiteX26" fmla="*/ 0 w 6516529"/>
              <a:gd name="connsiteY26" fmla="*/ 1717393 h 2862322"/>
              <a:gd name="connsiteX27" fmla="*/ 0 w 6516529"/>
              <a:gd name="connsiteY27" fmla="*/ 1230798 h 2862322"/>
              <a:gd name="connsiteX28" fmla="*/ 0 w 6516529"/>
              <a:gd name="connsiteY28" fmla="*/ 658334 h 2862322"/>
              <a:gd name="connsiteX29" fmla="*/ 0 w 6516529"/>
              <a:gd name="connsiteY29" fmla="*/ 0 h 2862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516529" h="2862322" extrusionOk="0">
                <a:moveTo>
                  <a:pt x="0" y="0"/>
                </a:moveTo>
                <a:cubicBezTo>
                  <a:pt x="278037" y="-9816"/>
                  <a:pt x="404540" y="-22531"/>
                  <a:pt x="781983" y="0"/>
                </a:cubicBezTo>
                <a:cubicBezTo>
                  <a:pt x="1159426" y="22531"/>
                  <a:pt x="1186403" y="2093"/>
                  <a:pt x="1498802" y="0"/>
                </a:cubicBezTo>
                <a:cubicBezTo>
                  <a:pt x="1811201" y="-2093"/>
                  <a:pt x="2070214" y="13278"/>
                  <a:pt x="2280785" y="0"/>
                </a:cubicBezTo>
                <a:cubicBezTo>
                  <a:pt x="2491356" y="-13278"/>
                  <a:pt x="2658294" y="22247"/>
                  <a:pt x="2867273" y="0"/>
                </a:cubicBezTo>
                <a:cubicBezTo>
                  <a:pt x="3076252" y="-22247"/>
                  <a:pt x="3273804" y="1002"/>
                  <a:pt x="3518926" y="0"/>
                </a:cubicBezTo>
                <a:cubicBezTo>
                  <a:pt x="3764048" y="-1002"/>
                  <a:pt x="3850138" y="15939"/>
                  <a:pt x="4040248" y="0"/>
                </a:cubicBezTo>
                <a:cubicBezTo>
                  <a:pt x="4230358" y="-15939"/>
                  <a:pt x="4589540" y="33226"/>
                  <a:pt x="4757066" y="0"/>
                </a:cubicBezTo>
                <a:cubicBezTo>
                  <a:pt x="4924592" y="-33226"/>
                  <a:pt x="5150141" y="32133"/>
                  <a:pt x="5408719" y="0"/>
                </a:cubicBezTo>
                <a:cubicBezTo>
                  <a:pt x="5667297" y="-32133"/>
                  <a:pt x="6201269" y="-3005"/>
                  <a:pt x="6516529" y="0"/>
                </a:cubicBezTo>
                <a:cubicBezTo>
                  <a:pt x="6498931" y="266326"/>
                  <a:pt x="6535926" y="391265"/>
                  <a:pt x="6516529" y="601088"/>
                </a:cubicBezTo>
                <a:cubicBezTo>
                  <a:pt x="6497132" y="810911"/>
                  <a:pt x="6497881" y="910620"/>
                  <a:pt x="6516529" y="1173552"/>
                </a:cubicBezTo>
                <a:cubicBezTo>
                  <a:pt x="6535177" y="1436484"/>
                  <a:pt x="6535992" y="1460399"/>
                  <a:pt x="6516529" y="1688770"/>
                </a:cubicBezTo>
                <a:cubicBezTo>
                  <a:pt x="6497066" y="1917141"/>
                  <a:pt x="6508686" y="1960842"/>
                  <a:pt x="6516529" y="2232611"/>
                </a:cubicBezTo>
                <a:cubicBezTo>
                  <a:pt x="6524372" y="2504380"/>
                  <a:pt x="6521890" y="2693540"/>
                  <a:pt x="6516529" y="2862322"/>
                </a:cubicBezTo>
                <a:cubicBezTo>
                  <a:pt x="6167701" y="2860945"/>
                  <a:pt x="6041630" y="2857781"/>
                  <a:pt x="5734546" y="2862322"/>
                </a:cubicBezTo>
                <a:cubicBezTo>
                  <a:pt x="5427462" y="2866863"/>
                  <a:pt x="5205293" y="2887374"/>
                  <a:pt x="4952562" y="2862322"/>
                </a:cubicBezTo>
                <a:cubicBezTo>
                  <a:pt x="4699831" y="2837270"/>
                  <a:pt x="4601771" y="2870356"/>
                  <a:pt x="4431240" y="2862322"/>
                </a:cubicBezTo>
                <a:cubicBezTo>
                  <a:pt x="4260709" y="2854288"/>
                  <a:pt x="4006692" y="2858617"/>
                  <a:pt x="3844752" y="2862322"/>
                </a:cubicBezTo>
                <a:cubicBezTo>
                  <a:pt x="3682812" y="2866027"/>
                  <a:pt x="3577193" y="2861049"/>
                  <a:pt x="3323430" y="2862322"/>
                </a:cubicBezTo>
                <a:cubicBezTo>
                  <a:pt x="3069667" y="2863595"/>
                  <a:pt x="2930035" y="2870164"/>
                  <a:pt x="2671777" y="2862322"/>
                </a:cubicBezTo>
                <a:cubicBezTo>
                  <a:pt x="2413519" y="2854480"/>
                  <a:pt x="2260726" y="2828323"/>
                  <a:pt x="1954959" y="2862322"/>
                </a:cubicBezTo>
                <a:cubicBezTo>
                  <a:pt x="1649192" y="2896321"/>
                  <a:pt x="1593377" y="2850602"/>
                  <a:pt x="1498802" y="2862322"/>
                </a:cubicBezTo>
                <a:cubicBezTo>
                  <a:pt x="1404227" y="2874042"/>
                  <a:pt x="1140753" y="2890287"/>
                  <a:pt x="847149" y="2862322"/>
                </a:cubicBezTo>
                <a:cubicBezTo>
                  <a:pt x="553545" y="2834357"/>
                  <a:pt x="362341" y="2832684"/>
                  <a:pt x="0" y="2862322"/>
                </a:cubicBezTo>
                <a:cubicBezTo>
                  <a:pt x="13282" y="2669644"/>
                  <a:pt x="29311" y="2373882"/>
                  <a:pt x="0" y="2232611"/>
                </a:cubicBezTo>
                <a:cubicBezTo>
                  <a:pt x="-29311" y="2091340"/>
                  <a:pt x="1594" y="1879375"/>
                  <a:pt x="0" y="1717393"/>
                </a:cubicBezTo>
                <a:cubicBezTo>
                  <a:pt x="-1594" y="1555411"/>
                  <a:pt x="16079" y="1330755"/>
                  <a:pt x="0" y="1230798"/>
                </a:cubicBezTo>
                <a:cubicBezTo>
                  <a:pt x="-16079" y="1130841"/>
                  <a:pt x="-22174" y="806210"/>
                  <a:pt x="0" y="658334"/>
                </a:cubicBezTo>
                <a:cubicBezTo>
                  <a:pt x="22174" y="510458"/>
                  <a:pt x="-2501" y="15210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await </a:t>
            </a:r>
            <a:r>
              <a:rPr lang="en-US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Student</a:t>
            </a:r>
            <a:r>
              <a:rPr lang="en-US" dirty="0" err="1"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bulkCreate</a:t>
            </a:r>
            <a:r>
              <a:rPr lang="en-US" dirty="0">
                <a:latin typeface="Consolas" panose="020B0609020204030204" pitchFamily="49" charset="0"/>
              </a:rPr>
              <a:t>([</a:t>
            </a:r>
          </a:p>
          <a:p>
            <a:r>
              <a:rPr lang="en-US" dirty="0">
                <a:latin typeface="Consolas" panose="020B0609020204030204" pitchFamily="49" charset="0"/>
              </a:rPr>
              <a:t>  { name: 'Alice', age: 22, group: 2, score: 55 },</a:t>
            </a:r>
          </a:p>
          <a:p>
            <a:r>
              <a:rPr lang="en-US" dirty="0">
                <a:latin typeface="Consolas" panose="020B0609020204030204" pitchFamily="49" charset="0"/>
              </a:rPr>
              <a:t>   …</a:t>
            </a:r>
          </a:p>
          <a:p>
            <a:r>
              <a:rPr lang="en-US" dirty="0">
                <a:latin typeface="Consolas" panose="020B0609020204030204" pitchFamily="49" charset="0"/>
              </a:rPr>
              <a:t>]);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const results = await </a:t>
            </a:r>
            <a:r>
              <a:rPr lang="en-US" dirty="0" err="1">
                <a:latin typeface="Consolas" panose="020B0609020204030204" pitchFamily="49" charset="0"/>
              </a:rPr>
              <a:t>Student.findAll</a:t>
            </a:r>
            <a:r>
              <a:rPr lang="en-US" dirty="0">
                <a:latin typeface="Consolas" panose="020B0609020204030204" pitchFamily="49" charset="0"/>
              </a:rPr>
              <a:t>({</a:t>
            </a:r>
          </a:p>
          <a:p>
            <a:r>
              <a:rPr lang="en-US" dirty="0">
                <a:latin typeface="Consolas" panose="020B0609020204030204" pitchFamily="49" charset="0"/>
              </a:rPr>
              <a:t>  where: {</a:t>
            </a:r>
          </a:p>
          <a:p>
            <a:r>
              <a:rPr lang="en-US" dirty="0">
                <a:latin typeface="Consolas" panose="020B0609020204030204" pitchFamily="49" charset="0"/>
              </a:rPr>
              <a:t>   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// TODO</a:t>
            </a:r>
          </a:p>
          <a:p>
            <a:r>
              <a:rPr lang="en-US" dirty="0"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latin typeface="Consolas" panose="020B0609020204030204" pitchFamily="49" charset="0"/>
              </a:rPr>
              <a:t>});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ECEF221-615E-A9AA-7A4B-AD7DC9F4A044}"/>
              </a:ext>
            </a:extLst>
          </p:cNvPr>
          <p:cNvCxnSpPr>
            <a:cxnSpLocks/>
          </p:cNvCxnSpPr>
          <p:nvPr/>
        </p:nvCxnSpPr>
        <p:spPr>
          <a:xfrm flipH="1" flipV="1">
            <a:off x="6800075" y="4471745"/>
            <a:ext cx="806231" cy="8667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DE42E7-1BDF-5460-1782-B6CE1B7A7BA3}"/>
              </a:ext>
            </a:extLst>
          </p:cNvPr>
          <p:cNvSpPr txBox="1"/>
          <p:nvPr/>
        </p:nvSpPr>
        <p:spPr>
          <a:xfrm>
            <a:off x="7710800" y="5305017"/>
            <a:ext cx="223221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Your job</a:t>
            </a:r>
            <a:r>
              <a:rPr lang="en-US" sz="1400" b="1" dirty="0">
                <a:solidFill>
                  <a:srgbClr val="FF0000"/>
                </a:solidFill>
              </a:rPr>
              <a:t> !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Find the students whose: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-age between 22 and 24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- group is 2 or 5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- score &gt;= 50</a:t>
            </a:r>
          </a:p>
        </p:txBody>
      </p:sp>
      <p:pic>
        <p:nvPicPr>
          <p:cNvPr id="8" name="Google Shape;120;p4">
            <a:extLst>
              <a:ext uri="{FF2B5EF4-FFF2-40B4-BE49-F238E27FC236}">
                <a16:creationId xmlns:a16="http://schemas.microsoft.com/office/drawing/2014/main" id="{12B63A3F-7D6E-4AAB-F9A5-942BEB43BE3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342" y="475165"/>
            <a:ext cx="186684" cy="371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1;p4">
            <a:extLst>
              <a:ext uri="{FF2B5EF4-FFF2-40B4-BE49-F238E27FC236}">
                <a16:creationId xmlns:a16="http://schemas.microsoft.com/office/drawing/2014/main" id="{F117B91F-5993-E85D-AA3A-48242D75C21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157" y="475165"/>
            <a:ext cx="186684" cy="3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7;p2">
            <a:extLst>
              <a:ext uri="{FF2B5EF4-FFF2-40B4-BE49-F238E27FC236}">
                <a16:creationId xmlns:a16="http://schemas.microsoft.com/office/drawing/2014/main" id="{48EECFCE-6CA8-7786-4E59-8FE0B39904E1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 - 1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953110-0666-FC4E-5B17-C48ADAD6D4B6}"/>
              </a:ext>
            </a:extLst>
          </p:cNvPr>
          <p:cNvSpPr txBox="1"/>
          <p:nvPr/>
        </p:nvSpPr>
        <p:spPr>
          <a:xfrm>
            <a:off x="4130799" y="767847"/>
            <a:ext cx="56799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start code  (ACTIVITY 1 . ZIP) and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npm install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the code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match requirements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8D86C9-8619-D812-3D7A-A2099473A55D}"/>
              </a:ext>
            </a:extLst>
          </p:cNvPr>
          <p:cNvSpPr txBox="1"/>
          <p:nvPr/>
        </p:nvSpPr>
        <p:spPr>
          <a:xfrm>
            <a:off x="4205669" y="150359"/>
            <a:ext cx="4954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Fill up the </a:t>
            </a:r>
            <a:r>
              <a:rPr lang="en-US" sz="3600" b="1" dirty="0"/>
              <a:t>find</a:t>
            </a:r>
            <a:r>
              <a:rPr lang="en-US" sz="3600" dirty="0"/>
              <a:t>() method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53FB17-5EF5-66A4-0CAE-5256302AED60}"/>
              </a:ext>
            </a:extLst>
          </p:cNvPr>
          <p:cNvCxnSpPr>
            <a:cxnSpLocks/>
          </p:cNvCxnSpPr>
          <p:nvPr/>
        </p:nvCxnSpPr>
        <p:spPr>
          <a:xfrm flipH="1">
            <a:off x="2861393" y="2189008"/>
            <a:ext cx="736669" cy="65180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11F01D1-8DBB-A04B-0E2E-8BAE3CE26171}"/>
              </a:ext>
            </a:extLst>
          </p:cNvPr>
          <p:cNvSpPr txBox="1"/>
          <p:nvPr/>
        </p:nvSpPr>
        <p:spPr>
          <a:xfrm>
            <a:off x="3107388" y="1665788"/>
            <a:ext cx="1516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We use </a:t>
            </a:r>
            <a:r>
              <a:rPr lang="en-US" sz="1400" dirty="0" err="1">
                <a:solidFill>
                  <a:schemeClr val="accent4"/>
                </a:solidFill>
              </a:rPr>
              <a:t>sqlite</a:t>
            </a:r>
            <a:endParaRPr lang="en-US" sz="1400" dirty="0">
              <a:solidFill>
                <a:schemeClr val="accent4"/>
              </a:solidFill>
            </a:endParaRPr>
          </a:p>
          <a:p>
            <a:pPr algn="ctr"/>
            <a:r>
              <a:rPr lang="en-US" sz="1400" b="1" dirty="0">
                <a:solidFill>
                  <a:schemeClr val="accent4"/>
                </a:solidFill>
              </a:rPr>
              <a:t>For test purpose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0F7868-1A0B-6421-B36F-D2057F3BE6EB}"/>
              </a:ext>
            </a:extLst>
          </p:cNvPr>
          <p:cNvSpPr txBox="1"/>
          <p:nvPr/>
        </p:nvSpPr>
        <p:spPr>
          <a:xfrm>
            <a:off x="351693" y="2035120"/>
            <a:ext cx="1389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db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/database.js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E29036-7478-64C2-8A3A-209B406FA863}"/>
              </a:ext>
            </a:extLst>
          </p:cNvPr>
          <p:cNvSpPr txBox="1"/>
          <p:nvPr/>
        </p:nvSpPr>
        <p:spPr>
          <a:xfrm>
            <a:off x="351693" y="2355693"/>
            <a:ext cx="4363695" cy="1477328"/>
          </a:xfrm>
          <a:custGeom>
            <a:avLst/>
            <a:gdLst>
              <a:gd name="connsiteX0" fmla="*/ 0 w 4363695"/>
              <a:gd name="connsiteY0" fmla="*/ 0 h 1477328"/>
              <a:gd name="connsiteX1" fmla="*/ 710659 w 4363695"/>
              <a:gd name="connsiteY1" fmla="*/ 0 h 1477328"/>
              <a:gd name="connsiteX2" fmla="*/ 1377681 w 4363695"/>
              <a:gd name="connsiteY2" fmla="*/ 0 h 1477328"/>
              <a:gd name="connsiteX3" fmla="*/ 2088340 w 4363695"/>
              <a:gd name="connsiteY3" fmla="*/ 0 h 1477328"/>
              <a:gd name="connsiteX4" fmla="*/ 2668088 w 4363695"/>
              <a:gd name="connsiteY4" fmla="*/ 0 h 1477328"/>
              <a:gd name="connsiteX5" fmla="*/ 3291473 w 4363695"/>
              <a:gd name="connsiteY5" fmla="*/ 0 h 1477328"/>
              <a:gd name="connsiteX6" fmla="*/ 3827584 w 4363695"/>
              <a:gd name="connsiteY6" fmla="*/ 0 h 1477328"/>
              <a:gd name="connsiteX7" fmla="*/ 4363695 w 4363695"/>
              <a:gd name="connsiteY7" fmla="*/ 0 h 1477328"/>
              <a:gd name="connsiteX8" fmla="*/ 4363695 w 4363695"/>
              <a:gd name="connsiteY8" fmla="*/ 492443 h 1477328"/>
              <a:gd name="connsiteX9" fmla="*/ 4363695 w 4363695"/>
              <a:gd name="connsiteY9" fmla="*/ 940565 h 1477328"/>
              <a:gd name="connsiteX10" fmla="*/ 4363695 w 4363695"/>
              <a:gd name="connsiteY10" fmla="*/ 1477328 h 1477328"/>
              <a:gd name="connsiteX11" fmla="*/ 3740310 w 4363695"/>
              <a:gd name="connsiteY11" fmla="*/ 1477328 h 1477328"/>
              <a:gd name="connsiteX12" fmla="*/ 3116925 w 4363695"/>
              <a:gd name="connsiteY12" fmla="*/ 1477328 h 1477328"/>
              <a:gd name="connsiteX13" fmla="*/ 2406266 w 4363695"/>
              <a:gd name="connsiteY13" fmla="*/ 1477328 h 1477328"/>
              <a:gd name="connsiteX14" fmla="*/ 1782881 w 4363695"/>
              <a:gd name="connsiteY14" fmla="*/ 1477328 h 1477328"/>
              <a:gd name="connsiteX15" fmla="*/ 1290407 w 4363695"/>
              <a:gd name="connsiteY15" fmla="*/ 1477328 h 1477328"/>
              <a:gd name="connsiteX16" fmla="*/ 579748 w 4363695"/>
              <a:gd name="connsiteY16" fmla="*/ 1477328 h 1477328"/>
              <a:gd name="connsiteX17" fmla="*/ 0 w 4363695"/>
              <a:gd name="connsiteY17" fmla="*/ 1477328 h 1477328"/>
              <a:gd name="connsiteX18" fmla="*/ 0 w 4363695"/>
              <a:gd name="connsiteY18" fmla="*/ 999659 h 1477328"/>
              <a:gd name="connsiteX19" fmla="*/ 0 w 4363695"/>
              <a:gd name="connsiteY19" fmla="*/ 507216 h 1477328"/>
              <a:gd name="connsiteX20" fmla="*/ 0 w 4363695"/>
              <a:gd name="connsiteY20" fmla="*/ 0 h 1477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363695" h="1477328" extrusionOk="0">
                <a:moveTo>
                  <a:pt x="0" y="0"/>
                </a:moveTo>
                <a:cubicBezTo>
                  <a:pt x="189767" y="35183"/>
                  <a:pt x="455867" y="28466"/>
                  <a:pt x="710659" y="0"/>
                </a:cubicBezTo>
                <a:cubicBezTo>
                  <a:pt x="965451" y="-28466"/>
                  <a:pt x="1169990" y="-19563"/>
                  <a:pt x="1377681" y="0"/>
                </a:cubicBezTo>
                <a:cubicBezTo>
                  <a:pt x="1585372" y="19563"/>
                  <a:pt x="1897555" y="-7762"/>
                  <a:pt x="2088340" y="0"/>
                </a:cubicBezTo>
                <a:cubicBezTo>
                  <a:pt x="2279125" y="7762"/>
                  <a:pt x="2470534" y="-18230"/>
                  <a:pt x="2668088" y="0"/>
                </a:cubicBezTo>
                <a:cubicBezTo>
                  <a:pt x="2865642" y="18230"/>
                  <a:pt x="3140312" y="23473"/>
                  <a:pt x="3291473" y="0"/>
                </a:cubicBezTo>
                <a:cubicBezTo>
                  <a:pt x="3442634" y="-23473"/>
                  <a:pt x="3687086" y="13267"/>
                  <a:pt x="3827584" y="0"/>
                </a:cubicBezTo>
                <a:cubicBezTo>
                  <a:pt x="3968082" y="-13267"/>
                  <a:pt x="4254321" y="17742"/>
                  <a:pt x="4363695" y="0"/>
                </a:cubicBezTo>
                <a:cubicBezTo>
                  <a:pt x="4362665" y="204744"/>
                  <a:pt x="4341427" y="339892"/>
                  <a:pt x="4363695" y="492443"/>
                </a:cubicBezTo>
                <a:cubicBezTo>
                  <a:pt x="4385963" y="644994"/>
                  <a:pt x="4357732" y="805806"/>
                  <a:pt x="4363695" y="940565"/>
                </a:cubicBezTo>
                <a:cubicBezTo>
                  <a:pt x="4369658" y="1075324"/>
                  <a:pt x="4377252" y="1259717"/>
                  <a:pt x="4363695" y="1477328"/>
                </a:cubicBezTo>
                <a:cubicBezTo>
                  <a:pt x="4184278" y="1482601"/>
                  <a:pt x="3986337" y="1497501"/>
                  <a:pt x="3740310" y="1477328"/>
                </a:cubicBezTo>
                <a:cubicBezTo>
                  <a:pt x="3494284" y="1457155"/>
                  <a:pt x="3370450" y="1468707"/>
                  <a:pt x="3116925" y="1477328"/>
                </a:cubicBezTo>
                <a:cubicBezTo>
                  <a:pt x="2863400" y="1485949"/>
                  <a:pt x="2629617" y="1492151"/>
                  <a:pt x="2406266" y="1477328"/>
                </a:cubicBezTo>
                <a:cubicBezTo>
                  <a:pt x="2182915" y="1462505"/>
                  <a:pt x="2076896" y="1473586"/>
                  <a:pt x="1782881" y="1477328"/>
                </a:cubicBezTo>
                <a:cubicBezTo>
                  <a:pt x="1488866" y="1481070"/>
                  <a:pt x="1399260" y="1478113"/>
                  <a:pt x="1290407" y="1477328"/>
                </a:cubicBezTo>
                <a:cubicBezTo>
                  <a:pt x="1181554" y="1476543"/>
                  <a:pt x="926987" y="1506024"/>
                  <a:pt x="579748" y="1477328"/>
                </a:cubicBezTo>
                <a:cubicBezTo>
                  <a:pt x="232509" y="1448632"/>
                  <a:pt x="270755" y="1489663"/>
                  <a:pt x="0" y="1477328"/>
                </a:cubicBezTo>
                <a:cubicBezTo>
                  <a:pt x="-17491" y="1280886"/>
                  <a:pt x="15763" y="1176430"/>
                  <a:pt x="0" y="999659"/>
                </a:cubicBezTo>
                <a:cubicBezTo>
                  <a:pt x="-15763" y="822888"/>
                  <a:pt x="15726" y="651888"/>
                  <a:pt x="0" y="507216"/>
                </a:cubicBezTo>
                <a:cubicBezTo>
                  <a:pt x="-15726" y="362544"/>
                  <a:pt x="15099" y="19338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b="1" dirty="0" err="1">
                <a:solidFill>
                  <a:srgbClr val="FF66CC"/>
                </a:solidFill>
                <a:latin typeface="Consolas" panose="020B0609020204030204" pitchFamily="49" charset="0"/>
              </a:rPr>
              <a:t>sequelize</a:t>
            </a:r>
            <a:r>
              <a:rPr lang="en-US" dirty="0">
                <a:latin typeface="Consolas" panose="020B0609020204030204" pitchFamily="49" charset="0"/>
              </a:rPr>
              <a:t> = new Sequelize({</a:t>
            </a:r>
          </a:p>
          <a:p>
            <a:r>
              <a:rPr lang="en-US" dirty="0">
                <a:solidFill>
                  <a:schemeClr val="accent4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dialect: '</a:t>
            </a:r>
            <a:r>
              <a:rPr lang="en-US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sqlite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',</a:t>
            </a:r>
          </a:p>
          <a:p>
            <a:r>
              <a:rPr lang="en-US" dirty="0">
                <a:latin typeface="Consolas" panose="020B0609020204030204" pitchFamily="49" charset="0"/>
              </a:rPr>
              <a:t>  storage: '</a:t>
            </a:r>
            <a:r>
              <a:rPr lang="en-US" dirty="0" err="1">
                <a:latin typeface="Consolas" panose="020B0609020204030204" pitchFamily="49" charset="0"/>
              </a:rPr>
              <a:t>students.db</a:t>
            </a:r>
            <a:r>
              <a:rPr lang="en-US" dirty="0">
                <a:latin typeface="Consolas" panose="020B0609020204030204" pitchFamily="49" charset="0"/>
              </a:rPr>
              <a:t>',</a:t>
            </a:r>
          </a:p>
          <a:p>
            <a:r>
              <a:rPr lang="en-US" dirty="0">
                <a:latin typeface="Consolas" panose="020B0609020204030204" pitchFamily="49" charset="0"/>
              </a:rPr>
              <a:t>  logging: false</a:t>
            </a:r>
          </a:p>
          <a:p>
            <a:r>
              <a:rPr lang="en-US" dirty="0"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10E942-3C50-E41B-7559-2E64D4A317FE}"/>
              </a:ext>
            </a:extLst>
          </p:cNvPr>
          <p:cNvSpPr txBox="1"/>
          <p:nvPr/>
        </p:nvSpPr>
        <p:spPr>
          <a:xfrm>
            <a:off x="303777" y="4095522"/>
            <a:ext cx="17179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/models/student.js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F81C6F-D814-390E-3D4C-BC2EA8D61EAF}"/>
              </a:ext>
            </a:extLst>
          </p:cNvPr>
          <p:cNvSpPr txBox="1"/>
          <p:nvPr/>
        </p:nvSpPr>
        <p:spPr>
          <a:xfrm>
            <a:off x="303777" y="4403299"/>
            <a:ext cx="4411611" cy="2031325"/>
          </a:xfrm>
          <a:custGeom>
            <a:avLst/>
            <a:gdLst>
              <a:gd name="connsiteX0" fmla="*/ 0 w 4411611"/>
              <a:gd name="connsiteY0" fmla="*/ 0 h 2031325"/>
              <a:gd name="connsiteX1" fmla="*/ 718462 w 4411611"/>
              <a:gd name="connsiteY1" fmla="*/ 0 h 2031325"/>
              <a:gd name="connsiteX2" fmla="*/ 1392809 w 4411611"/>
              <a:gd name="connsiteY2" fmla="*/ 0 h 2031325"/>
              <a:gd name="connsiteX3" fmla="*/ 2111271 w 4411611"/>
              <a:gd name="connsiteY3" fmla="*/ 0 h 2031325"/>
              <a:gd name="connsiteX4" fmla="*/ 2697385 w 4411611"/>
              <a:gd name="connsiteY4" fmla="*/ 0 h 2031325"/>
              <a:gd name="connsiteX5" fmla="*/ 3327615 w 4411611"/>
              <a:gd name="connsiteY5" fmla="*/ 0 h 2031325"/>
              <a:gd name="connsiteX6" fmla="*/ 3869613 w 4411611"/>
              <a:gd name="connsiteY6" fmla="*/ 0 h 2031325"/>
              <a:gd name="connsiteX7" fmla="*/ 4411611 w 4411611"/>
              <a:gd name="connsiteY7" fmla="*/ 0 h 2031325"/>
              <a:gd name="connsiteX8" fmla="*/ 4411611 w 4411611"/>
              <a:gd name="connsiteY8" fmla="*/ 677108 h 2031325"/>
              <a:gd name="connsiteX9" fmla="*/ 4411611 w 4411611"/>
              <a:gd name="connsiteY9" fmla="*/ 1293277 h 2031325"/>
              <a:gd name="connsiteX10" fmla="*/ 4411611 w 4411611"/>
              <a:gd name="connsiteY10" fmla="*/ 2031325 h 2031325"/>
              <a:gd name="connsiteX11" fmla="*/ 3781381 w 4411611"/>
              <a:gd name="connsiteY11" fmla="*/ 2031325 h 2031325"/>
              <a:gd name="connsiteX12" fmla="*/ 3151151 w 4411611"/>
              <a:gd name="connsiteY12" fmla="*/ 2031325 h 2031325"/>
              <a:gd name="connsiteX13" fmla="*/ 2432688 w 4411611"/>
              <a:gd name="connsiteY13" fmla="*/ 2031325 h 2031325"/>
              <a:gd name="connsiteX14" fmla="*/ 1802458 w 4411611"/>
              <a:gd name="connsiteY14" fmla="*/ 2031325 h 2031325"/>
              <a:gd name="connsiteX15" fmla="*/ 1304576 w 4411611"/>
              <a:gd name="connsiteY15" fmla="*/ 2031325 h 2031325"/>
              <a:gd name="connsiteX16" fmla="*/ 586114 w 4411611"/>
              <a:gd name="connsiteY16" fmla="*/ 2031325 h 2031325"/>
              <a:gd name="connsiteX17" fmla="*/ 0 w 4411611"/>
              <a:gd name="connsiteY17" fmla="*/ 2031325 h 2031325"/>
              <a:gd name="connsiteX18" fmla="*/ 0 w 4411611"/>
              <a:gd name="connsiteY18" fmla="*/ 1374530 h 2031325"/>
              <a:gd name="connsiteX19" fmla="*/ 0 w 4411611"/>
              <a:gd name="connsiteY19" fmla="*/ 697422 h 2031325"/>
              <a:gd name="connsiteX20" fmla="*/ 0 w 4411611"/>
              <a:gd name="connsiteY20" fmla="*/ 0 h 2031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11611" h="2031325" extrusionOk="0">
                <a:moveTo>
                  <a:pt x="0" y="0"/>
                </a:moveTo>
                <a:cubicBezTo>
                  <a:pt x="295876" y="-25562"/>
                  <a:pt x="446189" y="-25931"/>
                  <a:pt x="718462" y="0"/>
                </a:cubicBezTo>
                <a:cubicBezTo>
                  <a:pt x="990735" y="25931"/>
                  <a:pt x="1180484" y="11949"/>
                  <a:pt x="1392809" y="0"/>
                </a:cubicBezTo>
                <a:cubicBezTo>
                  <a:pt x="1605134" y="-11949"/>
                  <a:pt x="1929462" y="-34031"/>
                  <a:pt x="2111271" y="0"/>
                </a:cubicBezTo>
                <a:cubicBezTo>
                  <a:pt x="2293080" y="34031"/>
                  <a:pt x="2498691" y="-12309"/>
                  <a:pt x="2697385" y="0"/>
                </a:cubicBezTo>
                <a:cubicBezTo>
                  <a:pt x="2896079" y="12309"/>
                  <a:pt x="3102935" y="-8944"/>
                  <a:pt x="3327615" y="0"/>
                </a:cubicBezTo>
                <a:cubicBezTo>
                  <a:pt x="3552295" y="8944"/>
                  <a:pt x="3714658" y="17491"/>
                  <a:pt x="3869613" y="0"/>
                </a:cubicBezTo>
                <a:cubicBezTo>
                  <a:pt x="4024568" y="-17491"/>
                  <a:pt x="4251436" y="13481"/>
                  <a:pt x="4411611" y="0"/>
                </a:cubicBezTo>
                <a:cubicBezTo>
                  <a:pt x="4401005" y="309799"/>
                  <a:pt x="4418061" y="458253"/>
                  <a:pt x="4411611" y="677108"/>
                </a:cubicBezTo>
                <a:cubicBezTo>
                  <a:pt x="4405161" y="895963"/>
                  <a:pt x="4426345" y="1007276"/>
                  <a:pt x="4411611" y="1293277"/>
                </a:cubicBezTo>
                <a:cubicBezTo>
                  <a:pt x="4396877" y="1579278"/>
                  <a:pt x="4433556" y="1836738"/>
                  <a:pt x="4411611" y="2031325"/>
                </a:cubicBezTo>
                <a:cubicBezTo>
                  <a:pt x="4125060" y="2000855"/>
                  <a:pt x="3992979" y="2047165"/>
                  <a:pt x="3781381" y="2031325"/>
                </a:cubicBezTo>
                <a:cubicBezTo>
                  <a:pt x="3569783" y="2015486"/>
                  <a:pt x="3374632" y="2027202"/>
                  <a:pt x="3151151" y="2031325"/>
                </a:cubicBezTo>
                <a:cubicBezTo>
                  <a:pt x="2927670" y="2035449"/>
                  <a:pt x="2790644" y="2021904"/>
                  <a:pt x="2432688" y="2031325"/>
                </a:cubicBezTo>
                <a:cubicBezTo>
                  <a:pt x="2074732" y="2040746"/>
                  <a:pt x="2082672" y="2002532"/>
                  <a:pt x="1802458" y="2031325"/>
                </a:cubicBezTo>
                <a:cubicBezTo>
                  <a:pt x="1522244" y="2060119"/>
                  <a:pt x="1467754" y="2020817"/>
                  <a:pt x="1304576" y="2031325"/>
                </a:cubicBezTo>
                <a:cubicBezTo>
                  <a:pt x="1141398" y="2041833"/>
                  <a:pt x="792317" y="2041634"/>
                  <a:pt x="586114" y="2031325"/>
                </a:cubicBezTo>
                <a:cubicBezTo>
                  <a:pt x="379911" y="2021016"/>
                  <a:pt x="151328" y="2020248"/>
                  <a:pt x="0" y="2031325"/>
                </a:cubicBezTo>
                <a:cubicBezTo>
                  <a:pt x="26937" y="1756887"/>
                  <a:pt x="620" y="1586975"/>
                  <a:pt x="0" y="1374530"/>
                </a:cubicBezTo>
                <a:cubicBezTo>
                  <a:pt x="-620" y="1162085"/>
                  <a:pt x="-9428" y="927980"/>
                  <a:pt x="0" y="697422"/>
                </a:cubicBezTo>
                <a:cubicBezTo>
                  <a:pt x="9428" y="466864"/>
                  <a:pt x="-13432" y="322427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b="1" dirty="0">
                <a:solidFill>
                  <a:schemeClr val="accent2"/>
                </a:solidFill>
                <a:latin typeface="Consolas" panose="020B0609020204030204" pitchFamily="49" charset="0"/>
              </a:rPr>
              <a:t>Student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rgbClr val="FF66CC"/>
                </a:solidFill>
                <a:latin typeface="Consolas" panose="020B0609020204030204" pitchFamily="49" charset="0"/>
              </a:rPr>
              <a:t>sequelize</a:t>
            </a:r>
            <a:r>
              <a:rPr lang="en-US" dirty="0" err="1">
                <a:latin typeface="Consolas" panose="020B0609020204030204" pitchFamily="49" charset="0"/>
              </a:rPr>
              <a:t>.define</a:t>
            </a:r>
            <a:r>
              <a:rPr lang="en-US" dirty="0">
                <a:latin typeface="Consolas" panose="020B0609020204030204" pitchFamily="49" charset="0"/>
              </a:rPr>
              <a:t>('Student', {</a:t>
            </a:r>
          </a:p>
          <a:p>
            <a:r>
              <a:rPr lang="en-US" dirty="0">
                <a:latin typeface="Consolas" panose="020B0609020204030204" pitchFamily="49" charset="0"/>
              </a:rPr>
              <a:t>    name: </a:t>
            </a:r>
            <a:r>
              <a:rPr lang="en-US" dirty="0" err="1">
                <a:latin typeface="Consolas" panose="020B0609020204030204" pitchFamily="49" charset="0"/>
              </a:rPr>
              <a:t>DataTypes.STRING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    age: </a:t>
            </a:r>
            <a:r>
              <a:rPr lang="en-US" dirty="0" err="1">
                <a:latin typeface="Consolas" panose="020B0609020204030204" pitchFamily="49" charset="0"/>
              </a:rPr>
              <a:t>DataTypes.INTEGER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    group: </a:t>
            </a:r>
            <a:r>
              <a:rPr lang="en-US" dirty="0" err="1">
                <a:latin typeface="Consolas" panose="020B0609020204030204" pitchFamily="49" charset="0"/>
              </a:rPr>
              <a:t>DataTypes.INTEGER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    score: </a:t>
            </a:r>
            <a:r>
              <a:rPr lang="en-US" dirty="0" err="1">
                <a:latin typeface="Consolas" panose="020B0609020204030204" pitchFamily="49" charset="0"/>
              </a:rPr>
              <a:t>DataTypes.FLOAT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  });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7D359B-8786-49EB-B0C4-F694DA0CEEC2}"/>
              </a:ext>
            </a:extLst>
          </p:cNvPr>
          <p:cNvSpPr txBox="1"/>
          <p:nvPr/>
        </p:nvSpPr>
        <p:spPr>
          <a:xfrm>
            <a:off x="5126198" y="1980198"/>
            <a:ext cx="8424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/index.js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EB582DA-081D-63E7-D2D5-E5B5BE7D5A8F}"/>
              </a:ext>
            </a:extLst>
          </p:cNvPr>
          <p:cNvCxnSpPr>
            <a:cxnSpLocks/>
          </p:cNvCxnSpPr>
          <p:nvPr/>
        </p:nvCxnSpPr>
        <p:spPr>
          <a:xfrm flipH="1">
            <a:off x="7929340" y="1749327"/>
            <a:ext cx="736669" cy="65180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F44566E-667F-37CF-EBD9-A6420B442387}"/>
              </a:ext>
            </a:extLst>
          </p:cNvPr>
          <p:cNvSpPr txBox="1"/>
          <p:nvPr/>
        </p:nvSpPr>
        <p:spPr>
          <a:xfrm>
            <a:off x="8666009" y="1574635"/>
            <a:ext cx="1893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We use bulkCreate to</a:t>
            </a:r>
          </a:p>
          <a:p>
            <a:pPr algn="ctr"/>
            <a:r>
              <a:rPr lang="en-US" sz="1400" dirty="0">
                <a:solidFill>
                  <a:schemeClr val="accent4"/>
                </a:solidFill>
              </a:rPr>
              <a:t>Create many students</a:t>
            </a:r>
          </a:p>
        </p:txBody>
      </p:sp>
      <p:sp>
        <p:nvSpPr>
          <p:cNvPr id="29" name="TextBox 28">
            <a:hlinkClick r:id="rId3"/>
            <a:extLst>
              <a:ext uri="{FF2B5EF4-FFF2-40B4-BE49-F238E27FC236}">
                <a16:creationId xmlns:a16="http://schemas.microsoft.com/office/drawing/2014/main" id="{DF87201C-0B78-5FE0-01C0-2310AC790C87}"/>
              </a:ext>
            </a:extLst>
          </p:cNvPr>
          <p:cNvSpPr txBox="1"/>
          <p:nvPr/>
        </p:nvSpPr>
        <p:spPr>
          <a:xfrm rot="20227977">
            <a:off x="10645508" y="362476"/>
            <a:ext cx="116641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DOC</a:t>
            </a:r>
          </a:p>
        </p:txBody>
      </p:sp>
    </p:spTree>
    <p:extLst>
      <p:ext uri="{BB962C8B-B14F-4D97-AF65-F5344CB8AC3E}">
        <p14:creationId xmlns:p14="http://schemas.microsoft.com/office/powerpoint/2010/main" val="544456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7964-B7D3-8EBB-6F5B-C11EBCB25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086417-D75F-93CD-24BA-E95CD25E9677}"/>
              </a:ext>
            </a:extLst>
          </p:cNvPr>
          <p:cNvSpPr txBox="1"/>
          <p:nvPr/>
        </p:nvSpPr>
        <p:spPr>
          <a:xfrm>
            <a:off x="1726834" y="2274838"/>
            <a:ext cx="6516529" cy="2308324"/>
          </a:xfrm>
          <a:custGeom>
            <a:avLst/>
            <a:gdLst>
              <a:gd name="connsiteX0" fmla="*/ 0 w 6516529"/>
              <a:gd name="connsiteY0" fmla="*/ 0 h 2308324"/>
              <a:gd name="connsiteX1" fmla="*/ 781983 w 6516529"/>
              <a:gd name="connsiteY1" fmla="*/ 0 h 2308324"/>
              <a:gd name="connsiteX2" fmla="*/ 1498802 w 6516529"/>
              <a:gd name="connsiteY2" fmla="*/ 0 h 2308324"/>
              <a:gd name="connsiteX3" fmla="*/ 2280785 w 6516529"/>
              <a:gd name="connsiteY3" fmla="*/ 0 h 2308324"/>
              <a:gd name="connsiteX4" fmla="*/ 2867273 w 6516529"/>
              <a:gd name="connsiteY4" fmla="*/ 0 h 2308324"/>
              <a:gd name="connsiteX5" fmla="*/ 3518926 w 6516529"/>
              <a:gd name="connsiteY5" fmla="*/ 0 h 2308324"/>
              <a:gd name="connsiteX6" fmla="*/ 4040248 w 6516529"/>
              <a:gd name="connsiteY6" fmla="*/ 0 h 2308324"/>
              <a:gd name="connsiteX7" fmla="*/ 4757066 w 6516529"/>
              <a:gd name="connsiteY7" fmla="*/ 0 h 2308324"/>
              <a:gd name="connsiteX8" fmla="*/ 5408719 w 6516529"/>
              <a:gd name="connsiteY8" fmla="*/ 0 h 2308324"/>
              <a:gd name="connsiteX9" fmla="*/ 6516529 w 6516529"/>
              <a:gd name="connsiteY9" fmla="*/ 0 h 2308324"/>
              <a:gd name="connsiteX10" fmla="*/ 6516529 w 6516529"/>
              <a:gd name="connsiteY10" fmla="*/ 600164 h 2308324"/>
              <a:gd name="connsiteX11" fmla="*/ 6516529 w 6516529"/>
              <a:gd name="connsiteY11" fmla="*/ 1177245 h 2308324"/>
              <a:gd name="connsiteX12" fmla="*/ 6516529 w 6516529"/>
              <a:gd name="connsiteY12" fmla="*/ 1708160 h 2308324"/>
              <a:gd name="connsiteX13" fmla="*/ 6516529 w 6516529"/>
              <a:gd name="connsiteY13" fmla="*/ 2308324 h 2308324"/>
              <a:gd name="connsiteX14" fmla="*/ 6060372 w 6516529"/>
              <a:gd name="connsiteY14" fmla="*/ 2308324 h 2308324"/>
              <a:gd name="connsiteX15" fmla="*/ 5604215 w 6516529"/>
              <a:gd name="connsiteY15" fmla="*/ 2308324 h 2308324"/>
              <a:gd name="connsiteX16" fmla="*/ 4822231 w 6516529"/>
              <a:gd name="connsiteY16" fmla="*/ 2308324 h 2308324"/>
              <a:gd name="connsiteX17" fmla="*/ 4300909 w 6516529"/>
              <a:gd name="connsiteY17" fmla="*/ 2308324 h 2308324"/>
              <a:gd name="connsiteX18" fmla="*/ 3714422 w 6516529"/>
              <a:gd name="connsiteY18" fmla="*/ 2308324 h 2308324"/>
              <a:gd name="connsiteX19" fmla="*/ 3193099 w 6516529"/>
              <a:gd name="connsiteY19" fmla="*/ 2308324 h 2308324"/>
              <a:gd name="connsiteX20" fmla="*/ 2541446 w 6516529"/>
              <a:gd name="connsiteY20" fmla="*/ 2308324 h 2308324"/>
              <a:gd name="connsiteX21" fmla="*/ 1824628 w 6516529"/>
              <a:gd name="connsiteY21" fmla="*/ 2308324 h 2308324"/>
              <a:gd name="connsiteX22" fmla="*/ 1368471 w 6516529"/>
              <a:gd name="connsiteY22" fmla="*/ 2308324 h 2308324"/>
              <a:gd name="connsiteX23" fmla="*/ 716818 w 6516529"/>
              <a:gd name="connsiteY23" fmla="*/ 2308324 h 2308324"/>
              <a:gd name="connsiteX24" fmla="*/ 0 w 6516529"/>
              <a:gd name="connsiteY24" fmla="*/ 2308324 h 2308324"/>
              <a:gd name="connsiteX25" fmla="*/ 0 w 6516529"/>
              <a:gd name="connsiteY25" fmla="*/ 1685077 h 2308324"/>
              <a:gd name="connsiteX26" fmla="*/ 0 w 6516529"/>
              <a:gd name="connsiteY26" fmla="*/ 1154162 h 2308324"/>
              <a:gd name="connsiteX27" fmla="*/ 0 w 6516529"/>
              <a:gd name="connsiteY27" fmla="*/ 646331 h 2308324"/>
              <a:gd name="connsiteX28" fmla="*/ 0 w 6516529"/>
              <a:gd name="connsiteY28" fmla="*/ 0 h 230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516529" h="2308324" extrusionOk="0">
                <a:moveTo>
                  <a:pt x="0" y="0"/>
                </a:moveTo>
                <a:cubicBezTo>
                  <a:pt x="278037" y="-9816"/>
                  <a:pt x="404540" y="-22531"/>
                  <a:pt x="781983" y="0"/>
                </a:cubicBezTo>
                <a:cubicBezTo>
                  <a:pt x="1159426" y="22531"/>
                  <a:pt x="1186403" y="2093"/>
                  <a:pt x="1498802" y="0"/>
                </a:cubicBezTo>
                <a:cubicBezTo>
                  <a:pt x="1811201" y="-2093"/>
                  <a:pt x="2070214" y="13278"/>
                  <a:pt x="2280785" y="0"/>
                </a:cubicBezTo>
                <a:cubicBezTo>
                  <a:pt x="2491356" y="-13278"/>
                  <a:pt x="2658294" y="22247"/>
                  <a:pt x="2867273" y="0"/>
                </a:cubicBezTo>
                <a:cubicBezTo>
                  <a:pt x="3076252" y="-22247"/>
                  <a:pt x="3273804" y="1002"/>
                  <a:pt x="3518926" y="0"/>
                </a:cubicBezTo>
                <a:cubicBezTo>
                  <a:pt x="3764048" y="-1002"/>
                  <a:pt x="3850138" y="15939"/>
                  <a:pt x="4040248" y="0"/>
                </a:cubicBezTo>
                <a:cubicBezTo>
                  <a:pt x="4230358" y="-15939"/>
                  <a:pt x="4589540" y="33226"/>
                  <a:pt x="4757066" y="0"/>
                </a:cubicBezTo>
                <a:cubicBezTo>
                  <a:pt x="4924592" y="-33226"/>
                  <a:pt x="5150141" y="32133"/>
                  <a:pt x="5408719" y="0"/>
                </a:cubicBezTo>
                <a:cubicBezTo>
                  <a:pt x="5667297" y="-32133"/>
                  <a:pt x="6201269" y="-3005"/>
                  <a:pt x="6516529" y="0"/>
                </a:cubicBezTo>
                <a:cubicBezTo>
                  <a:pt x="6505740" y="296387"/>
                  <a:pt x="6525419" y="333075"/>
                  <a:pt x="6516529" y="600164"/>
                </a:cubicBezTo>
                <a:cubicBezTo>
                  <a:pt x="6507639" y="867253"/>
                  <a:pt x="6531676" y="1049356"/>
                  <a:pt x="6516529" y="1177245"/>
                </a:cubicBezTo>
                <a:cubicBezTo>
                  <a:pt x="6501382" y="1305134"/>
                  <a:pt x="6526639" y="1567693"/>
                  <a:pt x="6516529" y="1708160"/>
                </a:cubicBezTo>
                <a:cubicBezTo>
                  <a:pt x="6506419" y="1848627"/>
                  <a:pt x="6531666" y="2028321"/>
                  <a:pt x="6516529" y="2308324"/>
                </a:cubicBezTo>
                <a:cubicBezTo>
                  <a:pt x="6424436" y="2307677"/>
                  <a:pt x="6223996" y="2288191"/>
                  <a:pt x="6060372" y="2308324"/>
                </a:cubicBezTo>
                <a:cubicBezTo>
                  <a:pt x="5896748" y="2328457"/>
                  <a:pt x="5800502" y="2328702"/>
                  <a:pt x="5604215" y="2308324"/>
                </a:cubicBezTo>
                <a:cubicBezTo>
                  <a:pt x="5407928" y="2287946"/>
                  <a:pt x="5074962" y="2333376"/>
                  <a:pt x="4822231" y="2308324"/>
                </a:cubicBezTo>
                <a:cubicBezTo>
                  <a:pt x="4569500" y="2283272"/>
                  <a:pt x="4471440" y="2316358"/>
                  <a:pt x="4300909" y="2308324"/>
                </a:cubicBezTo>
                <a:cubicBezTo>
                  <a:pt x="4130378" y="2300290"/>
                  <a:pt x="3870045" y="2301447"/>
                  <a:pt x="3714422" y="2308324"/>
                </a:cubicBezTo>
                <a:cubicBezTo>
                  <a:pt x="3558799" y="2315201"/>
                  <a:pt x="3449045" y="2309935"/>
                  <a:pt x="3193099" y="2308324"/>
                </a:cubicBezTo>
                <a:cubicBezTo>
                  <a:pt x="2937153" y="2306713"/>
                  <a:pt x="2799704" y="2316166"/>
                  <a:pt x="2541446" y="2308324"/>
                </a:cubicBezTo>
                <a:cubicBezTo>
                  <a:pt x="2283188" y="2300482"/>
                  <a:pt x="2130395" y="2274325"/>
                  <a:pt x="1824628" y="2308324"/>
                </a:cubicBezTo>
                <a:cubicBezTo>
                  <a:pt x="1518861" y="2342323"/>
                  <a:pt x="1463046" y="2296604"/>
                  <a:pt x="1368471" y="2308324"/>
                </a:cubicBezTo>
                <a:cubicBezTo>
                  <a:pt x="1273896" y="2320044"/>
                  <a:pt x="1010422" y="2336289"/>
                  <a:pt x="716818" y="2308324"/>
                </a:cubicBezTo>
                <a:cubicBezTo>
                  <a:pt x="423214" y="2280359"/>
                  <a:pt x="336990" y="2343834"/>
                  <a:pt x="0" y="2308324"/>
                </a:cubicBezTo>
                <a:cubicBezTo>
                  <a:pt x="26981" y="2181032"/>
                  <a:pt x="4419" y="1901274"/>
                  <a:pt x="0" y="1685077"/>
                </a:cubicBezTo>
                <a:cubicBezTo>
                  <a:pt x="-4419" y="1468880"/>
                  <a:pt x="10053" y="1288428"/>
                  <a:pt x="0" y="1154162"/>
                </a:cubicBezTo>
                <a:cubicBezTo>
                  <a:pt x="-10053" y="1019896"/>
                  <a:pt x="-12370" y="831503"/>
                  <a:pt x="0" y="646331"/>
                </a:cubicBezTo>
                <a:cubicBezTo>
                  <a:pt x="12370" y="461159"/>
                  <a:pt x="3388" y="157247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const results = await </a:t>
            </a:r>
            <a:r>
              <a:rPr lang="en-US" dirty="0" err="1">
                <a:latin typeface="Consolas" panose="020B0609020204030204" pitchFamily="49" charset="0"/>
              </a:rPr>
              <a:t>Student.findAll</a:t>
            </a:r>
            <a:r>
              <a:rPr lang="en-US" dirty="0">
                <a:latin typeface="Consolas" panose="020B0609020204030204" pitchFamily="49" charset="0"/>
              </a:rPr>
              <a:t>({</a:t>
            </a:r>
          </a:p>
          <a:p>
            <a:r>
              <a:rPr lang="en-US" dirty="0">
                <a:latin typeface="Consolas" panose="020B0609020204030204" pitchFamily="49" charset="0"/>
              </a:rPr>
              <a:t>  where: {</a:t>
            </a:r>
          </a:p>
          <a:p>
            <a:r>
              <a:rPr lang="en-US" dirty="0"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 age: { [</a:t>
            </a:r>
            <a:r>
              <a:rPr lang="en-US" dirty="0" err="1">
                <a:solidFill>
                  <a:schemeClr val="accent6"/>
                </a:solidFill>
                <a:latin typeface="Consolas" panose="020B0609020204030204" pitchFamily="49" charset="0"/>
              </a:rPr>
              <a:t>Op.between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]: [22,24] }, </a:t>
            </a:r>
          </a:p>
          <a:p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     score: { [</a:t>
            </a:r>
            <a:r>
              <a:rPr lang="en-US" dirty="0" err="1">
                <a:solidFill>
                  <a:schemeClr val="accent6"/>
                </a:solidFill>
                <a:latin typeface="Consolas" panose="020B0609020204030204" pitchFamily="49" charset="0"/>
              </a:rPr>
              <a:t>Op.gte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]: 50 },</a:t>
            </a:r>
          </a:p>
          <a:p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     group: { [Op.in]: [2,5] }, </a:t>
            </a:r>
          </a:p>
          <a:p>
            <a:r>
              <a:rPr lang="en-US" dirty="0"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BDAF46-EEB3-BDBF-43F5-56508A71C0CD}"/>
              </a:ext>
            </a:extLst>
          </p:cNvPr>
          <p:cNvSpPr txBox="1"/>
          <p:nvPr/>
        </p:nvSpPr>
        <p:spPr>
          <a:xfrm>
            <a:off x="8564943" y="3232175"/>
            <a:ext cx="22322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Find the students whose:</a:t>
            </a:r>
          </a:p>
          <a:p>
            <a:r>
              <a:rPr lang="en-US" sz="1400" dirty="0">
                <a:solidFill>
                  <a:schemeClr val="accent6"/>
                </a:solidFill>
              </a:rPr>
              <a:t> -age between 22 and 24</a:t>
            </a:r>
          </a:p>
          <a:p>
            <a:r>
              <a:rPr lang="en-US" sz="1400" dirty="0">
                <a:solidFill>
                  <a:schemeClr val="accent6"/>
                </a:solidFill>
              </a:rPr>
              <a:t>- group is 2 or 5</a:t>
            </a:r>
          </a:p>
          <a:p>
            <a:r>
              <a:rPr lang="en-US" sz="1400" dirty="0">
                <a:solidFill>
                  <a:schemeClr val="accent6"/>
                </a:solidFill>
              </a:rPr>
              <a:t> - score &gt;= 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283D0-67BC-2B6E-7CE5-E9CB5F5A2275}"/>
              </a:ext>
            </a:extLst>
          </p:cNvPr>
          <p:cNvSpPr txBox="1"/>
          <p:nvPr/>
        </p:nvSpPr>
        <p:spPr>
          <a:xfrm>
            <a:off x="4130799" y="767847"/>
            <a:ext cx="56799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start code  (ACTIVITY 1 . ZIP) and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npm install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the code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match requirements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6D6444-4E99-9F6B-0C28-A3F917A78CEE}"/>
              </a:ext>
            </a:extLst>
          </p:cNvPr>
          <p:cNvSpPr txBox="1"/>
          <p:nvPr/>
        </p:nvSpPr>
        <p:spPr>
          <a:xfrm>
            <a:off x="4205669" y="150359"/>
            <a:ext cx="4954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Fill up the </a:t>
            </a:r>
            <a:r>
              <a:rPr lang="en-US" sz="3600" b="1" dirty="0"/>
              <a:t>find</a:t>
            </a:r>
            <a:r>
              <a:rPr lang="en-US" sz="3600" dirty="0"/>
              <a:t>() method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505939-2B9B-B0B1-4EE2-EC2EDDF078FE}"/>
              </a:ext>
            </a:extLst>
          </p:cNvPr>
          <p:cNvSpPr txBox="1"/>
          <p:nvPr/>
        </p:nvSpPr>
        <p:spPr>
          <a:xfrm>
            <a:off x="1726835" y="1915709"/>
            <a:ext cx="8424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/index.js</a:t>
            </a:r>
          </a:p>
        </p:txBody>
      </p:sp>
      <p:sp>
        <p:nvSpPr>
          <p:cNvPr id="29" name="TextBox 28">
            <a:hlinkClick r:id="rId2"/>
            <a:extLst>
              <a:ext uri="{FF2B5EF4-FFF2-40B4-BE49-F238E27FC236}">
                <a16:creationId xmlns:a16="http://schemas.microsoft.com/office/drawing/2014/main" id="{B977557A-D2BD-A5C3-C858-D104C54BEC45}"/>
              </a:ext>
            </a:extLst>
          </p:cNvPr>
          <p:cNvSpPr txBox="1"/>
          <p:nvPr/>
        </p:nvSpPr>
        <p:spPr>
          <a:xfrm rot="20227977">
            <a:off x="10645508" y="362476"/>
            <a:ext cx="116641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DOC</a:t>
            </a:r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56BF388B-062E-5CC0-75D7-FFB37CC7E9ED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DF2F722-4FE8-1B2F-FD3E-FA572FEC1ECD}"/>
              </a:ext>
            </a:extLst>
          </p:cNvPr>
          <p:cNvCxnSpPr>
            <a:cxnSpLocks/>
          </p:cNvCxnSpPr>
          <p:nvPr/>
        </p:nvCxnSpPr>
        <p:spPr>
          <a:xfrm flipH="1">
            <a:off x="7921783" y="3709229"/>
            <a:ext cx="64316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848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2C528-7EF7-636B-B170-A604581B0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20;p4">
            <a:extLst>
              <a:ext uri="{FF2B5EF4-FFF2-40B4-BE49-F238E27FC236}">
                <a16:creationId xmlns:a16="http://schemas.microsoft.com/office/drawing/2014/main" id="{BB5FDAE6-76E4-F671-7E37-8C82AE2EB8B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342" y="475165"/>
            <a:ext cx="186684" cy="371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1;p4">
            <a:extLst>
              <a:ext uri="{FF2B5EF4-FFF2-40B4-BE49-F238E27FC236}">
                <a16:creationId xmlns:a16="http://schemas.microsoft.com/office/drawing/2014/main" id="{E7B5E84B-5260-4F02-546D-270F49E876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157" y="475165"/>
            <a:ext cx="186684" cy="3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7;p2">
            <a:extLst>
              <a:ext uri="{FF2B5EF4-FFF2-40B4-BE49-F238E27FC236}">
                <a16:creationId xmlns:a16="http://schemas.microsoft.com/office/drawing/2014/main" id="{484B47B2-4FE2-82A0-CE0D-B39A8BF3B13D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 - 2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D13DD5-5646-F2DF-0CC6-1E9D0468A3EC}"/>
              </a:ext>
            </a:extLst>
          </p:cNvPr>
          <p:cNvSpPr txBox="1"/>
          <p:nvPr/>
        </p:nvSpPr>
        <p:spPr>
          <a:xfrm>
            <a:off x="3062525" y="854212"/>
            <a:ext cx="73716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the student model : use the class syntax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method </a:t>
            </a:r>
            <a:r>
              <a:rPr lang="en-US" sz="16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which return the grade character depending on the score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index.js to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display the student grade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662BE4-4075-3AE8-1E9F-65BD293F75D1}"/>
              </a:ext>
            </a:extLst>
          </p:cNvPr>
          <p:cNvSpPr txBox="1"/>
          <p:nvPr/>
        </p:nvSpPr>
        <p:spPr>
          <a:xfrm>
            <a:off x="3196019" y="151999"/>
            <a:ext cx="6309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Add the grade </a:t>
            </a:r>
            <a:r>
              <a:rPr lang="en-US" sz="3600" b="1" dirty="0"/>
              <a:t>computed data</a:t>
            </a:r>
            <a:endParaRPr lang="en-US" sz="3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24B86E-F78A-1CAF-047F-D6F416CD72E8}"/>
              </a:ext>
            </a:extLst>
          </p:cNvPr>
          <p:cNvSpPr txBox="1"/>
          <p:nvPr/>
        </p:nvSpPr>
        <p:spPr>
          <a:xfrm>
            <a:off x="2286626" y="1753868"/>
            <a:ext cx="100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BEFORE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A0BAFD-B660-7E3E-B284-A986CF56EF53}"/>
              </a:ext>
            </a:extLst>
          </p:cNvPr>
          <p:cNvSpPr txBox="1"/>
          <p:nvPr/>
        </p:nvSpPr>
        <p:spPr>
          <a:xfrm>
            <a:off x="280026" y="2203755"/>
            <a:ext cx="4411611" cy="2031325"/>
          </a:xfrm>
          <a:custGeom>
            <a:avLst/>
            <a:gdLst>
              <a:gd name="connsiteX0" fmla="*/ 0 w 4411611"/>
              <a:gd name="connsiteY0" fmla="*/ 0 h 2031325"/>
              <a:gd name="connsiteX1" fmla="*/ 718462 w 4411611"/>
              <a:gd name="connsiteY1" fmla="*/ 0 h 2031325"/>
              <a:gd name="connsiteX2" fmla="*/ 1392809 w 4411611"/>
              <a:gd name="connsiteY2" fmla="*/ 0 h 2031325"/>
              <a:gd name="connsiteX3" fmla="*/ 2111271 w 4411611"/>
              <a:gd name="connsiteY3" fmla="*/ 0 h 2031325"/>
              <a:gd name="connsiteX4" fmla="*/ 2697385 w 4411611"/>
              <a:gd name="connsiteY4" fmla="*/ 0 h 2031325"/>
              <a:gd name="connsiteX5" fmla="*/ 3327615 w 4411611"/>
              <a:gd name="connsiteY5" fmla="*/ 0 h 2031325"/>
              <a:gd name="connsiteX6" fmla="*/ 3869613 w 4411611"/>
              <a:gd name="connsiteY6" fmla="*/ 0 h 2031325"/>
              <a:gd name="connsiteX7" fmla="*/ 4411611 w 4411611"/>
              <a:gd name="connsiteY7" fmla="*/ 0 h 2031325"/>
              <a:gd name="connsiteX8" fmla="*/ 4411611 w 4411611"/>
              <a:gd name="connsiteY8" fmla="*/ 677108 h 2031325"/>
              <a:gd name="connsiteX9" fmla="*/ 4411611 w 4411611"/>
              <a:gd name="connsiteY9" fmla="*/ 1293277 h 2031325"/>
              <a:gd name="connsiteX10" fmla="*/ 4411611 w 4411611"/>
              <a:gd name="connsiteY10" fmla="*/ 2031325 h 2031325"/>
              <a:gd name="connsiteX11" fmla="*/ 3781381 w 4411611"/>
              <a:gd name="connsiteY11" fmla="*/ 2031325 h 2031325"/>
              <a:gd name="connsiteX12" fmla="*/ 3151151 w 4411611"/>
              <a:gd name="connsiteY12" fmla="*/ 2031325 h 2031325"/>
              <a:gd name="connsiteX13" fmla="*/ 2432688 w 4411611"/>
              <a:gd name="connsiteY13" fmla="*/ 2031325 h 2031325"/>
              <a:gd name="connsiteX14" fmla="*/ 1802458 w 4411611"/>
              <a:gd name="connsiteY14" fmla="*/ 2031325 h 2031325"/>
              <a:gd name="connsiteX15" fmla="*/ 1304576 w 4411611"/>
              <a:gd name="connsiteY15" fmla="*/ 2031325 h 2031325"/>
              <a:gd name="connsiteX16" fmla="*/ 586114 w 4411611"/>
              <a:gd name="connsiteY16" fmla="*/ 2031325 h 2031325"/>
              <a:gd name="connsiteX17" fmla="*/ 0 w 4411611"/>
              <a:gd name="connsiteY17" fmla="*/ 2031325 h 2031325"/>
              <a:gd name="connsiteX18" fmla="*/ 0 w 4411611"/>
              <a:gd name="connsiteY18" fmla="*/ 1374530 h 2031325"/>
              <a:gd name="connsiteX19" fmla="*/ 0 w 4411611"/>
              <a:gd name="connsiteY19" fmla="*/ 697422 h 2031325"/>
              <a:gd name="connsiteX20" fmla="*/ 0 w 4411611"/>
              <a:gd name="connsiteY20" fmla="*/ 0 h 2031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11611" h="2031325" extrusionOk="0">
                <a:moveTo>
                  <a:pt x="0" y="0"/>
                </a:moveTo>
                <a:cubicBezTo>
                  <a:pt x="295876" y="-25562"/>
                  <a:pt x="446189" y="-25931"/>
                  <a:pt x="718462" y="0"/>
                </a:cubicBezTo>
                <a:cubicBezTo>
                  <a:pt x="990735" y="25931"/>
                  <a:pt x="1180484" y="11949"/>
                  <a:pt x="1392809" y="0"/>
                </a:cubicBezTo>
                <a:cubicBezTo>
                  <a:pt x="1605134" y="-11949"/>
                  <a:pt x="1929462" y="-34031"/>
                  <a:pt x="2111271" y="0"/>
                </a:cubicBezTo>
                <a:cubicBezTo>
                  <a:pt x="2293080" y="34031"/>
                  <a:pt x="2498691" y="-12309"/>
                  <a:pt x="2697385" y="0"/>
                </a:cubicBezTo>
                <a:cubicBezTo>
                  <a:pt x="2896079" y="12309"/>
                  <a:pt x="3102935" y="-8944"/>
                  <a:pt x="3327615" y="0"/>
                </a:cubicBezTo>
                <a:cubicBezTo>
                  <a:pt x="3552295" y="8944"/>
                  <a:pt x="3714658" y="17491"/>
                  <a:pt x="3869613" y="0"/>
                </a:cubicBezTo>
                <a:cubicBezTo>
                  <a:pt x="4024568" y="-17491"/>
                  <a:pt x="4251436" y="13481"/>
                  <a:pt x="4411611" y="0"/>
                </a:cubicBezTo>
                <a:cubicBezTo>
                  <a:pt x="4401005" y="309799"/>
                  <a:pt x="4418061" y="458253"/>
                  <a:pt x="4411611" y="677108"/>
                </a:cubicBezTo>
                <a:cubicBezTo>
                  <a:pt x="4405161" y="895963"/>
                  <a:pt x="4426345" y="1007276"/>
                  <a:pt x="4411611" y="1293277"/>
                </a:cubicBezTo>
                <a:cubicBezTo>
                  <a:pt x="4396877" y="1579278"/>
                  <a:pt x="4433556" y="1836738"/>
                  <a:pt x="4411611" y="2031325"/>
                </a:cubicBezTo>
                <a:cubicBezTo>
                  <a:pt x="4125060" y="2000855"/>
                  <a:pt x="3992979" y="2047165"/>
                  <a:pt x="3781381" y="2031325"/>
                </a:cubicBezTo>
                <a:cubicBezTo>
                  <a:pt x="3569783" y="2015486"/>
                  <a:pt x="3374632" y="2027202"/>
                  <a:pt x="3151151" y="2031325"/>
                </a:cubicBezTo>
                <a:cubicBezTo>
                  <a:pt x="2927670" y="2035449"/>
                  <a:pt x="2790644" y="2021904"/>
                  <a:pt x="2432688" y="2031325"/>
                </a:cubicBezTo>
                <a:cubicBezTo>
                  <a:pt x="2074732" y="2040746"/>
                  <a:pt x="2082672" y="2002532"/>
                  <a:pt x="1802458" y="2031325"/>
                </a:cubicBezTo>
                <a:cubicBezTo>
                  <a:pt x="1522244" y="2060119"/>
                  <a:pt x="1467754" y="2020817"/>
                  <a:pt x="1304576" y="2031325"/>
                </a:cubicBezTo>
                <a:cubicBezTo>
                  <a:pt x="1141398" y="2041833"/>
                  <a:pt x="792317" y="2041634"/>
                  <a:pt x="586114" y="2031325"/>
                </a:cubicBezTo>
                <a:cubicBezTo>
                  <a:pt x="379911" y="2021016"/>
                  <a:pt x="151328" y="2020248"/>
                  <a:pt x="0" y="2031325"/>
                </a:cubicBezTo>
                <a:cubicBezTo>
                  <a:pt x="26937" y="1756887"/>
                  <a:pt x="620" y="1586975"/>
                  <a:pt x="0" y="1374530"/>
                </a:cubicBezTo>
                <a:cubicBezTo>
                  <a:pt x="-620" y="1162085"/>
                  <a:pt x="-9428" y="927980"/>
                  <a:pt x="0" y="697422"/>
                </a:cubicBezTo>
                <a:cubicBezTo>
                  <a:pt x="9428" y="466864"/>
                  <a:pt x="-13432" y="322427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b="1" dirty="0">
                <a:solidFill>
                  <a:schemeClr val="accent2"/>
                </a:solidFill>
                <a:latin typeface="Consolas" panose="020B0609020204030204" pitchFamily="49" charset="0"/>
              </a:rPr>
              <a:t>Student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rgbClr val="FF66CC"/>
                </a:solidFill>
                <a:latin typeface="Consolas" panose="020B0609020204030204" pitchFamily="49" charset="0"/>
              </a:rPr>
              <a:t>sequelize</a:t>
            </a:r>
            <a:r>
              <a:rPr lang="en-US" dirty="0" err="1">
                <a:latin typeface="Consolas" panose="020B0609020204030204" pitchFamily="49" charset="0"/>
              </a:rPr>
              <a:t>.define</a:t>
            </a:r>
            <a:r>
              <a:rPr lang="en-US" dirty="0">
                <a:latin typeface="Consolas" panose="020B0609020204030204" pitchFamily="49" charset="0"/>
              </a:rPr>
              <a:t>('Student', {</a:t>
            </a:r>
          </a:p>
          <a:p>
            <a:r>
              <a:rPr lang="en-US" dirty="0">
                <a:latin typeface="Consolas" panose="020B0609020204030204" pitchFamily="49" charset="0"/>
              </a:rPr>
              <a:t>    name: </a:t>
            </a:r>
            <a:r>
              <a:rPr lang="en-US" dirty="0" err="1">
                <a:latin typeface="Consolas" panose="020B0609020204030204" pitchFamily="49" charset="0"/>
              </a:rPr>
              <a:t>DataTypes.STRING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    age: </a:t>
            </a:r>
            <a:r>
              <a:rPr lang="en-US" dirty="0" err="1">
                <a:latin typeface="Consolas" panose="020B0609020204030204" pitchFamily="49" charset="0"/>
              </a:rPr>
              <a:t>DataTypes.INTEGER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    group: </a:t>
            </a:r>
            <a:r>
              <a:rPr lang="en-US" dirty="0" err="1">
                <a:latin typeface="Consolas" panose="020B0609020204030204" pitchFamily="49" charset="0"/>
              </a:rPr>
              <a:t>DataTypes.INTEGER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    score: </a:t>
            </a:r>
            <a:r>
              <a:rPr lang="en-US" dirty="0" err="1">
                <a:latin typeface="Consolas" panose="020B0609020204030204" pitchFamily="49" charset="0"/>
              </a:rPr>
              <a:t>DataTypes.FLOAT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  });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3057D-366A-E23F-7B31-4AD171737D90}"/>
              </a:ext>
            </a:extLst>
          </p:cNvPr>
          <p:cNvSpPr txBox="1"/>
          <p:nvPr/>
        </p:nvSpPr>
        <p:spPr>
          <a:xfrm>
            <a:off x="7347007" y="1722423"/>
            <a:ext cx="822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AFTER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13851-7A7B-0E44-3292-538B8C2BB243}"/>
              </a:ext>
            </a:extLst>
          </p:cNvPr>
          <p:cNvSpPr txBox="1"/>
          <p:nvPr/>
        </p:nvSpPr>
        <p:spPr>
          <a:xfrm>
            <a:off x="5106026" y="2172309"/>
            <a:ext cx="5168274" cy="4247317"/>
          </a:xfrm>
          <a:custGeom>
            <a:avLst/>
            <a:gdLst>
              <a:gd name="connsiteX0" fmla="*/ 0 w 5168274"/>
              <a:gd name="connsiteY0" fmla="*/ 0 h 4247317"/>
              <a:gd name="connsiteX1" fmla="*/ 749400 w 5168274"/>
              <a:gd name="connsiteY1" fmla="*/ 0 h 4247317"/>
              <a:gd name="connsiteX2" fmla="*/ 1447117 w 5168274"/>
              <a:gd name="connsiteY2" fmla="*/ 0 h 4247317"/>
              <a:gd name="connsiteX3" fmla="*/ 2196516 w 5168274"/>
              <a:gd name="connsiteY3" fmla="*/ 0 h 4247317"/>
              <a:gd name="connsiteX4" fmla="*/ 2790868 w 5168274"/>
              <a:gd name="connsiteY4" fmla="*/ 0 h 4247317"/>
              <a:gd name="connsiteX5" fmla="*/ 3436902 w 5168274"/>
              <a:gd name="connsiteY5" fmla="*/ 0 h 4247317"/>
              <a:gd name="connsiteX6" fmla="*/ 3979571 w 5168274"/>
              <a:gd name="connsiteY6" fmla="*/ 0 h 4247317"/>
              <a:gd name="connsiteX7" fmla="*/ 5168274 w 5168274"/>
              <a:gd name="connsiteY7" fmla="*/ 0 h 4247317"/>
              <a:gd name="connsiteX8" fmla="*/ 5168274 w 5168274"/>
              <a:gd name="connsiteY8" fmla="*/ 606760 h 4247317"/>
              <a:gd name="connsiteX9" fmla="*/ 5168274 w 5168274"/>
              <a:gd name="connsiteY9" fmla="*/ 1086100 h 4247317"/>
              <a:gd name="connsiteX10" fmla="*/ 5168274 w 5168274"/>
              <a:gd name="connsiteY10" fmla="*/ 1650386 h 4247317"/>
              <a:gd name="connsiteX11" fmla="*/ 5168274 w 5168274"/>
              <a:gd name="connsiteY11" fmla="*/ 2257146 h 4247317"/>
              <a:gd name="connsiteX12" fmla="*/ 5168274 w 5168274"/>
              <a:gd name="connsiteY12" fmla="*/ 2778959 h 4247317"/>
              <a:gd name="connsiteX13" fmla="*/ 5168274 w 5168274"/>
              <a:gd name="connsiteY13" fmla="*/ 3343245 h 4247317"/>
              <a:gd name="connsiteX14" fmla="*/ 5168274 w 5168274"/>
              <a:gd name="connsiteY14" fmla="*/ 4247317 h 4247317"/>
              <a:gd name="connsiteX15" fmla="*/ 4418874 w 5168274"/>
              <a:gd name="connsiteY15" fmla="*/ 4247317 h 4247317"/>
              <a:gd name="connsiteX16" fmla="*/ 3669475 w 5168274"/>
              <a:gd name="connsiteY16" fmla="*/ 4247317 h 4247317"/>
              <a:gd name="connsiteX17" fmla="*/ 3126806 w 5168274"/>
              <a:gd name="connsiteY17" fmla="*/ 4247317 h 4247317"/>
              <a:gd name="connsiteX18" fmla="*/ 2532454 w 5168274"/>
              <a:gd name="connsiteY18" fmla="*/ 4247317 h 4247317"/>
              <a:gd name="connsiteX19" fmla="*/ 1989785 w 5168274"/>
              <a:gd name="connsiteY19" fmla="*/ 4247317 h 4247317"/>
              <a:gd name="connsiteX20" fmla="*/ 1343751 w 5168274"/>
              <a:gd name="connsiteY20" fmla="*/ 4247317 h 4247317"/>
              <a:gd name="connsiteX21" fmla="*/ 646034 w 5168274"/>
              <a:gd name="connsiteY21" fmla="*/ 4247317 h 4247317"/>
              <a:gd name="connsiteX22" fmla="*/ 0 w 5168274"/>
              <a:gd name="connsiteY22" fmla="*/ 4247317 h 4247317"/>
              <a:gd name="connsiteX23" fmla="*/ 0 w 5168274"/>
              <a:gd name="connsiteY23" fmla="*/ 3640557 h 4247317"/>
              <a:gd name="connsiteX24" fmla="*/ 0 w 5168274"/>
              <a:gd name="connsiteY24" fmla="*/ 3161217 h 4247317"/>
              <a:gd name="connsiteX25" fmla="*/ 0 w 5168274"/>
              <a:gd name="connsiteY25" fmla="*/ 2469511 h 4247317"/>
              <a:gd name="connsiteX26" fmla="*/ 0 w 5168274"/>
              <a:gd name="connsiteY26" fmla="*/ 1947698 h 4247317"/>
              <a:gd name="connsiteX27" fmla="*/ 0 w 5168274"/>
              <a:gd name="connsiteY27" fmla="*/ 1468358 h 4247317"/>
              <a:gd name="connsiteX28" fmla="*/ 0 w 5168274"/>
              <a:gd name="connsiteY28" fmla="*/ 861599 h 4247317"/>
              <a:gd name="connsiteX29" fmla="*/ 0 w 5168274"/>
              <a:gd name="connsiteY29" fmla="*/ 0 h 4247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168274" h="4247317" extrusionOk="0">
                <a:moveTo>
                  <a:pt x="0" y="0"/>
                </a:moveTo>
                <a:cubicBezTo>
                  <a:pt x="330302" y="35074"/>
                  <a:pt x="438286" y="-29463"/>
                  <a:pt x="749400" y="0"/>
                </a:cubicBezTo>
                <a:cubicBezTo>
                  <a:pt x="1060514" y="29463"/>
                  <a:pt x="1132913" y="-14027"/>
                  <a:pt x="1447117" y="0"/>
                </a:cubicBezTo>
                <a:cubicBezTo>
                  <a:pt x="1761321" y="14027"/>
                  <a:pt x="1852055" y="-33311"/>
                  <a:pt x="2196516" y="0"/>
                </a:cubicBezTo>
                <a:cubicBezTo>
                  <a:pt x="2540977" y="33311"/>
                  <a:pt x="2543936" y="-18582"/>
                  <a:pt x="2790868" y="0"/>
                </a:cubicBezTo>
                <a:cubicBezTo>
                  <a:pt x="3037800" y="18582"/>
                  <a:pt x="3287701" y="24458"/>
                  <a:pt x="3436902" y="0"/>
                </a:cubicBezTo>
                <a:cubicBezTo>
                  <a:pt x="3586103" y="-24458"/>
                  <a:pt x="3796259" y="-20350"/>
                  <a:pt x="3979571" y="0"/>
                </a:cubicBezTo>
                <a:cubicBezTo>
                  <a:pt x="4162883" y="20350"/>
                  <a:pt x="4629927" y="-10019"/>
                  <a:pt x="5168274" y="0"/>
                </a:cubicBezTo>
                <a:cubicBezTo>
                  <a:pt x="5157205" y="132732"/>
                  <a:pt x="5180983" y="326377"/>
                  <a:pt x="5168274" y="606760"/>
                </a:cubicBezTo>
                <a:cubicBezTo>
                  <a:pt x="5155565" y="887143"/>
                  <a:pt x="5169110" y="967452"/>
                  <a:pt x="5168274" y="1086100"/>
                </a:cubicBezTo>
                <a:cubicBezTo>
                  <a:pt x="5167438" y="1204748"/>
                  <a:pt x="5157491" y="1511267"/>
                  <a:pt x="5168274" y="1650386"/>
                </a:cubicBezTo>
                <a:cubicBezTo>
                  <a:pt x="5179057" y="1789505"/>
                  <a:pt x="5167963" y="2057760"/>
                  <a:pt x="5168274" y="2257146"/>
                </a:cubicBezTo>
                <a:cubicBezTo>
                  <a:pt x="5168585" y="2456532"/>
                  <a:pt x="5150951" y="2620206"/>
                  <a:pt x="5168274" y="2778959"/>
                </a:cubicBezTo>
                <a:cubicBezTo>
                  <a:pt x="5185597" y="2937712"/>
                  <a:pt x="5175021" y="3161908"/>
                  <a:pt x="5168274" y="3343245"/>
                </a:cubicBezTo>
                <a:cubicBezTo>
                  <a:pt x="5161527" y="3524582"/>
                  <a:pt x="5191035" y="3965080"/>
                  <a:pt x="5168274" y="4247317"/>
                </a:cubicBezTo>
                <a:cubicBezTo>
                  <a:pt x="4893248" y="4263847"/>
                  <a:pt x="4610777" y="4229444"/>
                  <a:pt x="4418874" y="4247317"/>
                </a:cubicBezTo>
                <a:cubicBezTo>
                  <a:pt x="4226971" y="4265190"/>
                  <a:pt x="3974322" y="4262860"/>
                  <a:pt x="3669475" y="4247317"/>
                </a:cubicBezTo>
                <a:cubicBezTo>
                  <a:pt x="3364628" y="4231774"/>
                  <a:pt x="3272748" y="4227592"/>
                  <a:pt x="3126806" y="4247317"/>
                </a:cubicBezTo>
                <a:cubicBezTo>
                  <a:pt x="2980864" y="4267042"/>
                  <a:pt x="2804407" y="4226616"/>
                  <a:pt x="2532454" y="4247317"/>
                </a:cubicBezTo>
                <a:cubicBezTo>
                  <a:pt x="2260501" y="4268018"/>
                  <a:pt x="2119961" y="4233870"/>
                  <a:pt x="1989785" y="4247317"/>
                </a:cubicBezTo>
                <a:cubicBezTo>
                  <a:pt x="1859609" y="4260764"/>
                  <a:pt x="1569216" y="4219387"/>
                  <a:pt x="1343751" y="4247317"/>
                </a:cubicBezTo>
                <a:cubicBezTo>
                  <a:pt x="1118286" y="4275247"/>
                  <a:pt x="985633" y="4250668"/>
                  <a:pt x="646034" y="4247317"/>
                </a:cubicBezTo>
                <a:cubicBezTo>
                  <a:pt x="306435" y="4243966"/>
                  <a:pt x="273878" y="4245995"/>
                  <a:pt x="0" y="4247317"/>
                </a:cubicBezTo>
                <a:cubicBezTo>
                  <a:pt x="-5986" y="4062498"/>
                  <a:pt x="-28297" y="3857609"/>
                  <a:pt x="0" y="3640557"/>
                </a:cubicBezTo>
                <a:cubicBezTo>
                  <a:pt x="28297" y="3423505"/>
                  <a:pt x="-21179" y="3279828"/>
                  <a:pt x="0" y="3161217"/>
                </a:cubicBezTo>
                <a:cubicBezTo>
                  <a:pt x="21179" y="3042606"/>
                  <a:pt x="-8736" y="2789304"/>
                  <a:pt x="0" y="2469511"/>
                </a:cubicBezTo>
                <a:cubicBezTo>
                  <a:pt x="8736" y="2149718"/>
                  <a:pt x="-16416" y="2144310"/>
                  <a:pt x="0" y="1947698"/>
                </a:cubicBezTo>
                <a:cubicBezTo>
                  <a:pt x="16416" y="1751086"/>
                  <a:pt x="-23832" y="1653914"/>
                  <a:pt x="0" y="1468358"/>
                </a:cubicBezTo>
                <a:cubicBezTo>
                  <a:pt x="23832" y="1282802"/>
                  <a:pt x="-8815" y="1050201"/>
                  <a:pt x="0" y="861599"/>
                </a:cubicBezTo>
                <a:cubicBezTo>
                  <a:pt x="8815" y="672997"/>
                  <a:pt x="-37761" y="33539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b="1" dirty="0">
                <a:solidFill>
                  <a:schemeClr val="accent2"/>
                </a:solidFill>
                <a:latin typeface="Consolas" panose="020B0609020204030204" pitchFamily="49" charset="0"/>
              </a:rPr>
              <a:t>Student</a:t>
            </a:r>
            <a:r>
              <a:rPr lang="en-US" dirty="0">
                <a:latin typeface="Consolas" panose="020B0609020204030204" pitchFamily="49" charset="0"/>
              </a:rPr>
              <a:t> extends Model {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</a:rPr>
              <a:t>grade</a:t>
            </a:r>
            <a:r>
              <a:rPr lang="en-US" dirty="0"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latin typeface="Consolas" panose="020B0609020204030204" pitchFamily="49" charset="0"/>
              </a:rPr>
              <a:t>        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// TODO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Student</a:t>
            </a:r>
            <a:r>
              <a:rPr lang="en-US" dirty="0" err="1">
                <a:latin typeface="Consolas" panose="020B0609020204030204" pitchFamily="49" charset="0"/>
              </a:rPr>
              <a:t>.init</a:t>
            </a:r>
            <a:r>
              <a:rPr lang="en-US" dirty="0"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latin typeface="Consolas" panose="020B0609020204030204" pitchFamily="49" charset="0"/>
              </a:rPr>
              <a:t>  {</a:t>
            </a:r>
          </a:p>
          <a:p>
            <a:r>
              <a:rPr lang="en-US" dirty="0">
                <a:latin typeface="Consolas" panose="020B0609020204030204" pitchFamily="49" charset="0"/>
              </a:rPr>
              <a:t>    name: </a:t>
            </a:r>
            <a:r>
              <a:rPr lang="en-US" dirty="0" err="1">
                <a:latin typeface="Consolas" panose="020B0609020204030204" pitchFamily="49" charset="0"/>
              </a:rPr>
              <a:t>DataTypes.STRING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    age: </a:t>
            </a:r>
            <a:r>
              <a:rPr lang="en-US" dirty="0" err="1">
                <a:latin typeface="Consolas" panose="020B0609020204030204" pitchFamily="49" charset="0"/>
              </a:rPr>
              <a:t>DataTypes.INTEGER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    group: </a:t>
            </a:r>
            <a:r>
              <a:rPr lang="en-US" dirty="0" err="1">
                <a:latin typeface="Consolas" panose="020B0609020204030204" pitchFamily="49" charset="0"/>
              </a:rPr>
              <a:t>DataTypes.INTEGER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    score: </a:t>
            </a:r>
            <a:r>
              <a:rPr lang="en-US" dirty="0" err="1">
                <a:latin typeface="Consolas" panose="020B0609020204030204" pitchFamily="49" charset="0"/>
              </a:rPr>
              <a:t>DataTypes.FLOAT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},</a:t>
            </a:r>
          </a:p>
          <a:p>
            <a:r>
              <a:rPr lang="en-US" dirty="0">
                <a:latin typeface="Consolas" panose="020B0609020204030204" pitchFamily="49" charset="0"/>
              </a:rPr>
              <a:t>  { </a:t>
            </a:r>
            <a:r>
              <a:rPr lang="en-US" b="1" dirty="0" err="1">
                <a:solidFill>
                  <a:srgbClr val="FF66CC"/>
                </a:solidFill>
                <a:latin typeface="Consolas" panose="020B0609020204030204" pitchFamily="49" charset="0"/>
              </a:rPr>
              <a:t>sequelize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modelName</a:t>
            </a:r>
            <a:r>
              <a:rPr lang="en-US" dirty="0">
                <a:latin typeface="Consolas" panose="020B0609020204030204" pitchFamily="49" charset="0"/>
              </a:rPr>
              <a:t>: User.name }</a:t>
            </a:r>
          </a:p>
          <a:p>
            <a:r>
              <a:rPr lang="en-US" dirty="0">
                <a:latin typeface="Consolas" panose="020B0609020204030204" pitchFamily="49" charset="0"/>
              </a:rPr>
              <a:t>);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D27E2B-662D-9C36-5F39-760FA2F85130}"/>
              </a:ext>
            </a:extLst>
          </p:cNvPr>
          <p:cNvCxnSpPr>
            <a:cxnSpLocks/>
          </p:cNvCxnSpPr>
          <p:nvPr/>
        </p:nvCxnSpPr>
        <p:spPr>
          <a:xfrm flipH="1">
            <a:off x="7766296" y="2948508"/>
            <a:ext cx="266787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79683F9-A8CF-9E5D-4198-01D94484E591}"/>
              </a:ext>
            </a:extLst>
          </p:cNvPr>
          <p:cNvSpPr txBox="1"/>
          <p:nvPr/>
        </p:nvSpPr>
        <p:spPr>
          <a:xfrm>
            <a:off x="10434169" y="2742363"/>
            <a:ext cx="13003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Returns</a:t>
            </a:r>
          </a:p>
          <a:p>
            <a:r>
              <a:rPr lang="en-US" sz="1400" dirty="0">
                <a:solidFill>
                  <a:srgbClr val="FF0000"/>
                </a:solidFill>
              </a:rPr>
              <a:t>A, B, C… F</a:t>
            </a:r>
          </a:p>
          <a:p>
            <a:r>
              <a:rPr lang="en-US" sz="1400" dirty="0">
                <a:solidFill>
                  <a:srgbClr val="FF0000"/>
                </a:solidFill>
              </a:rPr>
              <a:t>Depending on </a:t>
            </a:r>
          </a:p>
          <a:p>
            <a:r>
              <a:rPr lang="en-US" sz="1400" dirty="0">
                <a:solidFill>
                  <a:srgbClr val="FF0000"/>
                </a:solidFill>
              </a:rPr>
              <a:t>the score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D5105F-1056-D3B4-8FC3-2B706B585EC3}"/>
              </a:ext>
            </a:extLst>
          </p:cNvPr>
          <p:cNvSpPr txBox="1"/>
          <p:nvPr/>
        </p:nvSpPr>
        <p:spPr>
          <a:xfrm rot="21122163">
            <a:off x="684175" y="5235814"/>
            <a:ext cx="3603312" cy="9387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Nico (age 21, group 3, score 61), grade C)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Olga (age 23, group 2, score 45), grade F)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Paul (age 24, group 2, score 95), grade A)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Quin (age 22, group 5, score 35), grade F)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Rita (age 23, group 4, score 76), grade A)</a:t>
            </a:r>
          </a:p>
        </p:txBody>
      </p:sp>
    </p:spTree>
    <p:extLst>
      <p:ext uri="{BB962C8B-B14F-4D97-AF65-F5344CB8AC3E}">
        <p14:creationId xmlns:p14="http://schemas.microsoft.com/office/powerpoint/2010/main" val="1247995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AE32A-2549-1E9D-B086-C09FDF898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D1EC042-9904-10E0-DE2D-AC53B1626C00}"/>
              </a:ext>
            </a:extLst>
          </p:cNvPr>
          <p:cNvSpPr txBox="1"/>
          <p:nvPr/>
        </p:nvSpPr>
        <p:spPr>
          <a:xfrm>
            <a:off x="3062525" y="854212"/>
            <a:ext cx="73716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the student model : use the class syntax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method </a:t>
            </a:r>
            <a:r>
              <a:rPr lang="en-US" sz="16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which return the grade character depending on the score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index.js to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display the student grade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68CA5-DBFD-5E7F-753B-51A46FE74068}"/>
              </a:ext>
            </a:extLst>
          </p:cNvPr>
          <p:cNvSpPr txBox="1"/>
          <p:nvPr/>
        </p:nvSpPr>
        <p:spPr>
          <a:xfrm>
            <a:off x="3196019" y="151999"/>
            <a:ext cx="6309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Add the grade </a:t>
            </a:r>
            <a:r>
              <a:rPr lang="en-US" sz="3600" b="1" dirty="0"/>
              <a:t>computed data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CD372-80F6-011C-34CD-EC81F9B4ED7E}"/>
              </a:ext>
            </a:extLst>
          </p:cNvPr>
          <p:cNvSpPr txBox="1"/>
          <p:nvPr/>
        </p:nvSpPr>
        <p:spPr>
          <a:xfrm>
            <a:off x="863416" y="1956975"/>
            <a:ext cx="5147712" cy="4647426"/>
          </a:xfrm>
          <a:custGeom>
            <a:avLst/>
            <a:gdLst>
              <a:gd name="connsiteX0" fmla="*/ 0 w 5147712"/>
              <a:gd name="connsiteY0" fmla="*/ 0 h 4647426"/>
              <a:gd name="connsiteX1" fmla="*/ 746418 w 5147712"/>
              <a:gd name="connsiteY1" fmla="*/ 0 h 4647426"/>
              <a:gd name="connsiteX2" fmla="*/ 1441359 w 5147712"/>
              <a:gd name="connsiteY2" fmla="*/ 0 h 4647426"/>
              <a:gd name="connsiteX3" fmla="*/ 2187778 w 5147712"/>
              <a:gd name="connsiteY3" fmla="*/ 0 h 4647426"/>
              <a:gd name="connsiteX4" fmla="*/ 2779764 w 5147712"/>
              <a:gd name="connsiteY4" fmla="*/ 0 h 4647426"/>
              <a:gd name="connsiteX5" fmla="*/ 3423228 w 5147712"/>
              <a:gd name="connsiteY5" fmla="*/ 0 h 4647426"/>
              <a:gd name="connsiteX6" fmla="*/ 3963738 w 5147712"/>
              <a:gd name="connsiteY6" fmla="*/ 0 h 4647426"/>
              <a:gd name="connsiteX7" fmla="*/ 5147712 w 5147712"/>
              <a:gd name="connsiteY7" fmla="*/ 0 h 4647426"/>
              <a:gd name="connsiteX8" fmla="*/ 5147712 w 5147712"/>
              <a:gd name="connsiteY8" fmla="*/ 663918 h 4647426"/>
              <a:gd name="connsiteX9" fmla="*/ 5147712 w 5147712"/>
              <a:gd name="connsiteY9" fmla="*/ 1188413 h 4647426"/>
              <a:gd name="connsiteX10" fmla="*/ 5147712 w 5147712"/>
              <a:gd name="connsiteY10" fmla="*/ 1805857 h 4647426"/>
              <a:gd name="connsiteX11" fmla="*/ 5147712 w 5147712"/>
              <a:gd name="connsiteY11" fmla="*/ 2469775 h 4647426"/>
              <a:gd name="connsiteX12" fmla="*/ 5147712 w 5147712"/>
              <a:gd name="connsiteY12" fmla="*/ 3040744 h 4647426"/>
              <a:gd name="connsiteX13" fmla="*/ 5147712 w 5147712"/>
              <a:gd name="connsiteY13" fmla="*/ 3658188 h 4647426"/>
              <a:gd name="connsiteX14" fmla="*/ 5147712 w 5147712"/>
              <a:gd name="connsiteY14" fmla="*/ 4647426 h 4647426"/>
              <a:gd name="connsiteX15" fmla="*/ 4401294 w 5147712"/>
              <a:gd name="connsiteY15" fmla="*/ 4647426 h 4647426"/>
              <a:gd name="connsiteX16" fmla="*/ 3654876 w 5147712"/>
              <a:gd name="connsiteY16" fmla="*/ 4647426 h 4647426"/>
              <a:gd name="connsiteX17" fmla="*/ 3114366 w 5147712"/>
              <a:gd name="connsiteY17" fmla="*/ 4647426 h 4647426"/>
              <a:gd name="connsiteX18" fmla="*/ 2522379 w 5147712"/>
              <a:gd name="connsiteY18" fmla="*/ 4647426 h 4647426"/>
              <a:gd name="connsiteX19" fmla="*/ 1981869 w 5147712"/>
              <a:gd name="connsiteY19" fmla="*/ 4647426 h 4647426"/>
              <a:gd name="connsiteX20" fmla="*/ 1338405 w 5147712"/>
              <a:gd name="connsiteY20" fmla="*/ 4647426 h 4647426"/>
              <a:gd name="connsiteX21" fmla="*/ 643464 w 5147712"/>
              <a:gd name="connsiteY21" fmla="*/ 4647426 h 4647426"/>
              <a:gd name="connsiteX22" fmla="*/ 0 w 5147712"/>
              <a:gd name="connsiteY22" fmla="*/ 4647426 h 4647426"/>
              <a:gd name="connsiteX23" fmla="*/ 0 w 5147712"/>
              <a:gd name="connsiteY23" fmla="*/ 3983508 h 4647426"/>
              <a:gd name="connsiteX24" fmla="*/ 0 w 5147712"/>
              <a:gd name="connsiteY24" fmla="*/ 3459013 h 4647426"/>
              <a:gd name="connsiteX25" fmla="*/ 0 w 5147712"/>
              <a:gd name="connsiteY25" fmla="*/ 2702146 h 4647426"/>
              <a:gd name="connsiteX26" fmla="*/ 0 w 5147712"/>
              <a:gd name="connsiteY26" fmla="*/ 2131177 h 4647426"/>
              <a:gd name="connsiteX27" fmla="*/ 0 w 5147712"/>
              <a:gd name="connsiteY27" fmla="*/ 1606682 h 4647426"/>
              <a:gd name="connsiteX28" fmla="*/ 0 w 5147712"/>
              <a:gd name="connsiteY28" fmla="*/ 942764 h 4647426"/>
              <a:gd name="connsiteX29" fmla="*/ 0 w 5147712"/>
              <a:gd name="connsiteY29" fmla="*/ 0 h 464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147712" h="4647426" extrusionOk="0">
                <a:moveTo>
                  <a:pt x="0" y="0"/>
                </a:moveTo>
                <a:cubicBezTo>
                  <a:pt x="218353" y="-22885"/>
                  <a:pt x="571806" y="-4478"/>
                  <a:pt x="746418" y="0"/>
                </a:cubicBezTo>
                <a:cubicBezTo>
                  <a:pt x="921030" y="4478"/>
                  <a:pt x="1148987" y="33219"/>
                  <a:pt x="1441359" y="0"/>
                </a:cubicBezTo>
                <a:cubicBezTo>
                  <a:pt x="1733731" y="-33219"/>
                  <a:pt x="1825158" y="-15295"/>
                  <a:pt x="2187778" y="0"/>
                </a:cubicBezTo>
                <a:cubicBezTo>
                  <a:pt x="2550398" y="15295"/>
                  <a:pt x="2597187" y="11739"/>
                  <a:pt x="2779764" y="0"/>
                </a:cubicBezTo>
                <a:cubicBezTo>
                  <a:pt x="2962341" y="-11739"/>
                  <a:pt x="3157440" y="-7286"/>
                  <a:pt x="3423228" y="0"/>
                </a:cubicBezTo>
                <a:cubicBezTo>
                  <a:pt x="3689016" y="7286"/>
                  <a:pt x="3801432" y="-16799"/>
                  <a:pt x="3963738" y="0"/>
                </a:cubicBezTo>
                <a:cubicBezTo>
                  <a:pt x="4126044" y="16799"/>
                  <a:pt x="4676200" y="27301"/>
                  <a:pt x="5147712" y="0"/>
                </a:cubicBezTo>
                <a:cubicBezTo>
                  <a:pt x="5166155" y="251774"/>
                  <a:pt x="5145326" y="421078"/>
                  <a:pt x="5147712" y="663918"/>
                </a:cubicBezTo>
                <a:cubicBezTo>
                  <a:pt x="5150098" y="906758"/>
                  <a:pt x="5145965" y="1025831"/>
                  <a:pt x="5147712" y="1188413"/>
                </a:cubicBezTo>
                <a:cubicBezTo>
                  <a:pt x="5149459" y="1350995"/>
                  <a:pt x="5153373" y="1563652"/>
                  <a:pt x="5147712" y="1805857"/>
                </a:cubicBezTo>
                <a:cubicBezTo>
                  <a:pt x="5142051" y="2048062"/>
                  <a:pt x="5155427" y="2163982"/>
                  <a:pt x="5147712" y="2469775"/>
                </a:cubicBezTo>
                <a:cubicBezTo>
                  <a:pt x="5139997" y="2775568"/>
                  <a:pt x="5135470" y="2813825"/>
                  <a:pt x="5147712" y="3040744"/>
                </a:cubicBezTo>
                <a:cubicBezTo>
                  <a:pt x="5159954" y="3267663"/>
                  <a:pt x="5167704" y="3472257"/>
                  <a:pt x="5147712" y="3658188"/>
                </a:cubicBezTo>
                <a:cubicBezTo>
                  <a:pt x="5127720" y="3844119"/>
                  <a:pt x="5191434" y="4391639"/>
                  <a:pt x="5147712" y="4647426"/>
                </a:cubicBezTo>
                <a:cubicBezTo>
                  <a:pt x="4825666" y="4632886"/>
                  <a:pt x="4731338" y="4674855"/>
                  <a:pt x="4401294" y="4647426"/>
                </a:cubicBezTo>
                <a:cubicBezTo>
                  <a:pt x="4071250" y="4619997"/>
                  <a:pt x="3869860" y="4673222"/>
                  <a:pt x="3654876" y="4647426"/>
                </a:cubicBezTo>
                <a:cubicBezTo>
                  <a:pt x="3439892" y="4621630"/>
                  <a:pt x="3343614" y="4643907"/>
                  <a:pt x="3114366" y="4647426"/>
                </a:cubicBezTo>
                <a:cubicBezTo>
                  <a:pt x="2885118" y="4650946"/>
                  <a:pt x="2791718" y="4623758"/>
                  <a:pt x="2522379" y="4647426"/>
                </a:cubicBezTo>
                <a:cubicBezTo>
                  <a:pt x="2253040" y="4671094"/>
                  <a:pt x="2125150" y="4650512"/>
                  <a:pt x="1981869" y="4647426"/>
                </a:cubicBezTo>
                <a:cubicBezTo>
                  <a:pt x="1838588" y="4644341"/>
                  <a:pt x="1645887" y="4660719"/>
                  <a:pt x="1338405" y="4647426"/>
                </a:cubicBezTo>
                <a:cubicBezTo>
                  <a:pt x="1030923" y="4634133"/>
                  <a:pt x="794784" y="4679603"/>
                  <a:pt x="643464" y="4647426"/>
                </a:cubicBezTo>
                <a:cubicBezTo>
                  <a:pt x="492144" y="4615249"/>
                  <a:pt x="180497" y="4656130"/>
                  <a:pt x="0" y="4647426"/>
                </a:cubicBezTo>
                <a:cubicBezTo>
                  <a:pt x="-21147" y="4440403"/>
                  <a:pt x="-30917" y="4278210"/>
                  <a:pt x="0" y="3983508"/>
                </a:cubicBezTo>
                <a:cubicBezTo>
                  <a:pt x="30917" y="3688806"/>
                  <a:pt x="-13208" y="3661246"/>
                  <a:pt x="0" y="3459013"/>
                </a:cubicBezTo>
                <a:cubicBezTo>
                  <a:pt x="13208" y="3256780"/>
                  <a:pt x="8509" y="3040971"/>
                  <a:pt x="0" y="2702146"/>
                </a:cubicBezTo>
                <a:cubicBezTo>
                  <a:pt x="-8509" y="2363321"/>
                  <a:pt x="1200" y="2355501"/>
                  <a:pt x="0" y="2131177"/>
                </a:cubicBezTo>
                <a:cubicBezTo>
                  <a:pt x="-1200" y="1906853"/>
                  <a:pt x="-3907" y="1808507"/>
                  <a:pt x="0" y="1606682"/>
                </a:cubicBezTo>
                <a:cubicBezTo>
                  <a:pt x="3907" y="1404857"/>
                  <a:pt x="-30" y="1115222"/>
                  <a:pt x="0" y="942764"/>
                </a:cubicBezTo>
                <a:cubicBezTo>
                  <a:pt x="30" y="770306"/>
                  <a:pt x="26276" y="46669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class Student extends Model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grade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   if 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this.score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&gt; 70) return 'A';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   if 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this.score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&gt; 70) return 'B';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   if (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this.score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&gt; 50) return 'C';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   return 'F';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</a:rPr>
              <a:t>Student.init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  name: </a:t>
            </a:r>
            <a:r>
              <a:rPr lang="en-US" sz="1600" dirty="0" err="1">
                <a:latin typeface="Consolas" panose="020B0609020204030204" pitchFamily="49" charset="0"/>
              </a:rPr>
              <a:t>DataTypes.STRING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  age: </a:t>
            </a:r>
            <a:r>
              <a:rPr lang="en-US" sz="1600" dirty="0" err="1">
                <a:latin typeface="Consolas" panose="020B0609020204030204" pitchFamily="49" charset="0"/>
              </a:rPr>
              <a:t>DataTypes.INTEGER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  group: </a:t>
            </a:r>
            <a:r>
              <a:rPr lang="en-US" sz="1600" dirty="0" err="1">
                <a:latin typeface="Consolas" panose="020B0609020204030204" pitchFamily="49" charset="0"/>
              </a:rPr>
              <a:t>DataTypes.INTEGER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  score: </a:t>
            </a:r>
            <a:r>
              <a:rPr lang="en-US" sz="1600" dirty="0" err="1">
                <a:latin typeface="Consolas" panose="020B0609020204030204" pitchFamily="49" charset="0"/>
              </a:rPr>
              <a:t>DataTypes.FLOAT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},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  { </a:t>
            </a:r>
            <a:r>
              <a:rPr lang="en-US" sz="1600" dirty="0" err="1">
                <a:latin typeface="Consolas" panose="020B0609020204030204" pitchFamily="49" charset="0"/>
              </a:rPr>
              <a:t>sequelize</a:t>
            </a:r>
            <a:r>
              <a:rPr lang="en-US" sz="1600" dirty="0">
                <a:latin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</a:rPr>
              <a:t>modelName</a:t>
            </a:r>
            <a:r>
              <a:rPr lang="en-US" sz="1600" dirty="0">
                <a:latin typeface="Consolas" panose="020B0609020204030204" pitchFamily="49" charset="0"/>
              </a:rPr>
              <a:t>: Student.name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); </a:t>
            </a:r>
          </a:p>
        </p:txBody>
      </p:sp>
      <p:sp>
        <p:nvSpPr>
          <p:cNvPr id="23" name="Google Shape;107;p2">
            <a:extLst>
              <a:ext uri="{FF2B5EF4-FFF2-40B4-BE49-F238E27FC236}">
                <a16:creationId xmlns:a16="http://schemas.microsoft.com/office/drawing/2014/main" id="{18F9749B-6858-F914-164F-F64A2A914FCC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5E799B-1DE2-BFB7-BD6B-2F5C0115E7A4}"/>
              </a:ext>
            </a:extLst>
          </p:cNvPr>
          <p:cNvSpPr txBox="1"/>
          <p:nvPr/>
        </p:nvSpPr>
        <p:spPr>
          <a:xfrm>
            <a:off x="6557925" y="1956975"/>
            <a:ext cx="5147712" cy="1754326"/>
          </a:xfrm>
          <a:custGeom>
            <a:avLst/>
            <a:gdLst>
              <a:gd name="connsiteX0" fmla="*/ 0 w 5147712"/>
              <a:gd name="connsiteY0" fmla="*/ 0 h 1754326"/>
              <a:gd name="connsiteX1" fmla="*/ 746418 w 5147712"/>
              <a:gd name="connsiteY1" fmla="*/ 0 h 1754326"/>
              <a:gd name="connsiteX2" fmla="*/ 1441359 w 5147712"/>
              <a:gd name="connsiteY2" fmla="*/ 0 h 1754326"/>
              <a:gd name="connsiteX3" fmla="*/ 2187778 w 5147712"/>
              <a:gd name="connsiteY3" fmla="*/ 0 h 1754326"/>
              <a:gd name="connsiteX4" fmla="*/ 2779764 w 5147712"/>
              <a:gd name="connsiteY4" fmla="*/ 0 h 1754326"/>
              <a:gd name="connsiteX5" fmla="*/ 3423228 w 5147712"/>
              <a:gd name="connsiteY5" fmla="*/ 0 h 1754326"/>
              <a:gd name="connsiteX6" fmla="*/ 3963738 w 5147712"/>
              <a:gd name="connsiteY6" fmla="*/ 0 h 1754326"/>
              <a:gd name="connsiteX7" fmla="*/ 5147712 w 5147712"/>
              <a:gd name="connsiteY7" fmla="*/ 0 h 1754326"/>
              <a:gd name="connsiteX8" fmla="*/ 5147712 w 5147712"/>
              <a:gd name="connsiteY8" fmla="*/ 584775 h 1754326"/>
              <a:gd name="connsiteX9" fmla="*/ 5147712 w 5147712"/>
              <a:gd name="connsiteY9" fmla="*/ 1116921 h 1754326"/>
              <a:gd name="connsiteX10" fmla="*/ 5147712 w 5147712"/>
              <a:gd name="connsiteY10" fmla="*/ 1754326 h 1754326"/>
              <a:gd name="connsiteX11" fmla="*/ 4504248 w 5147712"/>
              <a:gd name="connsiteY11" fmla="*/ 1754326 h 1754326"/>
              <a:gd name="connsiteX12" fmla="*/ 3860784 w 5147712"/>
              <a:gd name="connsiteY12" fmla="*/ 1754326 h 1754326"/>
              <a:gd name="connsiteX13" fmla="*/ 3114366 w 5147712"/>
              <a:gd name="connsiteY13" fmla="*/ 1754326 h 1754326"/>
              <a:gd name="connsiteX14" fmla="*/ 2470902 w 5147712"/>
              <a:gd name="connsiteY14" fmla="*/ 1754326 h 1754326"/>
              <a:gd name="connsiteX15" fmla="*/ 1981869 w 5147712"/>
              <a:gd name="connsiteY15" fmla="*/ 1754326 h 1754326"/>
              <a:gd name="connsiteX16" fmla="*/ 1235451 w 5147712"/>
              <a:gd name="connsiteY16" fmla="*/ 1754326 h 1754326"/>
              <a:gd name="connsiteX17" fmla="*/ 694941 w 5147712"/>
              <a:gd name="connsiteY17" fmla="*/ 1754326 h 1754326"/>
              <a:gd name="connsiteX18" fmla="*/ 0 w 5147712"/>
              <a:gd name="connsiteY18" fmla="*/ 1754326 h 1754326"/>
              <a:gd name="connsiteX19" fmla="*/ 0 w 5147712"/>
              <a:gd name="connsiteY19" fmla="*/ 1204637 h 1754326"/>
              <a:gd name="connsiteX20" fmla="*/ 0 w 5147712"/>
              <a:gd name="connsiteY20" fmla="*/ 654948 h 1754326"/>
              <a:gd name="connsiteX21" fmla="*/ 0 w 5147712"/>
              <a:gd name="connsiteY21" fmla="*/ 0 h 175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147712" h="1754326" extrusionOk="0">
                <a:moveTo>
                  <a:pt x="0" y="0"/>
                </a:moveTo>
                <a:cubicBezTo>
                  <a:pt x="218353" y="-22885"/>
                  <a:pt x="571806" y="-4478"/>
                  <a:pt x="746418" y="0"/>
                </a:cubicBezTo>
                <a:cubicBezTo>
                  <a:pt x="921030" y="4478"/>
                  <a:pt x="1148987" y="33219"/>
                  <a:pt x="1441359" y="0"/>
                </a:cubicBezTo>
                <a:cubicBezTo>
                  <a:pt x="1733731" y="-33219"/>
                  <a:pt x="1825158" y="-15295"/>
                  <a:pt x="2187778" y="0"/>
                </a:cubicBezTo>
                <a:cubicBezTo>
                  <a:pt x="2550398" y="15295"/>
                  <a:pt x="2597187" y="11739"/>
                  <a:pt x="2779764" y="0"/>
                </a:cubicBezTo>
                <a:cubicBezTo>
                  <a:pt x="2962341" y="-11739"/>
                  <a:pt x="3157440" y="-7286"/>
                  <a:pt x="3423228" y="0"/>
                </a:cubicBezTo>
                <a:cubicBezTo>
                  <a:pt x="3689016" y="7286"/>
                  <a:pt x="3801432" y="-16799"/>
                  <a:pt x="3963738" y="0"/>
                </a:cubicBezTo>
                <a:cubicBezTo>
                  <a:pt x="4126044" y="16799"/>
                  <a:pt x="4676200" y="27301"/>
                  <a:pt x="5147712" y="0"/>
                </a:cubicBezTo>
                <a:cubicBezTo>
                  <a:pt x="5171892" y="150577"/>
                  <a:pt x="5121365" y="364579"/>
                  <a:pt x="5147712" y="584775"/>
                </a:cubicBezTo>
                <a:cubicBezTo>
                  <a:pt x="5174059" y="804971"/>
                  <a:pt x="5169730" y="872443"/>
                  <a:pt x="5147712" y="1116921"/>
                </a:cubicBezTo>
                <a:cubicBezTo>
                  <a:pt x="5125694" y="1361399"/>
                  <a:pt x="5147694" y="1488776"/>
                  <a:pt x="5147712" y="1754326"/>
                </a:cubicBezTo>
                <a:cubicBezTo>
                  <a:pt x="4850959" y="1746770"/>
                  <a:pt x="4677677" y="1765522"/>
                  <a:pt x="4504248" y="1754326"/>
                </a:cubicBezTo>
                <a:cubicBezTo>
                  <a:pt x="4330819" y="1743130"/>
                  <a:pt x="4164190" y="1733404"/>
                  <a:pt x="3860784" y="1754326"/>
                </a:cubicBezTo>
                <a:cubicBezTo>
                  <a:pt x="3557378" y="1775248"/>
                  <a:pt x="3339302" y="1774341"/>
                  <a:pt x="3114366" y="1754326"/>
                </a:cubicBezTo>
                <a:cubicBezTo>
                  <a:pt x="2889430" y="1734311"/>
                  <a:pt x="2730890" y="1742898"/>
                  <a:pt x="2470902" y="1754326"/>
                </a:cubicBezTo>
                <a:cubicBezTo>
                  <a:pt x="2210914" y="1765754"/>
                  <a:pt x="2156959" y="1731779"/>
                  <a:pt x="1981869" y="1754326"/>
                </a:cubicBezTo>
                <a:cubicBezTo>
                  <a:pt x="1806779" y="1776873"/>
                  <a:pt x="1450435" y="1780122"/>
                  <a:pt x="1235451" y="1754326"/>
                </a:cubicBezTo>
                <a:cubicBezTo>
                  <a:pt x="1020467" y="1728530"/>
                  <a:pt x="924189" y="1750807"/>
                  <a:pt x="694941" y="1754326"/>
                </a:cubicBezTo>
                <a:cubicBezTo>
                  <a:pt x="465693" y="1757846"/>
                  <a:pt x="215953" y="1784010"/>
                  <a:pt x="0" y="1754326"/>
                </a:cubicBezTo>
                <a:cubicBezTo>
                  <a:pt x="18262" y="1543173"/>
                  <a:pt x="25518" y="1316799"/>
                  <a:pt x="0" y="1204637"/>
                </a:cubicBezTo>
                <a:cubicBezTo>
                  <a:pt x="-25518" y="1092475"/>
                  <a:pt x="12103" y="923965"/>
                  <a:pt x="0" y="654948"/>
                </a:cubicBezTo>
                <a:cubicBezTo>
                  <a:pt x="-12103" y="385931"/>
                  <a:pt x="31617" y="213477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results.forEach</a:t>
            </a:r>
            <a:r>
              <a:rPr lang="en-US" dirty="0">
                <a:latin typeface="Consolas" panose="020B0609020204030204" pitchFamily="49" charset="0"/>
              </a:rPr>
              <a:t>(student =&gt; {</a:t>
            </a:r>
          </a:p>
          <a:p>
            <a:r>
              <a:rPr lang="en-US" dirty="0">
                <a:latin typeface="Consolas" panose="020B0609020204030204" pitchFamily="49" charset="0"/>
              </a:rPr>
              <a:t>  console.log(${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student.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grade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() </a:t>
            </a: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</a:rPr>
              <a:t>  ));</a:t>
            </a:r>
          </a:p>
          <a:p>
            <a:r>
              <a:rPr lang="en-US" dirty="0">
                <a:latin typeface="Consolas" panose="020B0609020204030204" pitchFamily="49" charset="0"/>
              </a:rPr>
              <a:t>});</a:t>
            </a:r>
          </a:p>
          <a:p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3947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29AE2-74D7-5D88-E81E-4C171DE1D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458AF63-5DAC-A5B2-10C3-05CB83C38665}"/>
              </a:ext>
            </a:extLst>
          </p:cNvPr>
          <p:cNvSpPr txBox="1"/>
          <p:nvPr/>
        </p:nvSpPr>
        <p:spPr>
          <a:xfrm>
            <a:off x="3970364" y="375471"/>
            <a:ext cx="45000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171D3B-BA11-FDFD-7A3E-0DA643C22893}"/>
              </a:ext>
            </a:extLst>
          </p:cNvPr>
          <p:cNvSpPr/>
          <p:nvPr/>
        </p:nvSpPr>
        <p:spPr>
          <a:xfrm>
            <a:off x="212387" y="155030"/>
            <a:ext cx="2095838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E5A94-E4E2-6825-AA5C-CDBC30EFFA84}"/>
              </a:ext>
            </a:extLst>
          </p:cNvPr>
          <p:cNvSpPr txBox="1"/>
          <p:nvPr/>
        </p:nvSpPr>
        <p:spPr>
          <a:xfrm>
            <a:off x="1722118" y="1245282"/>
            <a:ext cx="9425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 supports the standard 3  types of </a:t>
            </a:r>
            <a:r>
              <a:rPr lang="en-US" sz="28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2-ways</a:t>
            </a:r>
            <a:r>
              <a:rPr lang="en-US" sz="28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EBF2FE-33B8-937F-F9BF-DB14A9EC5A81}"/>
              </a:ext>
            </a:extLst>
          </p:cNvPr>
          <p:cNvSpPr/>
          <p:nvPr/>
        </p:nvSpPr>
        <p:spPr>
          <a:xfrm>
            <a:off x="1149350" y="3429000"/>
            <a:ext cx="647700" cy="647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C9E74D-6A3A-C01E-5BDE-98DD0C9B26A1}"/>
              </a:ext>
            </a:extLst>
          </p:cNvPr>
          <p:cNvSpPr/>
          <p:nvPr/>
        </p:nvSpPr>
        <p:spPr>
          <a:xfrm>
            <a:off x="2819400" y="3429000"/>
            <a:ext cx="647700" cy="64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7C1D92-AD0D-E9BD-49E6-EB03222A9D7C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1797050" y="3752850"/>
            <a:ext cx="10223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A4E415-6A3F-A4B0-9467-9E07D6C0AC5D}"/>
              </a:ext>
            </a:extLst>
          </p:cNvPr>
          <p:cNvSpPr txBox="1"/>
          <p:nvPr/>
        </p:nvSpPr>
        <p:spPr>
          <a:xfrm>
            <a:off x="1802417" y="3429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E1C57-9E5C-B9E2-8CD1-AA3B022D8F82}"/>
              </a:ext>
            </a:extLst>
          </p:cNvPr>
          <p:cNvSpPr txBox="1"/>
          <p:nvPr/>
        </p:nvSpPr>
        <p:spPr>
          <a:xfrm>
            <a:off x="2499585" y="3429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172B0E-314F-0B7A-6B40-0A3736A89BB1}"/>
              </a:ext>
            </a:extLst>
          </p:cNvPr>
          <p:cNvSpPr/>
          <p:nvPr/>
        </p:nvSpPr>
        <p:spPr>
          <a:xfrm>
            <a:off x="4939384" y="3538348"/>
            <a:ext cx="647700" cy="647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2E786E-2D10-77A7-BA9C-8523E5196DB6}"/>
              </a:ext>
            </a:extLst>
          </p:cNvPr>
          <p:cNvSpPr/>
          <p:nvPr/>
        </p:nvSpPr>
        <p:spPr>
          <a:xfrm>
            <a:off x="6609434" y="3538348"/>
            <a:ext cx="647700" cy="64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AD50FE1-677C-9B7E-E364-BCE1BDF73615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5587084" y="3862198"/>
            <a:ext cx="10223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A60626F-087C-7B7B-B73A-37DF0098964D}"/>
              </a:ext>
            </a:extLst>
          </p:cNvPr>
          <p:cNvSpPr txBox="1"/>
          <p:nvPr/>
        </p:nvSpPr>
        <p:spPr>
          <a:xfrm>
            <a:off x="5592451" y="353834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1AC3A4-8052-1169-E2C6-41E1E02B4DA6}"/>
              </a:ext>
            </a:extLst>
          </p:cNvPr>
          <p:cNvSpPr txBox="1"/>
          <p:nvPr/>
        </p:nvSpPr>
        <p:spPr>
          <a:xfrm>
            <a:off x="6289619" y="353834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*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AEA299-7677-2D0C-28C4-1E15D4A3B4CD}"/>
              </a:ext>
            </a:extLst>
          </p:cNvPr>
          <p:cNvSpPr/>
          <p:nvPr/>
        </p:nvSpPr>
        <p:spPr>
          <a:xfrm>
            <a:off x="9056475" y="3538348"/>
            <a:ext cx="647700" cy="647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24EB3F-DE9C-3704-2591-3BAE2B369C60}"/>
              </a:ext>
            </a:extLst>
          </p:cNvPr>
          <p:cNvSpPr/>
          <p:nvPr/>
        </p:nvSpPr>
        <p:spPr>
          <a:xfrm>
            <a:off x="10726525" y="3538348"/>
            <a:ext cx="647700" cy="64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907F43A-9D07-B27B-07B3-BFB5EE4878DA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9704175" y="3862198"/>
            <a:ext cx="10223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DBF3323-4FA8-A0DD-D16A-BB98E4B75E80}"/>
              </a:ext>
            </a:extLst>
          </p:cNvPr>
          <p:cNvSpPr txBox="1"/>
          <p:nvPr/>
        </p:nvSpPr>
        <p:spPr>
          <a:xfrm>
            <a:off x="9709542" y="353834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*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BE35D3-224A-9381-8198-53FB6D6F59B4}"/>
              </a:ext>
            </a:extLst>
          </p:cNvPr>
          <p:cNvSpPr txBox="1"/>
          <p:nvPr/>
        </p:nvSpPr>
        <p:spPr>
          <a:xfrm>
            <a:off x="10406710" y="353834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*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C647FD-C492-8495-E2DE-96B4E69A5768}"/>
              </a:ext>
            </a:extLst>
          </p:cNvPr>
          <p:cNvSpPr/>
          <p:nvPr/>
        </p:nvSpPr>
        <p:spPr>
          <a:xfrm>
            <a:off x="834041" y="2514601"/>
            <a:ext cx="2954617" cy="2118360"/>
          </a:xfrm>
          <a:custGeom>
            <a:avLst/>
            <a:gdLst>
              <a:gd name="connsiteX0" fmla="*/ 0 w 2954617"/>
              <a:gd name="connsiteY0" fmla="*/ 0 h 2118360"/>
              <a:gd name="connsiteX1" fmla="*/ 502285 w 2954617"/>
              <a:gd name="connsiteY1" fmla="*/ 0 h 2118360"/>
              <a:gd name="connsiteX2" fmla="*/ 1063662 w 2954617"/>
              <a:gd name="connsiteY2" fmla="*/ 0 h 2118360"/>
              <a:gd name="connsiteX3" fmla="*/ 1595493 w 2954617"/>
              <a:gd name="connsiteY3" fmla="*/ 0 h 2118360"/>
              <a:gd name="connsiteX4" fmla="*/ 2127324 w 2954617"/>
              <a:gd name="connsiteY4" fmla="*/ 0 h 2118360"/>
              <a:gd name="connsiteX5" fmla="*/ 2954617 w 2954617"/>
              <a:gd name="connsiteY5" fmla="*/ 0 h 2118360"/>
              <a:gd name="connsiteX6" fmla="*/ 2954617 w 2954617"/>
              <a:gd name="connsiteY6" fmla="*/ 466039 h 2118360"/>
              <a:gd name="connsiteX7" fmla="*/ 2954617 w 2954617"/>
              <a:gd name="connsiteY7" fmla="*/ 932078 h 2118360"/>
              <a:gd name="connsiteX8" fmla="*/ 2954617 w 2954617"/>
              <a:gd name="connsiteY8" fmla="*/ 1504036 h 2118360"/>
              <a:gd name="connsiteX9" fmla="*/ 2954617 w 2954617"/>
              <a:gd name="connsiteY9" fmla="*/ 2118360 h 2118360"/>
              <a:gd name="connsiteX10" fmla="*/ 2334147 w 2954617"/>
              <a:gd name="connsiteY10" fmla="*/ 2118360 h 2118360"/>
              <a:gd name="connsiteX11" fmla="*/ 1743224 w 2954617"/>
              <a:gd name="connsiteY11" fmla="*/ 2118360 h 2118360"/>
              <a:gd name="connsiteX12" fmla="*/ 1152301 w 2954617"/>
              <a:gd name="connsiteY12" fmla="*/ 2118360 h 2118360"/>
              <a:gd name="connsiteX13" fmla="*/ 590923 w 2954617"/>
              <a:gd name="connsiteY13" fmla="*/ 2118360 h 2118360"/>
              <a:gd name="connsiteX14" fmla="*/ 0 w 2954617"/>
              <a:gd name="connsiteY14" fmla="*/ 2118360 h 2118360"/>
              <a:gd name="connsiteX15" fmla="*/ 0 w 2954617"/>
              <a:gd name="connsiteY15" fmla="*/ 1546403 h 2118360"/>
              <a:gd name="connsiteX16" fmla="*/ 0 w 2954617"/>
              <a:gd name="connsiteY16" fmla="*/ 1080364 h 2118360"/>
              <a:gd name="connsiteX17" fmla="*/ 0 w 2954617"/>
              <a:gd name="connsiteY17" fmla="*/ 571957 h 2118360"/>
              <a:gd name="connsiteX18" fmla="*/ 0 w 2954617"/>
              <a:gd name="connsiteY18" fmla="*/ 0 h 2118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954617" h="2118360" extrusionOk="0">
                <a:moveTo>
                  <a:pt x="0" y="0"/>
                </a:moveTo>
                <a:cubicBezTo>
                  <a:pt x="226480" y="-42112"/>
                  <a:pt x="357743" y="5232"/>
                  <a:pt x="502285" y="0"/>
                </a:cubicBezTo>
                <a:cubicBezTo>
                  <a:pt x="646828" y="-5232"/>
                  <a:pt x="863782" y="14622"/>
                  <a:pt x="1063662" y="0"/>
                </a:cubicBezTo>
                <a:cubicBezTo>
                  <a:pt x="1263542" y="-14622"/>
                  <a:pt x="1450704" y="19830"/>
                  <a:pt x="1595493" y="0"/>
                </a:cubicBezTo>
                <a:cubicBezTo>
                  <a:pt x="1740282" y="-19830"/>
                  <a:pt x="1944421" y="34296"/>
                  <a:pt x="2127324" y="0"/>
                </a:cubicBezTo>
                <a:cubicBezTo>
                  <a:pt x="2310227" y="-34296"/>
                  <a:pt x="2720107" y="42667"/>
                  <a:pt x="2954617" y="0"/>
                </a:cubicBezTo>
                <a:cubicBezTo>
                  <a:pt x="2993944" y="218612"/>
                  <a:pt x="2910146" y="348924"/>
                  <a:pt x="2954617" y="466039"/>
                </a:cubicBezTo>
                <a:cubicBezTo>
                  <a:pt x="2999088" y="583154"/>
                  <a:pt x="2943633" y="748681"/>
                  <a:pt x="2954617" y="932078"/>
                </a:cubicBezTo>
                <a:cubicBezTo>
                  <a:pt x="2965601" y="1115475"/>
                  <a:pt x="2939161" y="1270864"/>
                  <a:pt x="2954617" y="1504036"/>
                </a:cubicBezTo>
                <a:cubicBezTo>
                  <a:pt x="2970073" y="1737208"/>
                  <a:pt x="2924549" y="1845027"/>
                  <a:pt x="2954617" y="2118360"/>
                </a:cubicBezTo>
                <a:cubicBezTo>
                  <a:pt x="2670669" y="2178597"/>
                  <a:pt x="2529648" y="2070780"/>
                  <a:pt x="2334147" y="2118360"/>
                </a:cubicBezTo>
                <a:cubicBezTo>
                  <a:pt x="2138646" y="2165940"/>
                  <a:pt x="1946686" y="2058583"/>
                  <a:pt x="1743224" y="2118360"/>
                </a:cubicBezTo>
                <a:cubicBezTo>
                  <a:pt x="1539762" y="2178137"/>
                  <a:pt x="1304112" y="2088159"/>
                  <a:pt x="1152301" y="2118360"/>
                </a:cubicBezTo>
                <a:cubicBezTo>
                  <a:pt x="1000490" y="2148561"/>
                  <a:pt x="742241" y="2059724"/>
                  <a:pt x="590923" y="2118360"/>
                </a:cubicBezTo>
                <a:cubicBezTo>
                  <a:pt x="439605" y="2176996"/>
                  <a:pt x="202503" y="2106617"/>
                  <a:pt x="0" y="2118360"/>
                </a:cubicBezTo>
                <a:cubicBezTo>
                  <a:pt x="-33318" y="1945249"/>
                  <a:pt x="6054" y="1670002"/>
                  <a:pt x="0" y="1546403"/>
                </a:cubicBezTo>
                <a:cubicBezTo>
                  <a:pt x="-6054" y="1422804"/>
                  <a:pt x="33612" y="1197261"/>
                  <a:pt x="0" y="1080364"/>
                </a:cubicBezTo>
                <a:cubicBezTo>
                  <a:pt x="-33612" y="963467"/>
                  <a:pt x="17754" y="767371"/>
                  <a:pt x="0" y="571957"/>
                </a:cubicBezTo>
                <a:cubicBezTo>
                  <a:pt x="-17754" y="376543"/>
                  <a:pt x="43350" y="253841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3922703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097510-C133-BDA7-37FF-7E15F64F47A3}"/>
              </a:ext>
            </a:extLst>
          </p:cNvPr>
          <p:cNvSpPr txBox="1"/>
          <p:nvPr/>
        </p:nvSpPr>
        <p:spPr>
          <a:xfrm>
            <a:off x="1398961" y="2279303"/>
            <a:ext cx="1818528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One-To-One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3F1A0D-C978-137E-3B1A-BDF57D0C9DE9}"/>
              </a:ext>
            </a:extLst>
          </p:cNvPr>
          <p:cNvSpPr/>
          <p:nvPr/>
        </p:nvSpPr>
        <p:spPr>
          <a:xfrm>
            <a:off x="4618691" y="2514601"/>
            <a:ext cx="2954617" cy="2118360"/>
          </a:xfrm>
          <a:custGeom>
            <a:avLst/>
            <a:gdLst>
              <a:gd name="connsiteX0" fmla="*/ 0 w 2954617"/>
              <a:gd name="connsiteY0" fmla="*/ 0 h 2118360"/>
              <a:gd name="connsiteX1" fmla="*/ 502285 w 2954617"/>
              <a:gd name="connsiteY1" fmla="*/ 0 h 2118360"/>
              <a:gd name="connsiteX2" fmla="*/ 1063662 w 2954617"/>
              <a:gd name="connsiteY2" fmla="*/ 0 h 2118360"/>
              <a:gd name="connsiteX3" fmla="*/ 1595493 w 2954617"/>
              <a:gd name="connsiteY3" fmla="*/ 0 h 2118360"/>
              <a:gd name="connsiteX4" fmla="*/ 2127324 w 2954617"/>
              <a:gd name="connsiteY4" fmla="*/ 0 h 2118360"/>
              <a:gd name="connsiteX5" fmla="*/ 2954617 w 2954617"/>
              <a:gd name="connsiteY5" fmla="*/ 0 h 2118360"/>
              <a:gd name="connsiteX6" fmla="*/ 2954617 w 2954617"/>
              <a:gd name="connsiteY6" fmla="*/ 466039 h 2118360"/>
              <a:gd name="connsiteX7" fmla="*/ 2954617 w 2954617"/>
              <a:gd name="connsiteY7" fmla="*/ 932078 h 2118360"/>
              <a:gd name="connsiteX8" fmla="*/ 2954617 w 2954617"/>
              <a:gd name="connsiteY8" fmla="*/ 1504036 h 2118360"/>
              <a:gd name="connsiteX9" fmla="*/ 2954617 w 2954617"/>
              <a:gd name="connsiteY9" fmla="*/ 2118360 h 2118360"/>
              <a:gd name="connsiteX10" fmla="*/ 2334147 w 2954617"/>
              <a:gd name="connsiteY10" fmla="*/ 2118360 h 2118360"/>
              <a:gd name="connsiteX11" fmla="*/ 1743224 w 2954617"/>
              <a:gd name="connsiteY11" fmla="*/ 2118360 h 2118360"/>
              <a:gd name="connsiteX12" fmla="*/ 1152301 w 2954617"/>
              <a:gd name="connsiteY12" fmla="*/ 2118360 h 2118360"/>
              <a:gd name="connsiteX13" fmla="*/ 590923 w 2954617"/>
              <a:gd name="connsiteY13" fmla="*/ 2118360 h 2118360"/>
              <a:gd name="connsiteX14" fmla="*/ 0 w 2954617"/>
              <a:gd name="connsiteY14" fmla="*/ 2118360 h 2118360"/>
              <a:gd name="connsiteX15" fmla="*/ 0 w 2954617"/>
              <a:gd name="connsiteY15" fmla="*/ 1546403 h 2118360"/>
              <a:gd name="connsiteX16" fmla="*/ 0 w 2954617"/>
              <a:gd name="connsiteY16" fmla="*/ 1080364 h 2118360"/>
              <a:gd name="connsiteX17" fmla="*/ 0 w 2954617"/>
              <a:gd name="connsiteY17" fmla="*/ 571957 h 2118360"/>
              <a:gd name="connsiteX18" fmla="*/ 0 w 2954617"/>
              <a:gd name="connsiteY18" fmla="*/ 0 h 2118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954617" h="2118360" extrusionOk="0">
                <a:moveTo>
                  <a:pt x="0" y="0"/>
                </a:moveTo>
                <a:cubicBezTo>
                  <a:pt x="226480" y="-42112"/>
                  <a:pt x="357743" y="5232"/>
                  <a:pt x="502285" y="0"/>
                </a:cubicBezTo>
                <a:cubicBezTo>
                  <a:pt x="646828" y="-5232"/>
                  <a:pt x="863782" y="14622"/>
                  <a:pt x="1063662" y="0"/>
                </a:cubicBezTo>
                <a:cubicBezTo>
                  <a:pt x="1263542" y="-14622"/>
                  <a:pt x="1450704" y="19830"/>
                  <a:pt x="1595493" y="0"/>
                </a:cubicBezTo>
                <a:cubicBezTo>
                  <a:pt x="1740282" y="-19830"/>
                  <a:pt x="1944421" y="34296"/>
                  <a:pt x="2127324" y="0"/>
                </a:cubicBezTo>
                <a:cubicBezTo>
                  <a:pt x="2310227" y="-34296"/>
                  <a:pt x="2720107" y="42667"/>
                  <a:pt x="2954617" y="0"/>
                </a:cubicBezTo>
                <a:cubicBezTo>
                  <a:pt x="2993944" y="218612"/>
                  <a:pt x="2910146" y="348924"/>
                  <a:pt x="2954617" y="466039"/>
                </a:cubicBezTo>
                <a:cubicBezTo>
                  <a:pt x="2999088" y="583154"/>
                  <a:pt x="2943633" y="748681"/>
                  <a:pt x="2954617" y="932078"/>
                </a:cubicBezTo>
                <a:cubicBezTo>
                  <a:pt x="2965601" y="1115475"/>
                  <a:pt x="2939161" y="1270864"/>
                  <a:pt x="2954617" y="1504036"/>
                </a:cubicBezTo>
                <a:cubicBezTo>
                  <a:pt x="2970073" y="1737208"/>
                  <a:pt x="2924549" y="1845027"/>
                  <a:pt x="2954617" y="2118360"/>
                </a:cubicBezTo>
                <a:cubicBezTo>
                  <a:pt x="2670669" y="2178597"/>
                  <a:pt x="2529648" y="2070780"/>
                  <a:pt x="2334147" y="2118360"/>
                </a:cubicBezTo>
                <a:cubicBezTo>
                  <a:pt x="2138646" y="2165940"/>
                  <a:pt x="1946686" y="2058583"/>
                  <a:pt x="1743224" y="2118360"/>
                </a:cubicBezTo>
                <a:cubicBezTo>
                  <a:pt x="1539762" y="2178137"/>
                  <a:pt x="1304112" y="2088159"/>
                  <a:pt x="1152301" y="2118360"/>
                </a:cubicBezTo>
                <a:cubicBezTo>
                  <a:pt x="1000490" y="2148561"/>
                  <a:pt x="742241" y="2059724"/>
                  <a:pt x="590923" y="2118360"/>
                </a:cubicBezTo>
                <a:cubicBezTo>
                  <a:pt x="439605" y="2176996"/>
                  <a:pt x="202503" y="2106617"/>
                  <a:pt x="0" y="2118360"/>
                </a:cubicBezTo>
                <a:cubicBezTo>
                  <a:pt x="-33318" y="1945249"/>
                  <a:pt x="6054" y="1670002"/>
                  <a:pt x="0" y="1546403"/>
                </a:cubicBezTo>
                <a:cubicBezTo>
                  <a:pt x="-6054" y="1422804"/>
                  <a:pt x="33612" y="1197261"/>
                  <a:pt x="0" y="1080364"/>
                </a:cubicBezTo>
                <a:cubicBezTo>
                  <a:pt x="-33612" y="963467"/>
                  <a:pt x="17754" y="767371"/>
                  <a:pt x="0" y="571957"/>
                </a:cubicBezTo>
                <a:cubicBezTo>
                  <a:pt x="-17754" y="376543"/>
                  <a:pt x="43350" y="253841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3922703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86A183-FD9A-2D2F-9EFF-30806B9F866F}"/>
              </a:ext>
            </a:extLst>
          </p:cNvPr>
          <p:cNvSpPr txBox="1"/>
          <p:nvPr/>
        </p:nvSpPr>
        <p:spPr>
          <a:xfrm>
            <a:off x="5183610" y="2279303"/>
            <a:ext cx="207352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461035-854D-1B01-77BE-97213CC47219}"/>
              </a:ext>
            </a:extLst>
          </p:cNvPr>
          <p:cNvSpPr/>
          <p:nvPr/>
        </p:nvSpPr>
        <p:spPr>
          <a:xfrm>
            <a:off x="8553022" y="2514601"/>
            <a:ext cx="2954617" cy="2118360"/>
          </a:xfrm>
          <a:custGeom>
            <a:avLst/>
            <a:gdLst>
              <a:gd name="connsiteX0" fmla="*/ 0 w 2954617"/>
              <a:gd name="connsiteY0" fmla="*/ 0 h 2118360"/>
              <a:gd name="connsiteX1" fmla="*/ 502285 w 2954617"/>
              <a:gd name="connsiteY1" fmla="*/ 0 h 2118360"/>
              <a:gd name="connsiteX2" fmla="*/ 1063662 w 2954617"/>
              <a:gd name="connsiteY2" fmla="*/ 0 h 2118360"/>
              <a:gd name="connsiteX3" fmla="*/ 1595493 w 2954617"/>
              <a:gd name="connsiteY3" fmla="*/ 0 h 2118360"/>
              <a:gd name="connsiteX4" fmla="*/ 2127324 w 2954617"/>
              <a:gd name="connsiteY4" fmla="*/ 0 h 2118360"/>
              <a:gd name="connsiteX5" fmla="*/ 2954617 w 2954617"/>
              <a:gd name="connsiteY5" fmla="*/ 0 h 2118360"/>
              <a:gd name="connsiteX6" fmla="*/ 2954617 w 2954617"/>
              <a:gd name="connsiteY6" fmla="*/ 466039 h 2118360"/>
              <a:gd name="connsiteX7" fmla="*/ 2954617 w 2954617"/>
              <a:gd name="connsiteY7" fmla="*/ 932078 h 2118360"/>
              <a:gd name="connsiteX8" fmla="*/ 2954617 w 2954617"/>
              <a:gd name="connsiteY8" fmla="*/ 1504036 h 2118360"/>
              <a:gd name="connsiteX9" fmla="*/ 2954617 w 2954617"/>
              <a:gd name="connsiteY9" fmla="*/ 2118360 h 2118360"/>
              <a:gd name="connsiteX10" fmla="*/ 2334147 w 2954617"/>
              <a:gd name="connsiteY10" fmla="*/ 2118360 h 2118360"/>
              <a:gd name="connsiteX11" fmla="*/ 1743224 w 2954617"/>
              <a:gd name="connsiteY11" fmla="*/ 2118360 h 2118360"/>
              <a:gd name="connsiteX12" fmla="*/ 1152301 w 2954617"/>
              <a:gd name="connsiteY12" fmla="*/ 2118360 h 2118360"/>
              <a:gd name="connsiteX13" fmla="*/ 590923 w 2954617"/>
              <a:gd name="connsiteY13" fmla="*/ 2118360 h 2118360"/>
              <a:gd name="connsiteX14" fmla="*/ 0 w 2954617"/>
              <a:gd name="connsiteY14" fmla="*/ 2118360 h 2118360"/>
              <a:gd name="connsiteX15" fmla="*/ 0 w 2954617"/>
              <a:gd name="connsiteY15" fmla="*/ 1546403 h 2118360"/>
              <a:gd name="connsiteX16" fmla="*/ 0 w 2954617"/>
              <a:gd name="connsiteY16" fmla="*/ 1080364 h 2118360"/>
              <a:gd name="connsiteX17" fmla="*/ 0 w 2954617"/>
              <a:gd name="connsiteY17" fmla="*/ 571957 h 2118360"/>
              <a:gd name="connsiteX18" fmla="*/ 0 w 2954617"/>
              <a:gd name="connsiteY18" fmla="*/ 0 h 2118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954617" h="2118360" extrusionOk="0">
                <a:moveTo>
                  <a:pt x="0" y="0"/>
                </a:moveTo>
                <a:cubicBezTo>
                  <a:pt x="226480" y="-42112"/>
                  <a:pt x="357743" y="5232"/>
                  <a:pt x="502285" y="0"/>
                </a:cubicBezTo>
                <a:cubicBezTo>
                  <a:pt x="646828" y="-5232"/>
                  <a:pt x="863782" y="14622"/>
                  <a:pt x="1063662" y="0"/>
                </a:cubicBezTo>
                <a:cubicBezTo>
                  <a:pt x="1263542" y="-14622"/>
                  <a:pt x="1450704" y="19830"/>
                  <a:pt x="1595493" y="0"/>
                </a:cubicBezTo>
                <a:cubicBezTo>
                  <a:pt x="1740282" y="-19830"/>
                  <a:pt x="1944421" y="34296"/>
                  <a:pt x="2127324" y="0"/>
                </a:cubicBezTo>
                <a:cubicBezTo>
                  <a:pt x="2310227" y="-34296"/>
                  <a:pt x="2720107" y="42667"/>
                  <a:pt x="2954617" y="0"/>
                </a:cubicBezTo>
                <a:cubicBezTo>
                  <a:pt x="2993944" y="218612"/>
                  <a:pt x="2910146" y="348924"/>
                  <a:pt x="2954617" y="466039"/>
                </a:cubicBezTo>
                <a:cubicBezTo>
                  <a:pt x="2999088" y="583154"/>
                  <a:pt x="2943633" y="748681"/>
                  <a:pt x="2954617" y="932078"/>
                </a:cubicBezTo>
                <a:cubicBezTo>
                  <a:pt x="2965601" y="1115475"/>
                  <a:pt x="2939161" y="1270864"/>
                  <a:pt x="2954617" y="1504036"/>
                </a:cubicBezTo>
                <a:cubicBezTo>
                  <a:pt x="2970073" y="1737208"/>
                  <a:pt x="2924549" y="1845027"/>
                  <a:pt x="2954617" y="2118360"/>
                </a:cubicBezTo>
                <a:cubicBezTo>
                  <a:pt x="2670669" y="2178597"/>
                  <a:pt x="2529648" y="2070780"/>
                  <a:pt x="2334147" y="2118360"/>
                </a:cubicBezTo>
                <a:cubicBezTo>
                  <a:pt x="2138646" y="2165940"/>
                  <a:pt x="1946686" y="2058583"/>
                  <a:pt x="1743224" y="2118360"/>
                </a:cubicBezTo>
                <a:cubicBezTo>
                  <a:pt x="1539762" y="2178137"/>
                  <a:pt x="1304112" y="2088159"/>
                  <a:pt x="1152301" y="2118360"/>
                </a:cubicBezTo>
                <a:cubicBezTo>
                  <a:pt x="1000490" y="2148561"/>
                  <a:pt x="742241" y="2059724"/>
                  <a:pt x="590923" y="2118360"/>
                </a:cubicBezTo>
                <a:cubicBezTo>
                  <a:pt x="439605" y="2176996"/>
                  <a:pt x="202503" y="2106617"/>
                  <a:pt x="0" y="2118360"/>
                </a:cubicBezTo>
                <a:cubicBezTo>
                  <a:pt x="-33318" y="1945249"/>
                  <a:pt x="6054" y="1670002"/>
                  <a:pt x="0" y="1546403"/>
                </a:cubicBezTo>
                <a:cubicBezTo>
                  <a:pt x="-6054" y="1422804"/>
                  <a:pt x="33612" y="1197261"/>
                  <a:pt x="0" y="1080364"/>
                </a:cubicBezTo>
                <a:cubicBezTo>
                  <a:pt x="-33612" y="963467"/>
                  <a:pt x="17754" y="767371"/>
                  <a:pt x="0" y="571957"/>
                </a:cubicBezTo>
                <a:cubicBezTo>
                  <a:pt x="-17754" y="376543"/>
                  <a:pt x="43350" y="253841"/>
                  <a:pt x="0" y="0"/>
                </a:cubicBezTo>
                <a:close/>
              </a:path>
            </a:pathLst>
          </a:custGeom>
          <a:noFill/>
          <a:ln w="762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39227038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C9EE7D-B1AD-4EC2-46D6-E3EBE136F9B7}"/>
              </a:ext>
            </a:extLst>
          </p:cNvPr>
          <p:cNvSpPr txBox="1"/>
          <p:nvPr/>
        </p:nvSpPr>
        <p:spPr>
          <a:xfrm>
            <a:off x="8910779" y="2279303"/>
            <a:ext cx="2239101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Many-To-Many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7482AD-EBCF-C965-F785-EA233FF3CFA9}"/>
              </a:ext>
            </a:extLst>
          </p:cNvPr>
          <p:cNvSpPr txBox="1"/>
          <p:nvPr/>
        </p:nvSpPr>
        <p:spPr>
          <a:xfrm rot="20438044">
            <a:off x="8497024" y="5168579"/>
            <a:ext cx="3067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How to handle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Many to many relationships ?</a:t>
            </a:r>
          </a:p>
        </p:txBody>
      </p:sp>
    </p:spTree>
    <p:extLst>
      <p:ext uri="{BB962C8B-B14F-4D97-AF65-F5344CB8AC3E}">
        <p14:creationId xmlns:p14="http://schemas.microsoft.com/office/powerpoint/2010/main" val="3878390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0FD14-3953-49C0-EA46-C5CFD2EA3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4215225-39C2-B278-93A9-89D4151ED0BF}"/>
              </a:ext>
            </a:extLst>
          </p:cNvPr>
          <p:cNvSpPr txBox="1"/>
          <p:nvPr/>
        </p:nvSpPr>
        <p:spPr>
          <a:xfrm>
            <a:off x="3963845" y="484991"/>
            <a:ext cx="4913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To Many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8FC30F-142D-8D95-71D0-FB5C12D26957}"/>
              </a:ext>
            </a:extLst>
          </p:cNvPr>
          <p:cNvSpPr txBox="1"/>
          <p:nvPr/>
        </p:nvSpPr>
        <p:spPr>
          <a:xfrm>
            <a:off x="1794568" y="1727685"/>
            <a:ext cx="8979630" cy="707886"/>
          </a:xfrm>
          <a:custGeom>
            <a:avLst/>
            <a:gdLst>
              <a:gd name="connsiteX0" fmla="*/ 0 w 8979630"/>
              <a:gd name="connsiteY0" fmla="*/ 0 h 707886"/>
              <a:gd name="connsiteX1" fmla="*/ 508846 w 8979630"/>
              <a:gd name="connsiteY1" fmla="*/ 0 h 707886"/>
              <a:gd name="connsiteX2" fmla="*/ 838099 w 8979630"/>
              <a:gd name="connsiteY2" fmla="*/ 0 h 707886"/>
              <a:gd name="connsiteX3" fmla="*/ 1616333 w 8979630"/>
              <a:gd name="connsiteY3" fmla="*/ 0 h 707886"/>
              <a:gd name="connsiteX4" fmla="*/ 2125179 w 8979630"/>
              <a:gd name="connsiteY4" fmla="*/ 0 h 707886"/>
              <a:gd name="connsiteX5" fmla="*/ 2634025 w 8979630"/>
              <a:gd name="connsiteY5" fmla="*/ 0 h 707886"/>
              <a:gd name="connsiteX6" fmla="*/ 3412259 w 8979630"/>
              <a:gd name="connsiteY6" fmla="*/ 0 h 707886"/>
              <a:gd name="connsiteX7" fmla="*/ 3831309 w 8979630"/>
              <a:gd name="connsiteY7" fmla="*/ 0 h 707886"/>
              <a:gd name="connsiteX8" fmla="*/ 4609543 w 8979630"/>
              <a:gd name="connsiteY8" fmla="*/ 0 h 707886"/>
              <a:gd name="connsiteX9" fmla="*/ 5387778 w 8979630"/>
              <a:gd name="connsiteY9" fmla="*/ 0 h 707886"/>
              <a:gd name="connsiteX10" fmla="*/ 5986420 w 8979630"/>
              <a:gd name="connsiteY10" fmla="*/ 0 h 707886"/>
              <a:gd name="connsiteX11" fmla="*/ 6764655 w 8979630"/>
              <a:gd name="connsiteY11" fmla="*/ 0 h 707886"/>
              <a:gd name="connsiteX12" fmla="*/ 7273500 w 8979630"/>
              <a:gd name="connsiteY12" fmla="*/ 0 h 707886"/>
              <a:gd name="connsiteX13" fmla="*/ 7782346 w 8979630"/>
              <a:gd name="connsiteY13" fmla="*/ 0 h 707886"/>
              <a:gd name="connsiteX14" fmla="*/ 8470784 w 8979630"/>
              <a:gd name="connsiteY14" fmla="*/ 0 h 707886"/>
              <a:gd name="connsiteX15" fmla="*/ 8979630 w 8979630"/>
              <a:gd name="connsiteY15" fmla="*/ 0 h 707886"/>
              <a:gd name="connsiteX16" fmla="*/ 8979630 w 8979630"/>
              <a:gd name="connsiteY16" fmla="*/ 368101 h 707886"/>
              <a:gd name="connsiteX17" fmla="*/ 8979630 w 8979630"/>
              <a:gd name="connsiteY17" fmla="*/ 707886 h 707886"/>
              <a:gd name="connsiteX18" fmla="*/ 8291192 w 8979630"/>
              <a:gd name="connsiteY18" fmla="*/ 707886 h 707886"/>
              <a:gd name="connsiteX19" fmla="*/ 7961939 w 8979630"/>
              <a:gd name="connsiteY19" fmla="*/ 707886 h 707886"/>
              <a:gd name="connsiteX20" fmla="*/ 7542889 w 8979630"/>
              <a:gd name="connsiteY20" fmla="*/ 707886 h 707886"/>
              <a:gd name="connsiteX21" fmla="*/ 6764655 w 8979630"/>
              <a:gd name="connsiteY21" fmla="*/ 707886 h 707886"/>
              <a:gd name="connsiteX22" fmla="*/ 6166013 w 8979630"/>
              <a:gd name="connsiteY22" fmla="*/ 707886 h 707886"/>
              <a:gd name="connsiteX23" fmla="*/ 5746963 w 8979630"/>
              <a:gd name="connsiteY23" fmla="*/ 707886 h 707886"/>
              <a:gd name="connsiteX24" fmla="*/ 5148321 w 8979630"/>
              <a:gd name="connsiteY24" fmla="*/ 707886 h 707886"/>
              <a:gd name="connsiteX25" fmla="*/ 4819068 w 8979630"/>
              <a:gd name="connsiteY25" fmla="*/ 707886 h 707886"/>
              <a:gd name="connsiteX26" fmla="*/ 4489815 w 8979630"/>
              <a:gd name="connsiteY26" fmla="*/ 707886 h 707886"/>
              <a:gd name="connsiteX27" fmla="*/ 3891173 w 8979630"/>
              <a:gd name="connsiteY27" fmla="*/ 707886 h 707886"/>
              <a:gd name="connsiteX28" fmla="*/ 3472124 w 8979630"/>
              <a:gd name="connsiteY28" fmla="*/ 707886 h 707886"/>
              <a:gd name="connsiteX29" fmla="*/ 2783685 w 8979630"/>
              <a:gd name="connsiteY29" fmla="*/ 707886 h 707886"/>
              <a:gd name="connsiteX30" fmla="*/ 2364636 w 8979630"/>
              <a:gd name="connsiteY30" fmla="*/ 707886 h 707886"/>
              <a:gd name="connsiteX31" fmla="*/ 1676198 w 8979630"/>
              <a:gd name="connsiteY31" fmla="*/ 707886 h 707886"/>
              <a:gd name="connsiteX32" fmla="*/ 1346945 w 8979630"/>
              <a:gd name="connsiteY32" fmla="*/ 707886 h 707886"/>
              <a:gd name="connsiteX33" fmla="*/ 658506 w 8979630"/>
              <a:gd name="connsiteY33" fmla="*/ 707886 h 707886"/>
              <a:gd name="connsiteX34" fmla="*/ 0 w 8979630"/>
              <a:gd name="connsiteY34" fmla="*/ 707886 h 707886"/>
              <a:gd name="connsiteX35" fmla="*/ 0 w 8979630"/>
              <a:gd name="connsiteY35" fmla="*/ 375180 h 707886"/>
              <a:gd name="connsiteX36" fmla="*/ 0 w 8979630"/>
              <a:gd name="connsiteY36" fmla="*/ 0 h 70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979630" h="707886" extrusionOk="0">
                <a:moveTo>
                  <a:pt x="0" y="0"/>
                </a:moveTo>
                <a:cubicBezTo>
                  <a:pt x="202734" y="-40827"/>
                  <a:pt x="306900" y="11621"/>
                  <a:pt x="508846" y="0"/>
                </a:cubicBezTo>
                <a:cubicBezTo>
                  <a:pt x="710792" y="-11621"/>
                  <a:pt x="770348" y="38561"/>
                  <a:pt x="838099" y="0"/>
                </a:cubicBezTo>
                <a:cubicBezTo>
                  <a:pt x="905850" y="-38561"/>
                  <a:pt x="1305429" y="23549"/>
                  <a:pt x="1616333" y="0"/>
                </a:cubicBezTo>
                <a:cubicBezTo>
                  <a:pt x="1927237" y="-23549"/>
                  <a:pt x="1988018" y="4047"/>
                  <a:pt x="2125179" y="0"/>
                </a:cubicBezTo>
                <a:cubicBezTo>
                  <a:pt x="2262340" y="-4047"/>
                  <a:pt x="2496510" y="24902"/>
                  <a:pt x="2634025" y="0"/>
                </a:cubicBezTo>
                <a:cubicBezTo>
                  <a:pt x="2771540" y="-24902"/>
                  <a:pt x="3241614" y="25659"/>
                  <a:pt x="3412259" y="0"/>
                </a:cubicBezTo>
                <a:cubicBezTo>
                  <a:pt x="3582904" y="-25659"/>
                  <a:pt x="3688189" y="7497"/>
                  <a:pt x="3831309" y="0"/>
                </a:cubicBezTo>
                <a:cubicBezTo>
                  <a:pt x="3974429" y="-7497"/>
                  <a:pt x="4255627" y="16387"/>
                  <a:pt x="4609543" y="0"/>
                </a:cubicBezTo>
                <a:cubicBezTo>
                  <a:pt x="4963459" y="-16387"/>
                  <a:pt x="5165775" y="7842"/>
                  <a:pt x="5387778" y="0"/>
                </a:cubicBezTo>
                <a:cubicBezTo>
                  <a:pt x="5609782" y="-7842"/>
                  <a:pt x="5767524" y="4623"/>
                  <a:pt x="5986420" y="0"/>
                </a:cubicBezTo>
                <a:cubicBezTo>
                  <a:pt x="6205316" y="-4623"/>
                  <a:pt x="6556841" y="24951"/>
                  <a:pt x="6764655" y="0"/>
                </a:cubicBezTo>
                <a:cubicBezTo>
                  <a:pt x="6972470" y="-24951"/>
                  <a:pt x="7070342" y="23171"/>
                  <a:pt x="7273500" y="0"/>
                </a:cubicBezTo>
                <a:cubicBezTo>
                  <a:pt x="7476659" y="-23171"/>
                  <a:pt x="7649373" y="3597"/>
                  <a:pt x="7782346" y="0"/>
                </a:cubicBezTo>
                <a:cubicBezTo>
                  <a:pt x="7915319" y="-3597"/>
                  <a:pt x="8259144" y="36137"/>
                  <a:pt x="8470784" y="0"/>
                </a:cubicBezTo>
                <a:cubicBezTo>
                  <a:pt x="8682424" y="-36137"/>
                  <a:pt x="8760634" y="32577"/>
                  <a:pt x="8979630" y="0"/>
                </a:cubicBezTo>
                <a:cubicBezTo>
                  <a:pt x="8980516" y="114642"/>
                  <a:pt x="8937250" y="246315"/>
                  <a:pt x="8979630" y="368101"/>
                </a:cubicBezTo>
                <a:cubicBezTo>
                  <a:pt x="9022010" y="489887"/>
                  <a:pt x="8942005" y="599132"/>
                  <a:pt x="8979630" y="707886"/>
                </a:cubicBezTo>
                <a:cubicBezTo>
                  <a:pt x="8687460" y="752241"/>
                  <a:pt x="8519149" y="634684"/>
                  <a:pt x="8291192" y="707886"/>
                </a:cubicBezTo>
                <a:cubicBezTo>
                  <a:pt x="8063235" y="781088"/>
                  <a:pt x="8099419" y="693710"/>
                  <a:pt x="7961939" y="707886"/>
                </a:cubicBezTo>
                <a:cubicBezTo>
                  <a:pt x="7824459" y="722062"/>
                  <a:pt x="7629353" y="680255"/>
                  <a:pt x="7542889" y="707886"/>
                </a:cubicBezTo>
                <a:cubicBezTo>
                  <a:pt x="7456425" y="735517"/>
                  <a:pt x="7003963" y="615383"/>
                  <a:pt x="6764655" y="707886"/>
                </a:cubicBezTo>
                <a:cubicBezTo>
                  <a:pt x="6525347" y="800389"/>
                  <a:pt x="6333672" y="701177"/>
                  <a:pt x="6166013" y="707886"/>
                </a:cubicBezTo>
                <a:cubicBezTo>
                  <a:pt x="5998354" y="714595"/>
                  <a:pt x="5935647" y="696069"/>
                  <a:pt x="5746963" y="707886"/>
                </a:cubicBezTo>
                <a:cubicBezTo>
                  <a:pt x="5558279" y="719703"/>
                  <a:pt x="5282886" y="681883"/>
                  <a:pt x="5148321" y="707886"/>
                </a:cubicBezTo>
                <a:cubicBezTo>
                  <a:pt x="5013756" y="733889"/>
                  <a:pt x="4977196" y="701207"/>
                  <a:pt x="4819068" y="707886"/>
                </a:cubicBezTo>
                <a:cubicBezTo>
                  <a:pt x="4660940" y="714565"/>
                  <a:pt x="4598408" y="695637"/>
                  <a:pt x="4489815" y="707886"/>
                </a:cubicBezTo>
                <a:cubicBezTo>
                  <a:pt x="4381222" y="720135"/>
                  <a:pt x="4175450" y="707195"/>
                  <a:pt x="3891173" y="707886"/>
                </a:cubicBezTo>
                <a:cubicBezTo>
                  <a:pt x="3606896" y="708577"/>
                  <a:pt x="3559258" y="694484"/>
                  <a:pt x="3472124" y="707886"/>
                </a:cubicBezTo>
                <a:cubicBezTo>
                  <a:pt x="3384990" y="721288"/>
                  <a:pt x="3064377" y="658551"/>
                  <a:pt x="2783685" y="707886"/>
                </a:cubicBezTo>
                <a:cubicBezTo>
                  <a:pt x="2502993" y="757221"/>
                  <a:pt x="2491882" y="660428"/>
                  <a:pt x="2364636" y="707886"/>
                </a:cubicBezTo>
                <a:cubicBezTo>
                  <a:pt x="2237390" y="755344"/>
                  <a:pt x="1905792" y="682745"/>
                  <a:pt x="1676198" y="707886"/>
                </a:cubicBezTo>
                <a:cubicBezTo>
                  <a:pt x="1446604" y="733027"/>
                  <a:pt x="1418388" y="668619"/>
                  <a:pt x="1346945" y="707886"/>
                </a:cubicBezTo>
                <a:cubicBezTo>
                  <a:pt x="1275502" y="747153"/>
                  <a:pt x="991311" y="632177"/>
                  <a:pt x="658506" y="707886"/>
                </a:cubicBezTo>
                <a:cubicBezTo>
                  <a:pt x="325701" y="783595"/>
                  <a:pt x="157983" y="679716"/>
                  <a:pt x="0" y="707886"/>
                </a:cubicBezTo>
                <a:cubicBezTo>
                  <a:pt x="-17416" y="576105"/>
                  <a:pt x="17434" y="482104"/>
                  <a:pt x="0" y="375180"/>
                </a:cubicBezTo>
                <a:cubicBezTo>
                  <a:pt x="-17434" y="268256"/>
                  <a:pt x="41369" y="95773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000" b="1" noProof="1">
                <a:solidFill>
                  <a:schemeClr val="accent1"/>
                </a:solidFill>
                <a:latin typeface="Consolas" panose="020B0609020204030204" pitchFamily="49" charset="0"/>
              </a:rPr>
              <a:t>Student</a:t>
            </a:r>
            <a:r>
              <a:rPr lang="en-US" sz="2000" noProof="1">
                <a:latin typeface="Consolas" panose="020B0609020204030204" pitchFamily="49" charset="0"/>
              </a:rPr>
              <a:t>.</a:t>
            </a:r>
            <a:r>
              <a:rPr lang="en-US" sz="2000" b="1" noProof="1">
                <a:solidFill>
                  <a:schemeClr val="accent3"/>
                </a:solidFill>
                <a:latin typeface="Consolas" panose="020B0609020204030204" pitchFamily="49" charset="0"/>
              </a:rPr>
              <a:t>belongsToMany</a:t>
            </a:r>
            <a:r>
              <a:rPr lang="en-US" sz="2000" noProof="1">
                <a:latin typeface="Consolas" panose="020B0609020204030204" pitchFamily="49" charset="0"/>
              </a:rPr>
              <a:t>(Course, { through: </a:t>
            </a:r>
            <a:r>
              <a:rPr lang="en-US" sz="2000" b="1" noProof="1">
                <a:solidFill>
                  <a:schemeClr val="accent5"/>
                </a:solidFill>
                <a:latin typeface="Consolas" panose="020B0609020204030204" pitchFamily="49" charset="0"/>
              </a:rPr>
              <a:t>'StudentCourses</a:t>
            </a:r>
            <a:r>
              <a:rPr lang="en-US" sz="2000" noProof="1">
                <a:latin typeface="Consolas" panose="020B0609020204030204" pitchFamily="49" charset="0"/>
              </a:rPr>
              <a:t>' });</a:t>
            </a:r>
          </a:p>
          <a:p>
            <a:r>
              <a:rPr lang="en-US" sz="2000" b="1" noProof="1">
                <a:solidFill>
                  <a:schemeClr val="accent2"/>
                </a:solidFill>
                <a:latin typeface="Consolas" panose="020B0609020204030204" pitchFamily="49" charset="0"/>
              </a:rPr>
              <a:t> Course</a:t>
            </a:r>
            <a:r>
              <a:rPr lang="en-US" sz="2000" noProof="1">
                <a:latin typeface="Consolas" panose="020B0609020204030204" pitchFamily="49" charset="0"/>
              </a:rPr>
              <a:t>.</a:t>
            </a:r>
            <a:r>
              <a:rPr lang="en-US" sz="2000" b="1" noProof="1">
                <a:solidFill>
                  <a:schemeClr val="accent3"/>
                </a:solidFill>
                <a:latin typeface="Consolas" panose="020B0609020204030204" pitchFamily="49" charset="0"/>
              </a:rPr>
              <a:t>belongsToMany</a:t>
            </a:r>
            <a:r>
              <a:rPr lang="en-US" sz="2000" noProof="1">
                <a:latin typeface="Consolas" panose="020B0609020204030204" pitchFamily="49" charset="0"/>
              </a:rPr>
              <a:t>(Student,{ through: </a:t>
            </a:r>
            <a:r>
              <a:rPr lang="en-US" sz="2000" b="1" noProof="1">
                <a:solidFill>
                  <a:schemeClr val="accent5"/>
                </a:solidFill>
                <a:latin typeface="Consolas" panose="020B0609020204030204" pitchFamily="49" charset="0"/>
              </a:rPr>
              <a:t>'StudentCourses</a:t>
            </a:r>
            <a:r>
              <a:rPr lang="en-US" sz="2000" noProof="1">
                <a:latin typeface="Consolas" panose="020B0609020204030204" pitchFamily="49" charset="0"/>
              </a:rPr>
              <a:t>' });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811CC6-9E44-2C66-0C49-6AA91F1FED98}"/>
              </a:ext>
            </a:extLst>
          </p:cNvPr>
          <p:cNvSpPr txBox="1"/>
          <p:nvPr/>
        </p:nvSpPr>
        <p:spPr>
          <a:xfrm>
            <a:off x="9601050" y="4675668"/>
            <a:ext cx="16520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Sequelize automatically creates a </a:t>
            </a:r>
            <a:r>
              <a:rPr lang="en-US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junction table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606904-2AC3-AAC4-859D-23DB8457DA52}"/>
              </a:ext>
            </a:extLst>
          </p:cNvPr>
          <p:cNvSpPr/>
          <p:nvPr/>
        </p:nvSpPr>
        <p:spPr>
          <a:xfrm>
            <a:off x="212387" y="155030"/>
            <a:ext cx="2095838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pic>
        <p:nvPicPr>
          <p:cNvPr id="33" name="Picture 2" descr="Idea - Free technology icons">
            <a:extLst>
              <a:ext uri="{FF2B5EF4-FFF2-40B4-BE49-F238E27FC236}">
                <a16:creationId xmlns:a16="http://schemas.microsoft.com/office/drawing/2014/main" id="{DDFB2A9F-DFD1-8816-9C94-C4090C06D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8919" y="4675668"/>
            <a:ext cx="493711" cy="42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hlinkClick r:id="rId3"/>
            <a:extLst>
              <a:ext uri="{FF2B5EF4-FFF2-40B4-BE49-F238E27FC236}">
                <a16:creationId xmlns:a16="http://schemas.microsoft.com/office/drawing/2014/main" id="{698BFD08-B8E5-94BC-D0D9-6387A5FC7F9E}"/>
              </a:ext>
            </a:extLst>
          </p:cNvPr>
          <p:cNvSpPr txBox="1"/>
          <p:nvPr/>
        </p:nvSpPr>
        <p:spPr>
          <a:xfrm rot="20227977">
            <a:off x="10645508" y="362476"/>
            <a:ext cx="116641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DOC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0D1BCF-8529-9648-1B26-046A6B9ED81A}"/>
              </a:ext>
            </a:extLst>
          </p:cNvPr>
          <p:cNvSpPr txBox="1"/>
          <p:nvPr/>
        </p:nvSpPr>
        <p:spPr>
          <a:xfrm>
            <a:off x="967865" y="1033556"/>
            <a:ext cx="10575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create a Many-To-Many relationship, the </a:t>
            </a:r>
            <a:r>
              <a:rPr lang="en-US" sz="2000" b="1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belongsToMany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used with a </a:t>
            </a:r>
            <a:r>
              <a:rPr lang="en-US" sz="20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junction table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BC14744-F70F-39A9-6FD7-5E403EC6925B}"/>
              </a:ext>
            </a:extLst>
          </p:cNvPr>
          <p:cNvSpPr/>
          <p:nvPr/>
        </p:nvSpPr>
        <p:spPr>
          <a:xfrm>
            <a:off x="1332914" y="3174004"/>
            <a:ext cx="2265970" cy="1017636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900B120-37D5-A9A0-1F76-D2F8E5847428}"/>
              </a:ext>
            </a:extLst>
          </p:cNvPr>
          <p:cNvCxnSpPr>
            <a:cxnSpLocks/>
          </p:cNvCxnSpPr>
          <p:nvPr/>
        </p:nvCxnSpPr>
        <p:spPr>
          <a:xfrm>
            <a:off x="1332914" y="3535689"/>
            <a:ext cx="226597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26CE39A-1C22-F5BC-7719-988C738275F0}"/>
              </a:ext>
            </a:extLst>
          </p:cNvPr>
          <p:cNvSpPr txBox="1"/>
          <p:nvPr/>
        </p:nvSpPr>
        <p:spPr>
          <a:xfrm>
            <a:off x="2004330" y="3166357"/>
            <a:ext cx="937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F1B57F-718C-0FF6-16C9-8AB53BE91230}"/>
              </a:ext>
            </a:extLst>
          </p:cNvPr>
          <p:cNvSpPr txBox="1"/>
          <p:nvPr/>
        </p:nvSpPr>
        <p:spPr>
          <a:xfrm>
            <a:off x="1416234" y="3616243"/>
            <a:ext cx="20278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name	STRING</a:t>
            </a:r>
          </a:p>
          <a:p>
            <a:r>
              <a:rPr lang="en-US" sz="1100" dirty="0"/>
              <a:t>age	INTEGER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ED1804F-E171-957F-E3FA-0E8C1E26C0A9}"/>
              </a:ext>
            </a:extLst>
          </p:cNvPr>
          <p:cNvSpPr/>
          <p:nvPr/>
        </p:nvSpPr>
        <p:spPr>
          <a:xfrm>
            <a:off x="5291621" y="3187044"/>
            <a:ext cx="2265970" cy="1017636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466444-469D-4D7F-8C2A-7F968AC5D4CB}"/>
              </a:ext>
            </a:extLst>
          </p:cNvPr>
          <p:cNvCxnSpPr>
            <a:cxnSpLocks/>
          </p:cNvCxnSpPr>
          <p:nvPr/>
        </p:nvCxnSpPr>
        <p:spPr>
          <a:xfrm>
            <a:off x="5291621" y="3548729"/>
            <a:ext cx="226597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20BD4D2-EAF8-1B00-2846-F0AA3F4D27BC}"/>
              </a:ext>
            </a:extLst>
          </p:cNvPr>
          <p:cNvSpPr txBox="1"/>
          <p:nvPr/>
        </p:nvSpPr>
        <p:spPr>
          <a:xfrm>
            <a:off x="5963037" y="3179397"/>
            <a:ext cx="83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0679E5-A86D-93F1-A6B9-1FD9B61FFF7F}"/>
              </a:ext>
            </a:extLst>
          </p:cNvPr>
          <p:cNvSpPr txBox="1"/>
          <p:nvPr/>
        </p:nvSpPr>
        <p:spPr>
          <a:xfrm>
            <a:off x="5374941" y="3629283"/>
            <a:ext cx="20278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title	STRING</a:t>
            </a:r>
          </a:p>
          <a:p>
            <a:r>
              <a:rPr lang="en-US" sz="1100" dirty="0"/>
              <a:t>credits	INTEGER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20B849F-E0CE-7BCB-F501-9F09E718EC9D}"/>
              </a:ext>
            </a:extLst>
          </p:cNvPr>
          <p:cNvSpPr/>
          <p:nvPr/>
        </p:nvSpPr>
        <p:spPr>
          <a:xfrm>
            <a:off x="3256952" y="4557394"/>
            <a:ext cx="2265970" cy="1017635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57C6448-087B-9A03-2F0A-3449DCC29C5E}"/>
              </a:ext>
            </a:extLst>
          </p:cNvPr>
          <p:cNvCxnSpPr>
            <a:cxnSpLocks/>
          </p:cNvCxnSpPr>
          <p:nvPr/>
        </p:nvCxnSpPr>
        <p:spPr>
          <a:xfrm>
            <a:off x="3256952" y="4919080"/>
            <a:ext cx="226597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28BF2F5-E4C4-C498-5DF0-72772718D152}"/>
              </a:ext>
            </a:extLst>
          </p:cNvPr>
          <p:cNvSpPr txBox="1"/>
          <p:nvPr/>
        </p:nvSpPr>
        <p:spPr>
          <a:xfrm>
            <a:off x="3616388" y="4602517"/>
            <a:ext cx="1591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StudentCourse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E390A1-FE0E-FCFC-ECD6-203630FBC4FB}"/>
              </a:ext>
            </a:extLst>
          </p:cNvPr>
          <p:cNvSpPr txBox="1"/>
          <p:nvPr/>
        </p:nvSpPr>
        <p:spPr>
          <a:xfrm>
            <a:off x="3275215" y="4998834"/>
            <a:ext cx="20278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StudentId</a:t>
            </a:r>
            <a:r>
              <a:rPr lang="en-US" sz="11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(FK to Student)</a:t>
            </a:r>
          </a:p>
          <a:p>
            <a:r>
              <a:rPr lang="en-US" sz="1100" dirty="0" err="1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CourseId</a:t>
            </a:r>
            <a:r>
              <a:rPr lang="en-US" sz="11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(FK to Course)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5957F7F-0CBC-AADC-0BA2-F1F15D47B40F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2430156" y="4189446"/>
            <a:ext cx="845059" cy="102483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766473A-B3C8-265D-0AF5-4EB414BA1714}"/>
              </a:ext>
            </a:extLst>
          </p:cNvPr>
          <p:cNvSpPr txBox="1"/>
          <p:nvPr/>
        </p:nvSpPr>
        <p:spPr>
          <a:xfrm>
            <a:off x="5528756" y="505389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BAD5A42-BF99-A829-CA2C-06EB89E2ED8D}"/>
              </a:ext>
            </a:extLst>
          </p:cNvPr>
          <p:cNvCxnSpPr>
            <a:cxnSpLocks/>
            <a:stCxn id="50" idx="2"/>
          </p:cNvCxnSpPr>
          <p:nvPr/>
        </p:nvCxnSpPr>
        <p:spPr>
          <a:xfrm flipH="1">
            <a:off x="5494886" y="4204680"/>
            <a:ext cx="929720" cy="94784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993B781-99C2-2D24-9615-8B3A2DFD84EA}"/>
              </a:ext>
            </a:extLst>
          </p:cNvPr>
          <p:cNvSpPr txBox="1"/>
          <p:nvPr/>
        </p:nvSpPr>
        <p:spPr>
          <a:xfrm>
            <a:off x="3045984" y="5063198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72EB9F-1DBF-2684-9B66-EBF4078A227C}"/>
              </a:ext>
            </a:extLst>
          </p:cNvPr>
          <p:cNvSpPr txBox="1"/>
          <p:nvPr/>
        </p:nvSpPr>
        <p:spPr>
          <a:xfrm>
            <a:off x="2200925" y="4224703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D6753B-C381-860B-13A2-894C02F71441}"/>
              </a:ext>
            </a:extLst>
          </p:cNvPr>
          <p:cNvSpPr txBox="1"/>
          <p:nvPr/>
        </p:nvSpPr>
        <p:spPr>
          <a:xfrm>
            <a:off x="6402639" y="420468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D0D1ADA-8C62-EF18-43F6-B26DBC94A33D}"/>
              </a:ext>
            </a:extLst>
          </p:cNvPr>
          <p:cNvCxnSpPr>
            <a:cxnSpLocks/>
          </p:cNvCxnSpPr>
          <p:nvPr/>
        </p:nvCxnSpPr>
        <p:spPr>
          <a:xfrm flipH="1">
            <a:off x="6090540" y="5232354"/>
            <a:ext cx="3510510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331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F861-F171-BA95-5A4F-9F57AFF8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181C94DD-0409-4D53-00CA-1F3D2032D4C3}"/>
              </a:ext>
            </a:extLst>
          </p:cNvPr>
          <p:cNvSpPr txBox="1"/>
          <p:nvPr/>
        </p:nvSpPr>
        <p:spPr>
          <a:xfrm>
            <a:off x="3891224" y="322764"/>
            <a:ext cx="4913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To Many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B38A8-AB8D-3E18-83DC-CD7437336922}"/>
              </a:ext>
            </a:extLst>
          </p:cNvPr>
          <p:cNvSpPr txBox="1"/>
          <p:nvPr/>
        </p:nvSpPr>
        <p:spPr>
          <a:xfrm>
            <a:off x="1843260" y="869415"/>
            <a:ext cx="83602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junction table can also be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manually created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if specific  extra fields needed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CDCC6E-CDF2-C5D5-F02A-D7E5959A5327}"/>
              </a:ext>
            </a:extLst>
          </p:cNvPr>
          <p:cNvSpPr txBox="1"/>
          <p:nvPr/>
        </p:nvSpPr>
        <p:spPr>
          <a:xfrm>
            <a:off x="1967085" y="3221680"/>
            <a:ext cx="7992354" cy="707886"/>
          </a:xfrm>
          <a:custGeom>
            <a:avLst/>
            <a:gdLst>
              <a:gd name="connsiteX0" fmla="*/ 0 w 7992354"/>
              <a:gd name="connsiteY0" fmla="*/ 0 h 707886"/>
              <a:gd name="connsiteX1" fmla="*/ 490959 w 7992354"/>
              <a:gd name="connsiteY1" fmla="*/ 0 h 707886"/>
              <a:gd name="connsiteX2" fmla="*/ 822071 w 7992354"/>
              <a:gd name="connsiteY2" fmla="*/ 0 h 707886"/>
              <a:gd name="connsiteX3" fmla="*/ 1552800 w 7992354"/>
              <a:gd name="connsiteY3" fmla="*/ 0 h 707886"/>
              <a:gd name="connsiteX4" fmla="*/ 2043759 w 7992354"/>
              <a:gd name="connsiteY4" fmla="*/ 0 h 707886"/>
              <a:gd name="connsiteX5" fmla="*/ 2534718 w 7992354"/>
              <a:gd name="connsiteY5" fmla="*/ 0 h 707886"/>
              <a:gd name="connsiteX6" fmla="*/ 3265447 w 7992354"/>
              <a:gd name="connsiteY6" fmla="*/ 0 h 707886"/>
              <a:gd name="connsiteX7" fmla="*/ 3676483 w 7992354"/>
              <a:gd name="connsiteY7" fmla="*/ 0 h 707886"/>
              <a:gd name="connsiteX8" fmla="*/ 4407212 w 7992354"/>
              <a:gd name="connsiteY8" fmla="*/ 0 h 707886"/>
              <a:gd name="connsiteX9" fmla="*/ 5137942 w 7992354"/>
              <a:gd name="connsiteY9" fmla="*/ 0 h 707886"/>
              <a:gd name="connsiteX10" fmla="*/ 5708824 w 7992354"/>
              <a:gd name="connsiteY10" fmla="*/ 0 h 707886"/>
              <a:gd name="connsiteX11" fmla="*/ 6439554 w 7992354"/>
              <a:gd name="connsiteY11" fmla="*/ 0 h 707886"/>
              <a:gd name="connsiteX12" fmla="*/ 6930513 w 7992354"/>
              <a:gd name="connsiteY12" fmla="*/ 0 h 707886"/>
              <a:gd name="connsiteX13" fmla="*/ 7421472 w 7992354"/>
              <a:gd name="connsiteY13" fmla="*/ 0 h 707886"/>
              <a:gd name="connsiteX14" fmla="*/ 7992354 w 7992354"/>
              <a:gd name="connsiteY14" fmla="*/ 0 h 707886"/>
              <a:gd name="connsiteX15" fmla="*/ 7992354 w 7992354"/>
              <a:gd name="connsiteY15" fmla="*/ 346864 h 707886"/>
              <a:gd name="connsiteX16" fmla="*/ 7992354 w 7992354"/>
              <a:gd name="connsiteY16" fmla="*/ 707886 h 707886"/>
              <a:gd name="connsiteX17" fmla="*/ 7341548 w 7992354"/>
              <a:gd name="connsiteY17" fmla="*/ 707886 h 707886"/>
              <a:gd name="connsiteX18" fmla="*/ 6770666 w 7992354"/>
              <a:gd name="connsiteY18" fmla="*/ 707886 h 707886"/>
              <a:gd name="connsiteX19" fmla="*/ 6439554 w 7992354"/>
              <a:gd name="connsiteY19" fmla="*/ 707886 h 707886"/>
              <a:gd name="connsiteX20" fmla="*/ 6028518 w 7992354"/>
              <a:gd name="connsiteY20" fmla="*/ 707886 h 707886"/>
              <a:gd name="connsiteX21" fmla="*/ 5297789 w 7992354"/>
              <a:gd name="connsiteY21" fmla="*/ 707886 h 707886"/>
              <a:gd name="connsiteX22" fmla="*/ 4726907 w 7992354"/>
              <a:gd name="connsiteY22" fmla="*/ 707886 h 707886"/>
              <a:gd name="connsiteX23" fmla="*/ 4315871 w 7992354"/>
              <a:gd name="connsiteY23" fmla="*/ 707886 h 707886"/>
              <a:gd name="connsiteX24" fmla="*/ 3744989 w 7992354"/>
              <a:gd name="connsiteY24" fmla="*/ 707886 h 707886"/>
              <a:gd name="connsiteX25" fmla="*/ 3413877 w 7992354"/>
              <a:gd name="connsiteY25" fmla="*/ 707886 h 707886"/>
              <a:gd name="connsiteX26" fmla="*/ 3082765 w 7992354"/>
              <a:gd name="connsiteY26" fmla="*/ 707886 h 707886"/>
              <a:gd name="connsiteX27" fmla="*/ 2511883 w 7992354"/>
              <a:gd name="connsiteY27" fmla="*/ 707886 h 707886"/>
              <a:gd name="connsiteX28" fmla="*/ 2100847 w 7992354"/>
              <a:gd name="connsiteY28" fmla="*/ 707886 h 707886"/>
              <a:gd name="connsiteX29" fmla="*/ 1450041 w 7992354"/>
              <a:gd name="connsiteY29" fmla="*/ 707886 h 707886"/>
              <a:gd name="connsiteX30" fmla="*/ 1039006 w 7992354"/>
              <a:gd name="connsiteY30" fmla="*/ 707886 h 707886"/>
              <a:gd name="connsiteX31" fmla="*/ 0 w 7992354"/>
              <a:gd name="connsiteY31" fmla="*/ 707886 h 707886"/>
              <a:gd name="connsiteX32" fmla="*/ 0 w 7992354"/>
              <a:gd name="connsiteY32" fmla="*/ 375180 h 707886"/>
              <a:gd name="connsiteX33" fmla="*/ 0 w 7992354"/>
              <a:gd name="connsiteY33" fmla="*/ 0 h 70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992354" h="707886" extrusionOk="0">
                <a:moveTo>
                  <a:pt x="0" y="0"/>
                </a:moveTo>
                <a:cubicBezTo>
                  <a:pt x="164259" y="-17151"/>
                  <a:pt x="330545" y="23496"/>
                  <a:pt x="490959" y="0"/>
                </a:cubicBezTo>
                <a:cubicBezTo>
                  <a:pt x="651373" y="-23496"/>
                  <a:pt x="661242" y="981"/>
                  <a:pt x="822071" y="0"/>
                </a:cubicBezTo>
                <a:cubicBezTo>
                  <a:pt x="982900" y="-981"/>
                  <a:pt x="1310890" y="51945"/>
                  <a:pt x="1552800" y="0"/>
                </a:cubicBezTo>
                <a:cubicBezTo>
                  <a:pt x="1794710" y="-51945"/>
                  <a:pt x="1858322" y="26184"/>
                  <a:pt x="2043759" y="0"/>
                </a:cubicBezTo>
                <a:cubicBezTo>
                  <a:pt x="2229196" y="-26184"/>
                  <a:pt x="2366913" y="39949"/>
                  <a:pt x="2534718" y="0"/>
                </a:cubicBezTo>
                <a:cubicBezTo>
                  <a:pt x="2702523" y="-39949"/>
                  <a:pt x="3084261" y="20984"/>
                  <a:pt x="3265447" y="0"/>
                </a:cubicBezTo>
                <a:cubicBezTo>
                  <a:pt x="3446633" y="-20984"/>
                  <a:pt x="3594159" y="17526"/>
                  <a:pt x="3676483" y="0"/>
                </a:cubicBezTo>
                <a:cubicBezTo>
                  <a:pt x="3758807" y="-17526"/>
                  <a:pt x="4125915" y="11052"/>
                  <a:pt x="4407212" y="0"/>
                </a:cubicBezTo>
                <a:cubicBezTo>
                  <a:pt x="4688509" y="-11052"/>
                  <a:pt x="4778902" y="19337"/>
                  <a:pt x="5137942" y="0"/>
                </a:cubicBezTo>
                <a:cubicBezTo>
                  <a:pt x="5496982" y="-19337"/>
                  <a:pt x="5448361" y="47358"/>
                  <a:pt x="5708824" y="0"/>
                </a:cubicBezTo>
                <a:cubicBezTo>
                  <a:pt x="5969287" y="-47358"/>
                  <a:pt x="6279692" y="64149"/>
                  <a:pt x="6439554" y="0"/>
                </a:cubicBezTo>
                <a:cubicBezTo>
                  <a:pt x="6599416" y="-64149"/>
                  <a:pt x="6825611" y="40384"/>
                  <a:pt x="6930513" y="0"/>
                </a:cubicBezTo>
                <a:cubicBezTo>
                  <a:pt x="7035415" y="-40384"/>
                  <a:pt x="7320978" y="42190"/>
                  <a:pt x="7421472" y="0"/>
                </a:cubicBezTo>
                <a:cubicBezTo>
                  <a:pt x="7521966" y="-42190"/>
                  <a:pt x="7773799" y="10779"/>
                  <a:pt x="7992354" y="0"/>
                </a:cubicBezTo>
                <a:cubicBezTo>
                  <a:pt x="8002445" y="165620"/>
                  <a:pt x="7975425" y="238179"/>
                  <a:pt x="7992354" y="346864"/>
                </a:cubicBezTo>
                <a:cubicBezTo>
                  <a:pt x="8009283" y="455549"/>
                  <a:pt x="7969329" y="587594"/>
                  <a:pt x="7992354" y="707886"/>
                </a:cubicBezTo>
                <a:cubicBezTo>
                  <a:pt x="7706007" y="763030"/>
                  <a:pt x="7604541" y="701084"/>
                  <a:pt x="7341548" y="707886"/>
                </a:cubicBezTo>
                <a:cubicBezTo>
                  <a:pt x="7078555" y="714688"/>
                  <a:pt x="7001413" y="701382"/>
                  <a:pt x="6770666" y="707886"/>
                </a:cubicBezTo>
                <a:cubicBezTo>
                  <a:pt x="6539919" y="714390"/>
                  <a:pt x="6574362" y="687111"/>
                  <a:pt x="6439554" y="707886"/>
                </a:cubicBezTo>
                <a:cubicBezTo>
                  <a:pt x="6304746" y="728661"/>
                  <a:pt x="6203756" y="700999"/>
                  <a:pt x="6028518" y="707886"/>
                </a:cubicBezTo>
                <a:cubicBezTo>
                  <a:pt x="5853280" y="714773"/>
                  <a:pt x="5450161" y="677502"/>
                  <a:pt x="5297789" y="707886"/>
                </a:cubicBezTo>
                <a:cubicBezTo>
                  <a:pt x="5145417" y="738270"/>
                  <a:pt x="4923676" y="658457"/>
                  <a:pt x="4726907" y="707886"/>
                </a:cubicBezTo>
                <a:cubicBezTo>
                  <a:pt x="4530138" y="757315"/>
                  <a:pt x="4398167" y="662165"/>
                  <a:pt x="4315871" y="707886"/>
                </a:cubicBezTo>
                <a:cubicBezTo>
                  <a:pt x="4233575" y="753607"/>
                  <a:pt x="3905541" y="704760"/>
                  <a:pt x="3744989" y="707886"/>
                </a:cubicBezTo>
                <a:cubicBezTo>
                  <a:pt x="3584437" y="711012"/>
                  <a:pt x="3495295" y="675917"/>
                  <a:pt x="3413877" y="707886"/>
                </a:cubicBezTo>
                <a:cubicBezTo>
                  <a:pt x="3332459" y="739855"/>
                  <a:pt x="3162958" y="694454"/>
                  <a:pt x="3082765" y="707886"/>
                </a:cubicBezTo>
                <a:cubicBezTo>
                  <a:pt x="3002572" y="721318"/>
                  <a:pt x="2639909" y="658553"/>
                  <a:pt x="2511883" y="707886"/>
                </a:cubicBezTo>
                <a:cubicBezTo>
                  <a:pt x="2383857" y="757219"/>
                  <a:pt x="2266990" y="685876"/>
                  <a:pt x="2100847" y="707886"/>
                </a:cubicBezTo>
                <a:cubicBezTo>
                  <a:pt x="1934704" y="729896"/>
                  <a:pt x="1740302" y="688289"/>
                  <a:pt x="1450041" y="707886"/>
                </a:cubicBezTo>
                <a:cubicBezTo>
                  <a:pt x="1159780" y="727483"/>
                  <a:pt x="1168836" y="669221"/>
                  <a:pt x="1039006" y="707886"/>
                </a:cubicBezTo>
                <a:cubicBezTo>
                  <a:pt x="909176" y="746551"/>
                  <a:pt x="482219" y="707836"/>
                  <a:pt x="0" y="707886"/>
                </a:cubicBezTo>
                <a:cubicBezTo>
                  <a:pt x="-37100" y="544759"/>
                  <a:pt x="34170" y="531787"/>
                  <a:pt x="0" y="375180"/>
                </a:cubicBezTo>
                <a:cubicBezTo>
                  <a:pt x="-34170" y="218573"/>
                  <a:pt x="22345" y="18400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Student.</a:t>
            </a:r>
            <a:r>
              <a:rPr lang="en-US" sz="2000" b="1" noProof="1">
                <a:solidFill>
                  <a:schemeClr val="accent3"/>
                </a:solidFill>
                <a:latin typeface="Consolas" panose="020B0609020204030204" pitchFamily="49" charset="0"/>
              </a:rPr>
              <a:t>belongsToMany</a:t>
            </a:r>
            <a:r>
              <a:rPr lang="en-US" sz="2000" noProof="1">
                <a:latin typeface="Consolas" panose="020B0609020204030204" pitchFamily="49" charset="0"/>
              </a:rPr>
              <a:t>(Course, { through: </a:t>
            </a:r>
            <a:r>
              <a:rPr lang="en-US" sz="2000" b="1" dirty="0">
                <a:solidFill>
                  <a:schemeClr val="accent5"/>
                </a:solidFill>
                <a:latin typeface="Consolas" panose="020B0609020204030204" pitchFamily="49" charset="0"/>
              </a:rPr>
              <a:t>Enrollment</a:t>
            </a:r>
            <a:r>
              <a:rPr lang="en-US" sz="2000" noProof="1">
                <a:latin typeface="Consolas" panose="020B0609020204030204" pitchFamily="49" charset="0"/>
              </a:rPr>
              <a:t> });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Course.</a:t>
            </a:r>
            <a:r>
              <a:rPr lang="en-US" sz="2000" b="1" noProof="1">
                <a:solidFill>
                  <a:schemeClr val="accent3"/>
                </a:solidFill>
                <a:latin typeface="Consolas" panose="020B0609020204030204" pitchFamily="49" charset="0"/>
              </a:rPr>
              <a:t>belongsToMany</a:t>
            </a:r>
            <a:r>
              <a:rPr lang="en-US" sz="2000" noProof="1">
                <a:latin typeface="Consolas" panose="020B0609020204030204" pitchFamily="49" charset="0"/>
              </a:rPr>
              <a:t>(Student, { through: </a:t>
            </a:r>
            <a:r>
              <a:rPr lang="en-US" sz="2000" b="1" dirty="0">
                <a:solidFill>
                  <a:schemeClr val="accent5"/>
                </a:solidFill>
                <a:latin typeface="Consolas" panose="020B0609020204030204" pitchFamily="49" charset="0"/>
              </a:rPr>
              <a:t>Enrollment</a:t>
            </a:r>
            <a:r>
              <a:rPr lang="en-US" sz="2000" noProof="1">
                <a:latin typeface="Consolas" panose="020B0609020204030204" pitchFamily="49" charset="0"/>
              </a:rPr>
              <a:t> });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6EA510-B6B9-F7C0-8B38-95A721661205}"/>
              </a:ext>
            </a:extLst>
          </p:cNvPr>
          <p:cNvSpPr/>
          <p:nvPr/>
        </p:nvSpPr>
        <p:spPr>
          <a:xfrm>
            <a:off x="212387" y="155030"/>
            <a:ext cx="2095838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34" name="TextBox 33">
            <a:hlinkClick r:id="rId2"/>
            <a:extLst>
              <a:ext uri="{FF2B5EF4-FFF2-40B4-BE49-F238E27FC236}">
                <a16:creationId xmlns:a16="http://schemas.microsoft.com/office/drawing/2014/main" id="{F5C9E231-807C-9AED-828C-1E25D7665523}"/>
              </a:ext>
            </a:extLst>
          </p:cNvPr>
          <p:cNvSpPr txBox="1"/>
          <p:nvPr/>
        </p:nvSpPr>
        <p:spPr>
          <a:xfrm rot="20227977">
            <a:off x="10645508" y="362476"/>
            <a:ext cx="116641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DOC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E470DB-8528-8A3D-B373-AE1E3E0A35CF}"/>
              </a:ext>
            </a:extLst>
          </p:cNvPr>
          <p:cNvSpPr txBox="1"/>
          <p:nvPr/>
        </p:nvSpPr>
        <p:spPr>
          <a:xfrm>
            <a:off x="1898563" y="1373072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/models/enrollment.js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AB63A1-FF1B-6C84-3FB9-88F468866114}"/>
              </a:ext>
            </a:extLst>
          </p:cNvPr>
          <p:cNvSpPr txBox="1"/>
          <p:nvPr/>
        </p:nvSpPr>
        <p:spPr>
          <a:xfrm>
            <a:off x="2030458" y="1639757"/>
            <a:ext cx="8000452" cy="1200329"/>
          </a:xfrm>
          <a:custGeom>
            <a:avLst/>
            <a:gdLst>
              <a:gd name="connsiteX0" fmla="*/ 0 w 8000452"/>
              <a:gd name="connsiteY0" fmla="*/ 0 h 1200329"/>
              <a:gd name="connsiteX1" fmla="*/ 826713 w 8000452"/>
              <a:gd name="connsiteY1" fmla="*/ 0 h 1200329"/>
              <a:gd name="connsiteX2" fmla="*/ 1573422 w 8000452"/>
              <a:gd name="connsiteY2" fmla="*/ 0 h 1200329"/>
              <a:gd name="connsiteX3" fmla="*/ 2400136 w 8000452"/>
              <a:gd name="connsiteY3" fmla="*/ 0 h 1200329"/>
              <a:gd name="connsiteX4" fmla="*/ 2986835 w 8000452"/>
              <a:gd name="connsiteY4" fmla="*/ 0 h 1200329"/>
              <a:gd name="connsiteX5" fmla="*/ 3653540 w 8000452"/>
              <a:gd name="connsiteY5" fmla="*/ 0 h 1200329"/>
              <a:gd name="connsiteX6" fmla="*/ 4160235 w 8000452"/>
              <a:gd name="connsiteY6" fmla="*/ 0 h 1200329"/>
              <a:gd name="connsiteX7" fmla="*/ 4906944 w 8000452"/>
              <a:gd name="connsiteY7" fmla="*/ 0 h 1200329"/>
              <a:gd name="connsiteX8" fmla="*/ 5573648 w 8000452"/>
              <a:gd name="connsiteY8" fmla="*/ 0 h 1200329"/>
              <a:gd name="connsiteX9" fmla="*/ 6400362 w 8000452"/>
              <a:gd name="connsiteY9" fmla="*/ 0 h 1200329"/>
              <a:gd name="connsiteX10" fmla="*/ 7147070 w 8000452"/>
              <a:gd name="connsiteY10" fmla="*/ 0 h 1200329"/>
              <a:gd name="connsiteX11" fmla="*/ 8000452 w 8000452"/>
              <a:gd name="connsiteY11" fmla="*/ 0 h 1200329"/>
              <a:gd name="connsiteX12" fmla="*/ 8000452 w 8000452"/>
              <a:gd name="connsiteY12" fmla="*/ 624171 h 1200329"/>
              <a:gd name="connsiteX13" fmla="*/ 8000452 w 8000452"/>
              <a:gd name="connsiteY13" fmla="*/ 1200329 h 1200329"/>
              <a:gd name="connsiteX14" fmla="*/ 7573761 w 8000452"/>
              <a:gd name="connsiteY14" fmla="*/ 1200329 h 1200329"/>
              <a:gd name="connsiteX15" fmla="*/ 7147070 w 8000452"/>
              <a:gd name="connsiteY15" fmla="*/ 1200329 h 1200329"/>
              <a:gd name="connsiteX16" fmla="*/ 6320357 w 8000452"/>
              <a:gd name="connsiteY16" fmla="*/ 1200329 h 1200329"/>
              <a:gd name="connsiteX17" fmla="*/ 5813662 w 8000452"/>
              <a:gd name="connsiteY17" fmla="*/ 1200329 h 1200329"/>
              <a:gd name="connsiteX18" fmla="*/ 5226962 w 8000452"/>
              <a:gd name="connsiteY18" fmla="*/ 1200329 h 1200329"/>
              <a:gd name="connsiteX19" fmla="*/ 4720267 w 8000452"/>
              <a:gd name="connsiteY19" fmla="*/ 1200329 h 1200329"/>
              <a:gd name="connsiteX20" fmla="*/ 4053562 w 8000452"/>
              <a:gd name="connsiteY20" fmla="*/ 1200329 h 1200329"/>
              <a:gd name="connsiteX21" fmla="*/ 3306853 w 8000452"/>
              <a:gd name="connsiteY21" fmla="*/ 1200329 h 1200329"/>
              <a:gd name="connsiteX22" fmla="*/ 2880163 w 8000452"/>
              <a:gd name="connsiteY22" fmla="*/ 1200329 h 1200329"/>
              <a:gd name="connsiteX23" fmla="*/ 2213458 w 8000452"/>
              <a:gd name="connsiteY23" fmla="*/ 1200329 h 1200329"/>
              <a:gd name="connsiteX24" fmla="*/ 1786768 w 8000452"/>
              <a:gd name="connsiteY24" fmla="*/ 1200329 h 1200329"/>
              <a:gd name="connsiteX25" fmla="*/ 960054 w 8000452"/>
              <a:gd name="connsiteY25" fmla="*/ 1200329 h 1200329"/>
              <a:gd name="connsiteX26" fmla="*/ 0 w 8000452"/>
              <a:gd name="connsiteY26" fmla="*/ 1200329 h 1200329"/>
              <a:gd name="connsiteX27" fmla="*/ 0 w 8000452"/>
              <a:gd name="connsiteY27" fmla="*/ 612168 h 1200329"/>
              <a:gd name="connsiteX28" fmla="*/ 0 w 8000452"/>
              <a:gd name="connsiteY28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000452" h="1200329" extrusionOk="0">
                <a:moveTo>
                  <a:pt x="0" y="0"/>
                </a:moveTo>
                <a:cubicBezTo>
                  <a:pt x="190228" y="-1385"/>
                  <a:pt x="560797" y="9993"/>
                  <a:pt x="826713" y="0"/>
                </a:cubicBezTo>
                <a:cubicBezTo>
                  <a:pt x="1092629" y="-9993"/>
                  <a:pt x="1312413" y="-22258"/>
                  <a:pt x="1573422" y="0"/>
                </a:cubicBezTo>
                <a:cubicBezTo>
                  <a:pt x="1834431" y="22258"/>
                  <a:pt x="2165031" y="-33396"/>
                  <a:pt x="2400136" y="0"/>
                </a:cubicBezTo>
                <a:cubicBezTo>
                  <a:pt x="2635241" y="33396"/>
                  <a:pt x="2772053" y="-14757"/>
                  <a:pt x="2986835" y="0"/>
                </a:cubicBezTo>
                <a:cubicBezTo>
                  <a:pt x="3201617" y="14757"/>
                  <a:pt x="3479200" y="9798"/>
                  <a:pt x="3653540" y="0"/>
                </a:cubicBezTo>
                <a:cubicBezTo>
                  <a:pt x="3827880" y="-9798"/>
                  <a:pt x="3990417" y="-7216"/>
                  <a:pt x="4160235" y="0"/>
                </a:cubicBezTo>
                <a:cubicBezTo>
                  <a:pt x="4330053" y="7216"/>
                  <a:pt x="4650581" y="32668"/>
                  <a:pt x="4906944" y="0"/>
                </a:cubicBezTo>
                <a:cubicBezTo>
                  <a:pt x="5163307" y="-32668"/>
                  <a:pt x="5340295" y="-29990"/>
                  <a:pt x="5573648" y="0"/>
                </a:cubicBezTo>
                <a:cubicBezTo>
                  <a:pt x="5807001" y="29990"/>
                  <a:pt x="6180070" y="27169"/>
                  <a:pt x="6400362" y="0"/>
                </a:cubicBezTo>
                <a:cubicBezTo>
                  <a:pt x="6620654" y="-27169"/>
                  <a:pt x="6920580" y="35412"/>
                  <a:pt x="7147070" y="0"/>
                </a:cubicBezTo>
                <a:cubicBezTo>
                  <a:pt x="7373560" y="-35412"/>
                  <a:pt x="7732440" y="-27467"/>
                  <a:pt x="8000452" y="0"/>
                </a:cubicBezTo>
                <a:cubicBezTo>
                  <a:pt x="7994350" y="250357"/>
                  <a:pt x="7983554" y="393383"/>
                  <a:pt x="8000452" y="624171"/>
                </a:cubicBezTo>
                <a:cubicBezTo>
                  <a:pt x="8017350" y="854959"/>
                  <a:pt x="7985894" y="943555"/>
                  <a:pt x="8000452" y="1200329"/>
                </a:cubicBezTo>
                <a:cubicBezTo>
                  <a:pt x="7839056" y="1200125"/>
                  <a:pt x="7777538" y="1194664"/>
                  <a:pt x="7573761" y="1200329"/>
                </a:cubicBezTo>
                <a:cubicBezTo>
                  <a:pt x="7369984" y="1205994"/>
                  <a:pt x="7302931" y="1189696"/>
                  <a:pt x="7147070" y="1200329"/>
                </a:cubicBezTo>
                <a:cubicBezTo>
                  <a:pt x="6991209" y="1210962"/>
                  <a:pt x="6619277" y="1217688"/>
                  <a:pt x="6320357" y="1200329"/>
                </a:cubicBezTo>
                <a:cubicBezTo>
                  <a:pt x="6021437" y="1182970"/>
                  <a:pt x="5987845" y="1185632"/>
                  <a:pt x="5813662" y="1200329"/>
                </a:cubicBezTo>
                <a:cubicBezTo>
                  <a:pt x="5639479" y="1215026"/>
                  <a:pt x="5496093" y="1223750"/>
                  <a:pt x="5226962" y="1200329"/>
                </a:cubicBezTo>
                <a:cubicBezTo>
                  <a:pt x="4957831" y="1176908"/>
                  <a:pt x="4965284" y="1211511"/>
                  <a:pt x="4720267" y="1200329"/>
                </a:cubicBezTo>
                <a:cubicBezTo>
                  <a:pt x="4475250" y="1189147"/>
                  <a:pt x="4301375" y="1233410"/>
                  <a:pt x="4053562" y="1200329"/>
                </a:cubicBezTo>
                <a:cubicBezTo>
                  <a:pt x="3805749" y="1167248"/>
                  <a:pt x="3546544" y="1179786"/>
                  <a:pt x="3306853" y="1200329"/>
                </a:cubicBezTo>
                <a:cubicBezTo>
                  <a:pt x="3067162" y="1220872"/>
                  <a:pt x="3061303" y="1197493"/>
                  <a:pt x="2880163" y="1200329"/>
                </a:cubicBezTo>
                <a:cubicBezTo>
                  <a:pt x="2699023" y="1203166"/>
                  <a:pt x="2386745" y="1218699"/>
                  <a:pt x="2213458" y="1200329"/>
                </a:cubicBezTo>
                <a:cubicBezTo>
                  <a:pt x="2040171" y="1181959"/>
                  <a:pt x="1914988" y="1218886"/>
                  <a:pt x="1786768" y="1200329"/>
                </a:cubicBezTo>
                <a:cubicBezTo>
                  <a:pt x="1658548" y="1181773"/>
                  <a:pt x="1188873" y="1227554"/>
                  <a:pt x="960054" y="1200329"/>
                </a:cubicBezTo>
                <a:cubicBezTo>
                  <a:pt x="731235" y="1173104"/>
                  <a:pt x="455338" y="1165972"/>
                  <a:pt x="0" y="1200329"/>
                </a:cubicBezTo>
                <a:cubicBezTo>
                  <a:pt x="20818" y="1069423"/>
                  <a:pt x="2236" y="793170"/>
                  <a:pt x="0" y="612168"/>
                </a:cubicBezTo>
                <a:cubicBezTo>
                  <a:pt x="-2236" y="431166"/>
                  <a:pt x="20236" y="269197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b="1" dirty="0">
                <a:solidFill>
                  <a:schemeClr val="accent5"/>
                </a:solidFill>
                <a:latin typeface="Consolas" panose="020B0609020204030204" pitchFamily="49" charset="0"/>
              </a:rPr>
              <a:t>Enrollment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rgbClr val="FF66CC"/>
                </a:solidFill>
                <a:latin typeface="Consolas" panose="020B0609020204030204" pitchFamily="49" charset="0"/>
              </a:rPr>
              <a:t>sequelize</a:t>
            </a:r>
            <a:r>
              <a:rPr lang="en-US" dirty="0" err="1">
                <a:latin typeface="Consolas" panose="020B0609020204030204" pitchFamily="49" charset="0"/>
              </a:rPr>
              <a:t>.define</a:t>
            </a:r>
            <a:r>
              <a:rPr lang="en-US" dirty="0">
                <a:latin typeface="Consolas" panose="020B0609020204030204" pitchFamily="49" charset="0"/>
              </a:rPr>
              <a:t>(Enrollment', {</a:t>
            </a:r>
          </a:p>
          <a:p>
            <a:r>
              <a:rPr lang="en-US" dirty="0">
                <a:latin typeface="Consolas" panose="020B0609020204030204" pitchFamily="49" charset="0"/>
              </a:rPr>
              <a:t> 	grade: </a:t>
            </a:r>
            <a:r>
              <a:rPr lang="en-US" dirty="0" err="1">
                <a:latin typeface="Consolas" panose="020B0609020204030204" pitchFamily="49" charset="0"/>
              </a:rPr>
              <a:t>DataTypes.STRING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latin typeface="Consolas" panose="020B0609020204030204" pitchFamily="49" charset="0"/>
              </a:rPr>
              <a:t>    	</a:t>
            </a:r>
            <a:r>
              <a:rPr lang="en-US" dirty="0" err="1">
                <a:latin typeface="Consolas" panose="020B0609020204030204" pitchFamily="49" charset="0"/>
              </a:rPr>
              <a:t>enrolledAt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</a:rPr>
              <a:t>DataTypes.DATE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});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60DA48-79E7-15B5-8938-04B06C8ACAA2}"/>
              </a:ext>
            </a:extLst>
          </p:cNvPr>
          <p:cNvSpPr txBox="1"/>
          <p:nvPr/>
        </p:nvSpPr>
        <p:spPr>
          <a:xfrm>
            <a:off x="1843260" y="2957998"/>
            <a:ext cx="1659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/models/àssociations.js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B84BEF-3DB3-F675-C84C-B5CF2FB4D1FF}"/>
              </a:ext>
            </a:extLst>
          </p:cNvPr>
          <p:cNvSpPr/>
          <p:nvPr/>
        </p:nvSpPr>
        <p:spPr>
          <a:xfrm>
            <a:off x="2728111" y="4294810"/>
            <a:ext cx="2265970" cy="1017636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C6BEE-53E8-560E-F878-EDE1F025913A}"/>
              </a:ext>
            </a:extLst>
          </p:cNvPr>
          <p:cNvCxnSpPr>
            <a:cxnSpLocks/>
          </p:cNvCxnSpPr>
          <p:nvPr/>
        </p:nvCxnSpPr>
        <p:spPr>
          <a:xfrm>
            <a:off x="2728111" y="4656495"/>
            <a:ext cx="226597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8F0FA55-D4E3-E759-93D0-4530C0CE658A}"/>
              </a:ext>
            </a:extLst>
          </p:cNvPr>
          <p:cNvSpPr txBox="1"/>
          <p:nvPr/>
        </p:nvSpPr>
        <p:spPr>
          <a:xfrm>
            <a:off x="3399527" y="4287163"/>
            <a:ext cx="937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11FDF7-0321-AD71-78DC-D43127C2D9B4}"/>
              </a:ext>
            </a:extLst>
          </p:cNvPr>
          <p:cNvSpPr txBox="1"/>
          <p:nvPr/>
        </p:nvSpPr>
        <p:spPr>
          <a:xfrm>
            <a:off x="2811431" y="4737049"/>
            <a:ext cx="20278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name	STRING</a:t>
            </a:r>
          </a:p>
          <a:p>
            <a:r>
              <a:rPr lang="en-US" sz="1100" dirty="0"/>
              <a:t>age	INTEGER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EE51C6-CC80-18A5-E9DF-6D6A49C11F5C}"/>
              </a:ext>
            </a:extLst>
          </p:cNvPr>
          <p:cNvSpPr/>
          <p:nvPr/>
        </p:nvSpPr>
        <p:spPr>
          <a:xfrm>
            <a:off x="6686818" y="4307850"/>
            <a:ext cx="2265970" cy="1017636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1A3E36-33FD-7136-EA1A-94FF62B97570}"/>
              </a:ext>
            </a:extLst>
          </p:cNvPr>
          <p:cNvCxnSpPr>
            <a:cxnSpLocks/>
          </p:cNvCxnSpPr>
          <p:nvPr/>
        </p:nvCxnSpPr>
        <p:spPr>
          <a:xfrm>
            <a:off x="6686818" y="4669535"/>
            <a:ext cx="226597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716038-6EA8-904F-0E43-AC7FC0EB67D1}"/>
              </a:ext>
            </a:extLst>
          </p:cNvPr>
          <p:cNvSpPr txBox="1"/>
          <p:nvPr/>
        </p:nvSpPr>
        <p:spPr>
          <a:xfrm>
            <a:off x="7358234" y="4300203"/>
            <a:ext cx="83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5E43C1-250F-3F74-928B-0DD6A0F5A91B}"/>
              </a:ext>
            </a:extLst>
          </p:cNvPr>
          <p:cNvSpPr txBox="1"/>
          <p:nvPr/>
        </p:nvSpPr>
        <p:spPr>
          <a:xfrm>
            <a:off x="6770138" y="4750089"/>
            <a:ext cx="20278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title	STRING</a:t>
            </a:r>
          </a:p>
          <a:p>
            <a:r>
              <a:rPr lang="en-US" sz="1100" dirty="0"/>
              <a:t>credits	INTEGER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2D19A1-4F6D-EAA8-DCA1-77F80BA0354D}"/>
              </a:ext>
            </a:extLst>
          </p:cNvPr>
          <p:cNvSpPr/>
          <p:nvPr/>
        </p:nvSpPr>
        <p:spPr>
          <a:xfrm>
            <a:off x="4643334" y="5406039"/>
            <a:ext cx="2265970" cy="1223196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E420B1-1E4B-0D04-655D-C06CBD82F60A}"/>
              </a:ext>
            </a:extLst>
          </p:cNvPr>
          <p:cNvCxnSpPr>
            <a:cxnSpLocks/>
          </p:cNvCxnSpPr>
          <p:nvPr/>
        </p:nvCxnSpPr>
        <p:spPr>
          <a:xfrm>
            <a:off x="4645403" y="5780040"/>
            <a:ext cx="226597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32C9D45-EDA8-7D9D-51C2-5B3385229521}"/>
              </a:ext>
            </a:extLst>
          </p:cNvPr>
          <p:cNvSpPr txBox="1"/>
          <p:nvPr/>
        </p:nvSpPr>
        <p:spPr>
          <a:xfrm>
            <a:off x="5004839" y="5463477"/>
            <a:ext cx="1352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Enrollment</a:t>
            </a:r>
            <a:endParaRPr lang="en-US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C7A1F9-B16F-58C5-F345-8886404A09F7}"/>
              </a:ext>
            </a:extLst>
          </p:cNvPr>
          <p:cNvSpPr txBox="1"/>
          <p:nvPr/>
        </p:nvSpPr>
        <p:spPr>
          <a:xfrm>
            <a:off x="4663666" y="5859794"/>
            <a:ext cx="20278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StudentId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(FK to Student)</a:t>
            </a:r>
          </a:p>
          <a:p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CourseId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(FK to Course)</a:t>
            </a: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	STRING</a:t>
            </a:r>
          </a:p>
          <a:p>
            <a:r>
              <a:rPr lang="en-US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enrolledAt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Date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7A72408-3363-DCA6-889D-2DB6FF45251F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3862542" y="5320093"/>
            <a:ext cx="801124" cy="92442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5016452-98B3-8753-8FC0-6F16F08E2510}"/>
              </a:ext>
            </a:extLst>
          </p:cNvPr>
          <p:cNvSpPr txBox="1"/>
          <p:nvPr/>
        </p:nvSpPr>
        <p:spPr>
          <a:xfrm>
            <a:off x="6917207" y="591485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9763CF2-BAF7-CEE4-6134-D60E38F74915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6890083" y="5325486"/>
            <a:ext cx="929720" cy="94784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A8F7CE7-8172-7FB1-919C-BC7A031A13BD}"/>
              </a:ext>
            </a:extLst>
          </p:cNvPr>
          <p:cNvSpPr txBox="1"/>
          <p:nvPr/>
        </p:nvSpPr>
        <p:spPr>
          <a:xfrm>
            <a:off x="4434435" y="5924158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17F7F7-F726-8F68-21F0-0DFC039FF8E0}"/>
              </a:ext>
            </a:extLst>
          </p:cNvPr>
          <p:cNvSpPr txBox="1"/>
          <p:nvPr/>
        </p:nvSpPr>
        <p:spPr>
          <a:xfrm>
            <a:off x="3596122" y="534550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58F467-22C4-EB5C-676D-EAA8709AE0E4}"/>
              </a:ext>
            </a:extLst>
          </p:cNvPr>
          <p:cNvSpPr txBox="1"/>
          <p:nvPr/>
        </p:nvSpPr>
        <p:spPr>
          <a:xfrm>
            <a:off x="7797836" y="5325486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1302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9FAE1-ACD7-97C0-4D53-36DFD282B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B2E8DAA8-C597-1229-65CF-A6DDE0D8854E}"/>
              </a:ext>
            </a:extLst>
          </p:cNvPr>
          <p:cNvSpPr txBox="1"/>
          <p:nvPr/>
        </p:nvSpPr>
        <p:spPr>
          <a:xfrm>
            <a:off x="2101365" y="82828"/>
            <a:ext cx="727123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 algn="ctr">
              <a:buClr>
                <a:schemeClr val="dk1"/>
              </a:buClr>
              <a:buSzPts val="2800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Querying with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 </a:t>
            </a:r>
            <a:endParaRPr lang="en-US" sz="4000" i="1" strike="noStrike" cap="none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11A362-0189-1FD2-FB9C-A16B112E4BEA}"/>
              </a:ext>
            </a:extLst>
          </p:cNvPr>
          <p:cNvSpPr txBox="1"/>
          <p:nvPr/>
        </p:nvSpPr>
        <p:spPr>
          <a:xfrm>
            <a:off x="-338608" y="906355"/>
            <a:ext cx="12869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 can use  auto-generated methods  like </a:t>
            </a:r>
            <a:r>
              <a:rPr lang="en-US" sz="2000" b="1" dirty="0" err="1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getCourses</a:t>
            </a:r>
            <a:r>
              <a:rPr lang="en-US" sz="20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retrieve associated data in separate queries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F63C78-D634-CD2B-B003-D9A34DF94DB9}"/>
              </a:ext>
            </a:extLst>
          </p:cNvPr>
          <p:cNvSpPr/>
          <p:nvPr/>
        </p:nvSpPr>
        <p:spPr>
          <a:xfrm>
            <a:off x="354156" y="168410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5E430-A123-2C9F-0928-00700A393F3E}"/>
              </a:ext>
            </a:extLst>
          </p:cNvPr>
          <p:cNvSpPr txBox="1"/>
          <p:nvPr/>
        </p:nvSpPr>
        <p:spPr>
          <a:xfrm>
            <a:off x="627709" y="2755767"/>
            <a:ext cx="9441136" cy="3170099"/>
          </a:xfrm>
          <a:custGeom>
            <a:avLst/>
            <a:gdLst>
              <a:gd name="connsiteX0" fmla="*/ 0 w 9441136"/>
              <a:gd name="connsiteY0" fmla="*/ 0 h 3170099"/>
              <a:gd name="connsiteX1" fmla="*/ 495660 w 9441136"/>
              <a:gd name="connsiteY1" fmla="*/ 0 h 3170099"/>
              <a:gd name="connsiteX2" fmla="*/ 802497 w 9441136"/>
              <a:gd name="connsiteY2" fmla="*/ 0 h 3170099"/>
              <a:gd name="connsiteX3" fmla="*/ 1581390 w 9441136"/>
              <a:gd name="connsiteY3" fmla="*/ 0 h 3170099"/>
              <a:gd name="connsiteX4" fmla="*/ 2077050 w 9441136"/>
              <a:gd name="connsiteY4" fmla="*/ 0 h 3170099"/>
              <a:gd name="connsiteX5" fmla="*/ 2572710 w 9441136"/>
              <a:gd name="connsiteY5" fmla="*/ 0 h 3170099"/>
              <a:gd name="connsiteX6" fmla="*/ 3351603 w 9441136"/>
              <a:gd name="connsiteY6" fmla="*/ 0 h 3170099"/>
              <a:gd name="connsiteX7" fmla="*/ 3752852 w 9441136"/>
              <a:gd name="connsiteY7" fmla="*/ 0 h 3170099"/>
              <a:gd name="connsiteX8" fmla="*/ 4531745 w 9441136"/>
              <a:gd name="connsiteY8" fmla="*/ 0 h 3170099"/>
              <a:gd name="connsiteX9" fmla="*/ 5310639 w 9441136"/>
              <a:gd name="connsiteY9" fmla="*/ 0 h 3170099"/>
              <a:gd name="connsiteX10" fmla="*/ 5900710 w 9441136"/>
              <a:gd name="connsiteY10" fmla="*/ 0 h 3170099"/>
              <a:gd name="connsiteX11" fmla="*/ 6679604 w 9441136"/>
              <a:gd name="connsiteY11" fmla="*/ 0 h 3170099"/>
              <a:gd name="connsiteX12" fmla="*/ 7175263 w 9441136"/>
              <a:gd name="connsiteY12" fmla="*/ 0 h 3170099"/>
              <a:gd name="connsiteX13" fmla="*/ 7670923 w 9441136"/>
              <a:gd name="connsiteY13" fmla="*/ 0 h 3170099"/>
              <a:gd name="connsiteX14" fmla="*/ 8355405 w 9441136"/>
              <a:gd name="connsiteY14" fmla="*/ 0 h 3170099"/>
              <a:gd name="connsiteX15" fmla="*/ 8851065 w 9441136"/>
              <a:gd name="connsiteY15" fmla="*/ 0 h 3170099"/>
              <a:gd name="connsiteX16" fmla="*/ 9441136 w 9441136"/>
              <a:gd name="connsiteY16" fmla="*/ 0 h 3170099"/>
              <a:gd name="connsiteX17" fmla="*/ 9441136 w 9441136"/>
              <a:gd name="connsiteY17" fmla="*/ 591752 h 3170099"/>
              <a:gd name="connsiteX18" fmla="*/ 9441136 w 9441136"/>
              <a:gd name="connsiteY18" fmla="*/ 1151803 h 3170099"/>
              <a:gd name="connsiteX19" fmla="*/ 9441136 w 9441136"/>
              <a:gd name="connsiteY19" fmla="*/ 1711853 h 3170099"/>
              <a:gd name="connsiteX20" fmla="*/ 9441136 w 9441136"/>
              <a:gd name="connsiteY20" fmla="*/ 2145100 h 3170099"/>
              <a:gd name="connsiteX21" fmla="*/ 9441136 w 9441136"/>
              <a:gd name="connsiteY21" fmla="*/ 2610048 h 3170099"/>
              <a:gd name="connsiteX22" fmla="*/ 9441136 w 9441136"/>
              <a:gd name="connsiteY22" fmla="*/ 3170099 h 3170099"/>
              <a:gd name="connsiteX23" fmla="*/ 8945476 w 9441136"/>
              <a:gd name="connsiteY23" fmla="*/ 3170099 h 3170099"/>
              <a:gd name="connsiteX24" fmla="*/ 8355405 w 9441136"/>
              <a:gd name="connsiteY24" fmla="*/ 3170099 h 3170099"/>
              <a:gd name="connsiteX25" fmla="*/ 8048568 w 9441136"/>
              <a:gd name="connsiteY25" fmla="*/ 3170099 h 3170099"/>
              <a:gd name="connsiteX26" fmla="*/ 7741732 w 9441136"/>
              <a:gd name="connsiteY26" fmla="*/ 3170099 h 3170099"/>
              <a:gd name="connsiteX27" fmla="*/ 7151661 w 9441136"/>
              <a:gd name="connsiteY27" fmla="*/ 3170099 h 3170099"/>
              <a:gd name="connsiteX28" fmla="*/ 6750412 w 9441136"/>
              <a:gd name="connsiteY28" fmla="*/ 3170099 h 3170099"/>
              <a:gd name="connsiteX29" fmla="*/ 6065930 w 9441136"/>
              <a:gd name="connsiteY29" fmla="*/ 3170099 h 3170099"/>
              <a:gd name="connsiteX30" fmla="*/ 5664682 w 9441136"/>
              <a:gd name="connsiteY30" fmla="*/ 3170099 h 3170099"/>
              <a:gd name="connsiteX31" fmla="*/ 4980199 w 9441136"/>
              <a:gd name="connsiteY31" fmla="*/ 3170099 h 3170099"/>
              <a:gd name="connsiteX32" fmla="*/ 4673362 w 9441136"/>
              <a:gd name="connsiteY32" fmla="*/ 3170099 h 3170099"/>
              <a:gd name="connsiteX33" fmla="*/ 3988880 w 9441136"/>
              <a:gd name="connsiteY33" fmla="*/ 3170099 h 3170099"/>
              <a:gd name="connsiteX34" fmla="*/ 3587632 w 9441136"/>
              <a:gd name="connsiteY34" fmla="*/ 3170099 h 3170099"/>
              <a:gd name="connsiteX35" fmla="*/ 3280795 w 9441136"/>
              <a:gd name="connsiteY35" fmla="*/ 3170099 h 3170099"/>
              <a:gd name="connsiteX36" fmla="*/ 2879546 w 9441136"/>
              <a:gd name="connsiteY36" fmla="*/ 3170099 h 3170099"/>
              <a:gd name="connsiteX37" fmla="*/ 2195064 w 9441136"/>
              <a:gd name="connsiteY37" fmla="*/ 3170099 h 3170099"/>
              <a:gd name="connsiteX38" fmla="*/ 1793816 w 9441136"/>
              <a:gd name="connsiteY38" fmla="*/ 3170099 h 3170099"/>
              <a:gd name="connsiteX39" fmla="*/ 1486979 w 9441136"/>
              <a:gd name="connsiteY39" fmla="*/ 3170099 h 3170099"/>
              <a:gd name="connsiteX40" fmla="*/ 1085731 w 9441136"/>
              <a:gd name="connsiteY40" fmla="*/ 3170099 h 3170099"/>
              <a:gd name="connsiteX41" fmla="*/ 590071 w 9441136"/>
              <a:gd name="connsiteY41" fmla="*/ 3170099 h 3170099"/>
              <a:gd name="connsiteX42" fmla="*/ 0 w 9441136"/>
              <a:gd name="connsiteY42" fmla="*/ 3170099 h 3170099"/>
              <a:gd name="connsiteX43" fmla="*/ 0 w 9441136"/>
              <a:gd name="connsiteY43" fmla="*/ 2705151 h 3170099"/>
              <a:gd name="connsiteX44" fmla="*/ 0 w 9441136"/>
              <a:gd name="connsiteY44" fmla="*/ 2240203 h 3170099"/>
              <a:gd name="connsiteX45" fmla="*/ 0 w 9441136"/>
              <a:gd name="connsiteY45" fmla="*/ 1711853 h 3170099"/>
              <a:gd name="connsiteX46" fmla="*/ 0 w 9441136"/>
              <a:gd name="connsiteY46" fmla="*/ 1183504 h 3170099"/>
              <a:gd name="connsiteX47" fmla="*/ 0 w 9441136"/>
              <a:gd name="connsiteY47" fmla="*/ 655154 h 3170099"/>
              <a:gd name="connsiteX48" fmla="*/ 0 w 9441136"/>
              <a:gd name="connsiteY48" fmla="*/ 0 h 3170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9441136" h="3170099" extrusionOk="0">
                <a:moveTo>
                  <a:pt x="0" y="0"/>
                </a:moveTo>
                <a:cubicBezTo>
                  <a:pt x="114468" y="-21642"/>
                  <a:pt x="302625" y="4617"/>
                  <a:pt x="495660" y="0"/>
                </a:cubicBezTo>
                <a:cubicBezTo>
                  <a:pt x="688695" y="-4617"/>
                  <a:pt x="677000" y="11822"/>
                  <a:pt x="802497" y="0"/>
                </a:cubicBezTo>
                <a:cubicBezTo>
                  <a:pt x="927994" y="-11822"/>
                  <a:pt x="1376049" y="46235"/>
                  <a:pt x="1581390" y="0"/>
                </a:cubicBezTo>
                <a:cubicBezTo>
                  <a:pt x="1786731" y="-46235"/>
                  <a:pt x="1972075" y="43036"/>
                  <a:pt x="2077050" y="0"/>
                </a:cubicBezTo>
                <a:cubicBezTo>
                  <a:pt x="2182025" y="-43036"/>
                  <a:pt x="2437668" y="2279"/>
                  <a:pt x="2572710" y="0"/>
                </a:cubicBezTo>
                <a:cubicBezTo>
                  <a:pt x="2707752" y="-2279"/>
                  <a:pt x="3181269" y="70273"/>
                  <a:pt x="3351603" y="0"/>
                </a:cubicBezTo>
                <a:cubicBezTo>
                  <a:pt x="3521937" y="-70273"/>
                  <a:pt x="3594597" y="28191"/>
                  <a:pt x="3752852" y="0"/>
                </a:cubicBezTo>
                <a:cubicBezTo>
                  <a:pt x="3911107" y="-28191"/>
                  <a:pt x="4347779" y="78301"/>
                  <a:pt x="4531745" y="0"/>
                </a:cubicBezTo>
                <a:cubicBezTo>
                  <a:pt x="4715711" y="-78301"/>
                  <a:pt x="5142810" y="58411"/>
                  <a:pt x="5310639" y="0"/>
                </a:cubicBezTo>
                <a:cubicBezTo>
                  <a:pt x="5478468" y="-58411"/>
                  <a:pt x="5638207" y="49147"/>
                  <a:pt x="5900710" y="0"/>
                </a:cubicBezTo>
                <a:cubicBezTo>
                  <a:pt x="6163213" y="-49147"/>
                  <a:pt x="6399783" y="30128"/>
                  <a:pt x="6679604" y="0"/>
                </a:cubicBezTo>
                <a:cubicBezTo>
                  <a:pt x="6959425" y="-30128"/>
                  <a:pt x="6951243" y="57192"/>
                  <a:pt x="7175263" y="0"/>
                </a:cubicBezTo>
                <a:cubicBezTo>
                  <a:pt x="7399283" y="-57192"/>
                  <a:pt x="7570384" y="48164"/>
                  <a:pt x="7670923" y="0"/>
                </a:cubicBezTo>
                <a:cubicBezTo>
                  <a:pt x="7771462" y="-48164"/>
                  <a:pt x="8042306" y="64803"/>
                  <a:pt x="8355405" y="0"/>
                </a:cubicBezTo>
                <a:cubicBezTo>
                  <a:pt x="8668504" y="-64803"/>
                  <a:pt x="8733869" y="57869"/>
                  <a:pt x="8851065" y="0"/>
                </a:cubicBezTo>
                <a:cubicBezTo>
                  <a:pt x="8968261" y="-57869"/>
                  <a:pt x="9316781" y="47811"/>
                  <a:pt x="9441136" y="0"/>
                </a:cubicBezTo>
                <a:cubicBezTo>
                  <a:pt x="9471258" y="125215"/>
                  <a:pt x="9382851" y="417075"/>
                  <a:pt x="9441136" y="591752"/>
                </a:cubicBezTo>
                <a:cubicBezTo>
                  <a:pt x="9499421" y="766429"/>
                  <a:pt x="9391952" y="971390"/>
                  <a:pt x="9441136" y="1151803"/>
                </a:cubicBezTo>
                <a:cubicBezTo>
                  <a:pt x="9490320" y="1332216"/>
                  <a:pt x="9401752" y="1547446"/>
                  <a:pt x="9441136" y="1711853"/>
                </a:cubicBezTo>
                <a:cubicBezTo>
                  <a:pt x="9480520" y="1876260"/>
                  <a:pt x="9423660" y="1970045"/>
                  <a:pt x="9441136" y="2145100"/>
                </a:cubicBezTo>
                <a:cubicBezTo>
                  <a:pt x="9458612" y="2320155"/>
                  <a:pt x="9393143" y="2439147"/>
                  <a:pt x="9441136" y="2610048"/>
                </a:cubicBezTo>
                <a:cubicBezTo>
                  <a:pt x="9489129" y="2780949"/>
                  <a:pt x="9380017" y="2996048"/>
                  <a:pt x="9441136" y="3170099"/>
                </a:cubicBezTo>
                <a:cubicBezTo>
                  <a:pt x="9336549" y="3205023"/>
                  <a:pt x="9093286" y="3146592"/>
                  <a:pt x="8945476" y="3170099"/>
                </a:cubicBezTo>
                <a:cubicBezTo>
                  <a:pt x="8797666" y="3193606"/>
                  <a:pt x="8617100" y="3103662"/>
                  <a:pt x="8355405" y="3170099"/>
                </a:cubicBezTo>
                <a:cubicBezTo>
                  <a:pt x="8093710" y="3236536"/>
                  <a:pt x="8136879" y="3136405"/>
                  <a:pt x="8048568" y="3170099"/>
                </a:cubicBezTo>
                <a:cubicBezTo>
                  <a:pt x="7960257" y="3203793"/>
                  <a:pt x="7890907" y="3141187"/>
                  <a:pt x="7741732" y="3170099"/>
                </a:cubicBezTo>
                <a:cubicBezTo>
                  <a:pt x="7592557" y="3199011"/>
                  <a:pt x="7292848" y="3122194"/>
                  <a:pt x="7151661" y="3170099"/>
                </a:cubicBezTo>
                <a:cubicBezTo>
                  <a:pt x="7010474" y="3218004"/>
                  <a:pt x="6842235" y="3158192"/>
                  <a:pt x="6750412" y="3170099"/>
                </a:cubicBezTo>
                <a:cubicBezTo>
                  <a:pt x="6658589" y="3182006"/>
                  <a:pt x="6389436" y="3136751"/>
                  <a:pt x="6065930" y="3170099"/>
                </a:cubicBezTo>
                <a:cubicBezTo>
                  <a:pt x="5742424" y="3203447"/>
                  <a:pt x="5819895" y="3136782"/>
                  <a:pt x="5664682" y="3170099"/>
                </a:cubicBezTo>
                <a:cubicBezTo>
                  <a:pt x="5509469" y="3203416"/>
                  <a:pt x="5138545" y="3148085"/>
                  <a:pt x="4980199" y="3170099"/>
                </a:cubicBezTo>
                <a:cubicBezTo>
                  <a:pt x="4821853" y="3192113"/>
                  <a:pt x="4792058" y="3152204"/>
                  <a:pt x="4673362" y="3170099"/>
                </a:cubicBezTo>
                <a:cubicBezTo>
                  <a:pt x="4554666" y="3187994"/>
                  <a:pt x="4231407" y="3114479"/>
                  <a:pt x="3988880" y="3170099"/>
                </a:cubicBezTo>
                <a:cubicBezTo>
                  <a:pt x="3746353" y="3225719"/>
                  <a:pt x="3681920" y="3151192"/>
                  <a:pt x="3587632" y="3170099"/>
                </a:cubicBezTo>
                <a:cubicBezTo>
                  <a:pt x="3493344" y="3189006"/>
                  <a:pt x="3405685" y="3140709"/>
                  <a:pt x="3280795" y="3170099"/>
                </a:cubicBezTo>
                <a:cubicBezTo>
                  <a:pt x="3155905" y="3199489"/>
                  <a:pt x="2996691" y="3140615"/>
                  <a:pt x="2879546" y="3170099"/>
                </a:cubicBezTo>
                <a:cubicBezTo>
                  <a:pt x="2762401" y="3199583"/>
                  <a:pt x="2517386" y="3100624"/>
                  <a:pt x="2195064" y="3170099"/>
                </a:cubicBezTo>
                <a:cubicBezTo>
                  <a:pt x="1872742" y="3239574"/>
                  <a:pt x="1917150" y="3168589"/>
                  <a:pt x="1793816" y="3170099"/>
                </a:cubicBezTo>
                <a:cubicBezTo>
                  <a:pt x="1670482" y="3171609"/>
                  <a:pt x="1583958" y="3134113"/>
                  <a:pt x="1486979" y="3170099"/>
                </a:cubicBezTo>
                <a:cubicBezTo>
                  <a:pt x="1390000" y="3206085"/>
                  <a:pt x="1282944" y="3130400"/>
                  <a:pt x="1085731" y="3170099"/>
                </a:cubicBezTo>
                <a:cubicBezTo>
                  <a:pt x="888518" y="3209798"/>
                  <a:pt x="827340" y="3155958"/>
                  <a:pt x="590071" y="3170099"/>
                </a:cubicBezTo>
                <a:cubicBezTo>
                  <a:pt x="352802" y="3184240"/>
                  <a:pt x="120266" y="3115881"/>
                  <a:pt x="0" y="3170099"/>
                </a:cubicBezTo>
                <a:cubicBezTo>
                  <a:pt x="-50020" y="3065608"/>
                  <a:pt x="36947" y="2861057"/>
                  <a:pt x="0" y="2705151"/>
                </a:cubicBezTo>
                <a:cubicBezTo>
                  <a:pt x="-36947" y="2549245"/>
                  <a:pt x="53441" y="2374545"/>
                  <a:pt x="0" y="2240203"/>
                </a:cubicBezTo>
                <a:cubicBezTo>
                  <a:pt x="-53441" y="2105861"/>
                  <a:pt x="46794" y="1844351"/>
                  <a:pt x="0" y="1711853"/>
                </a:cubicBezTo>
                <a:cubicBezTo>
                  <a:pt x="-46794" y="1579355"/>
                  <a:pt x="49404" y="1389190"/>
                  <a:pt x="0" y="1183504"/>
                </a:cubicBezTo>
                <a:cubicBezTo>
                  <a:pt x="-49404" y="977818"/>
                  <a:pt x="35777" y="841639"/>
                  <a:pt x="0" y="655154"/>
                </a:cubicBezTo>
                <a:cubicBezTo>
                  <a:pt x="-35777" y="468669"/>
                  <a:pt x="41739" y="23517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const 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students</a:t>
            </a:r>
            <a:r>
              <a:rPr lang="en-US" sz="2000" noProof="1">
                <a:latin typeface="Consolas" panose="020B0609020204030204" pitchFamily="49" charset="0"/>
              </a:rPr>
              <a:t> = </a:t>
            </a:r>
            <a:r>
              <a:rPr lang="en-US" sz="2000" b="1" noProof="1">
                <a:solidFill>
                  <a:srgbClr val="002060"/>
                </a:solidFill>
                <a:latin typeface="Consolas" panose="020B0609020204030204" pitchFamily="49" charset="0"/>
              </a:rPr>
              <a:t>await</a:t>
            </a:r>
            <a:r>
              <a:rPr lang="en-US" sz="2000" noProof="1">
                <a:latin typeface="Consolas" panose="020B0609020204030204" pitchFamily="49" charset="0"/>
              </a:rPr>
              <a:t> 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Student</a:t>
            </a:r>
            <a:r>
              <a:rPr lang="en-US" sz="2000" noProof="1">
                <a:latin typeface="Consolas" panose="020B0609020204030204" pitchFamily="49" charset="0"/>
              </a:rPr>
              <a:t>.findAll({ where: { group: 1 } });</a:t>
            </a:r>
          </a:p>
          <a:p>
            <a:endParaRPr lang="en-US" sz="2000" noProof="1">
              <a:latin typeface="Consolas" panose="020B0609020204030204" pitchFamily="49" charset="0"/>
            </a:endParaRPr>
          </a:p>
          <a:p>
            <a:r>
              <a:rPr lang="en-US" sz="2000" noProof="1">
                <a:latin typeface="Consolas" panose="020B0609020204030204" pitchFamily="49" charset="0"/>
              </a:rPr>
              <a:t>for (const student of students) {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</a:t>
            </a:r>
            <a:r>
              <a:rPr lang="en-US" sz="20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console.log(`👤 ${student.name} (Group ${student.group}):`);</a:t>
            </a:r>
          </a:p>
          <a:p>
            <a:endParaRPr lang="en-US" sz="2000" noProof="1">
              <a:latin typeface="Consolas" panose="020B0609020204030204" pitchFamily="49" charset="0"/>
            </a:endParaRPr>
          </a:p>
          <a:p>
            <a:r>
              <a:rPr lang="en-US" sz="2000" noProof="1">
                <a:latin typeface="Consolas" panose="020B0609020204030204" pitchFamily="49" charset="0"/>
              </a:rPr>
              <a:t>  const courses = </a:t>
            </a:r>
            <a:r>
              <a:rPr lang="en-US" sz="2000" b="1" noProof="1">
                <a:solidFill>
                  <a:srgbClr val="002060"/>
                </a:solidFill>
                <a:latin typeface="Consolas" panose="020B0609020204030204" pitchFamily="49" charset="0"/>
              </a:rPr>
              <a:t>await</a:t>
            </a:r>
            <a:r>
              <a:rPr lang="en-US" sz="2000" noProof="1">
                <a:latin typeface="Consolas" panose="020B0609020204030204" pitchFamily="49" charset="0"/>
              </a:rPr>
              <a:t> 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student</a:t>
            </a:r>
            <a:r>
              <a:rPr lang="en-US" sz="2000" noProof="1">
                <a:latin typeface="Consolas" panose="020B0609020204030204" pitchFamily="49" charset="0"/>
              </a:rPr>
              <a:t>.</a:t>
            </a:r>
            <a:r>
              <a:rPr lang="en-US" sz="2000" noProof="1">
                <a:solidFill>
                  <a:schemeClr val="accent5"/>
                </a:solidFill>
                <a:latin typeface="Consolas" panose="020B0609020204030204" pitchFamily="49" charset="0"/>
              </a:rPr>
              <a:t>getCourses()</a:t>
            </a:r>
            <a:r>
              <a:rPr lang="en-US" sz="2000" noProof="1">
                <a:latin typeface="Consolas" panose="020B0609020204030204" pitchFamily="49" charset="0"/>
              </a:rPr>
              <a:t>; 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for (const course of courses) {</a:t>
            </a:r>
          </a:p>
          <a:p>
            <a:r>
              <a:rPr lang="en-US" sz="2000" noProof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console.log(` 📘 ${course.title}`);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  }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A3980ED-6967-75CA-9D4C-378A6C2688F9}"/>
              </a:ext>
            </a:extLst>
          </p:cNvPr>
          <p:cNvCxnSpPr>
            <a:cxnSpLocks/>
          </p:cNvCxnSpPr>
          <p:nvPr/>
        </p:nvCxnSpPr>
        <p:spPr>
          <a:xfrm flipH="1">
            <a:off x="9766862" y="3080743"/>
            <a:ext cx="828919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8E79C5-0E6E-AEF8-443A-3A046A7CA84B}"/>
              </a:ext>
            </a:extLst>
          </p:cNvPr>
          <p:cNvSpPr txBox="1"/>
          <p:nvPr/>
        </p:nvSpPr>
        <p:spPr>
          <a:xfrm>
            <a:off x="10697184" y="2975959"/>
            <a:ext cx="11902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Get all students from group 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95FB7F-308E-6A2F-F29C-10D381FF75B9}"/>
              </a:ext>
            </a:extLst>
          </p:cNvPr>
          <p:cNvCxnSpPr>
            <a:cxnSpLocks/>
          </p:cNvCxnSpPr>
          <p:nvPr/>
        </p:nvCxnSpPr>
        <p:spPr>
          <a:xfrm flipH="1">
            <a:off x="7023662" y="4515843"/>
            <a:ext cx="3510510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0393B9-7B25-FC09-887F-7024473DB4DF}"/>
              </a:ext>
            </a:extLst>
          </p:cNvPr>
          <p:cNvSpPr txBox="1"/>
          <p:nvPr/>
        </p:nvSpPr>
        <p:spPr>
          <a:xfrm>
            <a:off x="10595781" y="4162883"/>
            <a:ext cx="11902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</a:rPr>
              <a:t>Get courses </a:t>
            </a:r>
          </a:p>
          <a:p>
            <a:r>
              <a:rPr lang="en-US" sz="1400" dirty="0">
                <a:solidFill>
                  <a:schemeClr val="accent5"/>
                </a:solidFill>
              </a:rPr>
              <a:t>Related to student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613983-88F5-CD4B-6210-BAD36C073560}"/>
              </a:ext>
            </a:extLst>
          </p:cNvPr>
          <p:cNvSpPr txBox="1"/>
          <p:nvPr/>
        </p:nvSpPr>
        <p:spPr>
          <a:xfrm>
            <a:off x="9227428" y="252085"/>
            <a:ext cx="1682833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LAZY LOADING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7C506E-C40F-547F-A3AF-BA895BE2E6BD}"/>
              </a:ext>
            </a:extLst>
          </p:cNvPr>
          <p:cNvSpPr txBox="1"/>
          <p:nvPr/>
        </p:nvSpPr>
        <p:spPr>
          <a:xfrm rot="21149816">
            <a:off x="7260013" y="5332474"/>
            <a:ext cx="4608954" cy="57708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Courses 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JOIN StudentCourses ON Courses.id =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StudentCourses.courseId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WHERE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StudentCourses.studentId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= ?;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35DB94-8B51-3F54-11E3-58F603389039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10208481" y="4532215"/>
            <a:ext cx="387300" cy="50181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773CF44-B85A-FEA1-4596-32436FE78AAC}"/>
              </a:ext>
            </a:extLst>
          </p:cNvPr>
          <p:cNvSpPr txBox="1"/>
          <p:nvPr/>
        </p:nvSpPr>
        <p:spPr>
          <a:xfrm rot="21149816">
            <a:off x="8847670" y="2020986"/>
            <a:ext cx="3060453" cy="25391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Students WHERE group = 1;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8D9060-C55F-4706-3E62-035F117B3D58}"/>
              </a:ext>
            </a:extLst>
          </p:cNvPr>
          <p:cNvCxnSpPr>
            <a:cxnSpLocks/>
          </p:cNvCxnSpPr>
          <p:nvPr/>
        </p:nvCxnSpPr>
        <p:spPr>
          <a:xfrm flipH="1" flipV="1">
            <a:off x="10150517" y="2343150"/>
            <a:ext cx="445264" cy="68028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63256394-01AC-6A43-6C9A-4F588AD47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840" y="168410"/>
            <a:ext cx="430839" cy="44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51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2B3E2-ABFE-ED6B-6914-ECAF1F72D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4E8DCE-9F9C-A0C8-C4B4-A08C224F9982}"/>
              </a:ext>
            </a:extLst>
          </p:cNvPr>
          <p:cNvSpPr txBox="1"/>
          <p:nvPr/>
        </p:nvSpPr>
        <p:spPr>
          <a:xfrm>
            <a:off x="354156" y="2811316"/>
            <a:ext cx="86386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the students are fetched from the database. </a:t>
            </a:r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courses are not loaded yet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7F03C-8917-8BCE-88DC-A1524BFB807D}"/>
              </a:ext>
            </a:extLst>
          </p:cNvPr>
          <p:cNvSpPr txBox="1"/>
          <p:nvPr/>
        </p:nvSpPr>
        <p:spPr>
          <a:xfrm>
            <a:off x="354156" y="2354072"/>
            <a:ext cx="9441136" cy="400110"/>
          </a:xfrm>
          <a:custGeom>
            <a:avLst/>
            <a:gdLst>
              <a:gd name="connsiteX0" fmla="*/ 0 w 9441136"/>
              <a:gd name="connsiteY0" fmla="*/ 0 h 400110"/>
              <a:gd name="connsiteX1" fmla="*/ 495660 w 9441136"/>
              <a:gd name="connsiteY1" fmla="*/ 0 h 400110"/>
              <a:gd name="connsiteX2" fmla="*/ 802497 w 9441136"/>
              <a:gd name="connsiteY2" fmla="*/ 0 h 400110"/>
              <a:gd name="connsiteX3" fmla="*/ 1581390 w 9441136"/>
              <a:gd name="connsiteY3" fmla="*/ 0 h 400110"/>
              <a:gd name="connsiteX4" fmla="*/ 2077050 w 9441136"/>
              <a:gd name="connsiteY4" fmla="*/ 0 h 400110"/>
              <a:gd name="connsiteX5" fmla="*/ 2572710 w 9441136"/>
              <a:gd name="connsiteY5" fmla="*/ 0 h 400110"/>
              <a:gd name="connsiteX6" fmla="*/ 3351603 w 9441136"/>
              <a:gd name="connsiteY6" fmla="*/ 0 h 400110"/>
              <a:gd name="connsiteX7" fmla="*/ 3752852 w 9441136"/>
              <a:gd name="connsiteY7" fmla="*/ 0 h 400110"/>
              <a:gd name="connsiteX8" fmla="*/ 4531745 w 9441136"/>
              <a:gd name="connsiteY8" fmla="*/ 0 h 400110"/>
              <a:gd name="connsiteX9" fmla="*/ 5310639 w 9441136"/>
              <a:gd name="connsiteY9" fmla="*/ 0 h 400110"/>
              <a:gd name="connsiteX10" fmla="*/ 5900710 w 9441136"/>
              <a:gd name="connsiteY10" fmla="*/ 0 h 400110"/>
              <a:gd name="connsiteX11" fmla="*/ 6679604 w 9441136"/>
              <a:gd name="connsiteY11" fmla="*/ 0 h 400110"/>
              <a:gd name="connsiteX12" fmla="*/ 7175263 w 9441136"/>
              <a:gd name="connsiteY12" fmla="*/ 0 h 400110"/>
              <a:gd name="connsiteX13" fmla="*/ 7670923 w 9441136"/>
              <a:gd name="connsiteY13" fmla="*/ 0 h 400110"/>
              <a:gd name="connsiteX14" fmla="*/ 8355405 w 9441136"/>
              <a:gd name="connsiteY14" fmla="*/ 0 h 400110"/>
              <a:gd name="connsiteX15" fmla="*/ 8851065 w 9441136"/>
              <a:gd name="connsiteY15" fmla="*/ 0 h 400110"/>
              <a:gd name="connsiteX16" fmla="*/ 9441136 w 9441136"/>
              <a:gd name="connsiteY16" fmla="*/ 0 h 400110"/>
              <a:gd name="connsiteX17" fmla="*/ 9441136 w 9441136"/>
              <a:gd name="connsiteY17" fmla="*/ 400110 h 400110"/>
              <a:gd name="connsiteX18" fmla="*/ 8756654 w 9441136"/>
              <a:gd name="connsiteY18" fmla="*/ 400110 h 400110"/>
              <a:gd name="connsiteX19" fmla="*/ 8449817 w 9441136"/>
              <a:gd name="connsiteY19" fmla="*/ 400110 h 400110"/>
              <a:gd name="connsiteX20" fmla="*/ 8048568 w 9441136"/>
              <a:gd name="connsiteY20" fmla="*/ 400110 h 400110"/>
              <a:gd name="connsiteX21" fmla="*/ 7269675 w 9441136"/>
              <a:gd name="connsiteY21" fmla="*/ 400110 h 400110"/>
              <a:gd name="connsiteX22" fmla="*/ 6679604 w 9441136"/>
              <a:gd name="connsiteY22" fmla="*/ 400110 h 400110"/>
              <a:gd name="connsiteX23" fmla="*/ 6278355 w 9441136"/>
              <a:gd name="connsiteY23" fmla="*/ 400110 h 400110"/>
              <a:gd name="connsiteX24" fmla="*/ 5688284 w 9441136"/>
              <a:gd name="connsiteY24" fmla="*/ 400110 h 400110"/>
              <a:gd name="connsiteX25" fmla="*/ 5381448 w 9441136"/>
              <a:gd name="connsiteY25" fmla="*/ 400110 h 400110"/>
              <a:gd name="connsiteX26" fmla="*/ 5074611 w 9441136"/>
              <a:gd name="connsiteY26" fmla="*/ 400110 h 400110"/>
              <a:gd name="connsiteX27" fmla="*/ 4484540 w 9441136"/>
              <a:gd name="connsiteY27" fmla="*/ 400110 h 400110"/>
              <a:gd name="connsiteX28" fmla="*/ 4083291 w 9441136"/>
              <a:gd name="connsiteY28" fmla="*/ 400110 h 400110"/>
              <a:gd name="connsiteX29" fmla="*/ 3398809 w 9441136"/>
              <a:gd name="connsiteY29" fmla="*/ 400110 h 400110"/>
              <a:gd name="connsiteX30" fmla="*/ 2997561 w 9441136"/>
              <a:gd name="connsiteY30" fmla="*/ 400110 h 400110"/>
              <a:gd name="connsiteX31" fmla="*/ 2313078 w 9441136"/>
              <a:gd name="connsiteY31" fmla="*/ 400110 h 400110"/>
              <a:gd name="connsiteX32" fmla="*/ 2006241 w 9441136"/>
              <a:gd name="connsiteY32" fmla="*/ 400110 h 400110"/>
              <a:gd name="connsiteX33" fmla="*/ 1321759 w 9441136"/>
              <a:gd name="connsiteY33" fmla="*/ 400110 h 400110"/>
              <a:gd name="connsiteX34" fmla="*/ 920511 w 9441136"/>
              <a:gd name="connsiteY34" fmla="*/ 400110 h 400110"/>
              <a:gd name="connsiteX35" fmla="*/ 613674 w 9441136"/>
              <a:gd name="connsiteY35" fmla="*/ 400110 h 400110"/>
              <a:gd name="connsiteX36" fmla="*/ 0 w 9441136"/>
              <a:gd name="connsiteY36" fmla="*/ 400110 h 400110"/>
              <a:gd name="connsiteX37" fmla="*/ 0 w 9441136"/>
              <a:gd name="connsiteY37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9441136" h="400110" extrusionOk="0">
                <a:moveTo>
                  <a:pt x="0" y="0"/>
                </a:moveTo>
                <a:cubicBezTo>
                  <a:pt x="114468" y="-21642"/>
                  <a:pt x="302625" y="4617"/>
                  <a:pt x="495660" y="0"/>
                </a:cubicBezTo>
                <a:cubicBezTo>
                  <a:pt x="688695" y="-4617"/>
                  <a:pt x="677000" y="11822"/>
                  <a:pt x="802497" y="0"/>
                </a:cubicBezTo>
                <a:cubicBezTo>
                  <a:pt x="927994" y="-11822"/>
                  <a:pt x="1376049" y="46235"/>
                  <a:pt x="1581390" y="0"/>
                </a:cubicBezTo>
                <a:cubicBezTo>
                  <a:pt x="1786731" y="-46235"/>
                  <a:pt x="1972075" y="43036"/>
                  <a:pt x="2077050" y="0"/>
                </a:cubicBezTo>
                <a:cubicBezTo>
                  <a:pt x="2182025" y="-43036"/>
                  <a:pt x="2437668" y="2279"/>
                  <a:pt x="2572710" y="0"/>
                </a:cubicBezTo>
                <a:cubicBezTo>
                  <a:pt x="2707752" y="-2279"/>
                  <a:pt x="3181269" y="70273"/>
                  <a:pt x="3351603" y="0"/>
                </a:cubicBezTo>
                <a:cubicBezTo>
                  <a:pt x="3521937" y="-70273"/>
                  <a:pt x="3594597" y="28191"/>
                  <a:pt x="3752852" y="0"/>
                </a:cubicBezTo>
                <a:cubicBezTo>
                  <a:pt x="3911107" y="-28191"/>
                  <a:pt x="4347779" y="78301"/>
                  <a:pt x="4531745" y="0"/>
                </a:cubicBezTo>
                <a:cubicBezTo>
                  <a:pt x="4715711" y="-78301"/>
                  <a:pt x="5142810" y="58411"/>
                  <a:pt x="5310639" y="0"/>
                </a:cubicBezTo>
                <a:cubicBezTo>
                  <a:pt x="5478468" y="-58411"/>
                  <a:pt x="5638207" y="49147"/>
                  <a:pt x="5900710" y="0"/>
                </a:cubicBezTo>
                <a:cubicBezTo>
                  <a:pt x="6163213" y="-49147"/>
                  <a:pt x="6399783" y="30128"/>
                  <a:pt x="6679604" y="0"/>
                </a:cubicBezTo>
                <a:cubicBezTo>
                  <a:pt x="6959425" y="-30128"/>
                  <a:pt x="6951243" y="57192"/>
                  <a:pt x="7175263" y="0"/>
                </a:cubicBezTo>
                <a:cubicBezTo>
                  <a:pt x="7399283" y="-57192"/>
                  <a:pt x="7570384" y="48164"/>
                  <a:pt x="7670923" y="0"/>
                </a:cubicBezTo>
                <a:cubicBezTo>
                  <a:pt x="7771462" y="-48164"/>
                  <a:pt x="8042306" y="64803"/>
                  <a:pt x="8355405" y="0"/>
                </a:cubicBezTo>
                <a:cubicBezTo>
                  <a:pt x="8668504" y="-64803"/>
                  <a:pt x="8733869" y="57869"/>
                  <a:pt x="8851065" y="0"/>
                </a:cubicBezTo>
                <a:cubicBezTo>
                  <a:pt x="8968261" y="-57869"/>
                  <a:pt x="9316781" y="47811"/>
                  <a:pt x="9441136" y="0"/>
                </a:cubicBezTo>
                <a:cubicBezTo>
                  <a:pt x="9475580" y="102643"/>
                  <a:pt x="9416711" y="271592"/>
                  <a:pt x="9441136" y="400110"/>
                </a:cubicBezTo>
                <a:cubicBezTo>
                  <a:pt x="9116449" y="442921"/>
                  <a:pt x="9051255" y="378571"/>
                  <a:pt x="8756654" y="400110"/>
                </a:cubicBezTo>
                <a:cubicBezTo>
                  <a:pt x="8462053" y="421649"/>
                  <a:pt x="8547453" y="399323"/>
                  <a:pt x="8449817" y="400110"/>
                </a:cubicBezTo>
                <a:cubicBezTo>
                  <a:pt x="8352181" y="400897"/>
                  <a:pt x="8135962" y="360546"/>
                  <a:pt x="8048568" y="400110"/>
                </a:cubicBezTo>
                <a:cubicBezTo>
                  <a:pt x="7961174" y="439674"/>
                  <a:pt x="7442627" y="395544"/>
                  <a:pt x="7269675" y="400110"/>
                </a:cubicBezTo>
                <a:cubicBezTo>
                  <a:pt x="7096723" y="404676"/>
                  <a:pt x="6835426" y="334919"/>
                  <a:pt x="6679604" y="400110"/>
                </a:cubicBezTo>
                <a:cubicBezTo>
                  <a:pt x="6523782" y="465301"/>
                  <a:pt x="6435632" y="394890"/>
                  <a:pt x="6278355" y="400110"/>
                </a:cubicBezTo>
                <a:cubicBezTo>
                  <a:pt x="6121078" y="405330"/>
                  <a:pt x="5949979" y="333673"/>
                  <a:pt x="5688284" y="400110"/>
                </a:cubicBezTo>
                <a:cubicBezTo>
                  <a:pt x="5426589" y="466547"/>
                  <a:pt x="5461203" y="391806"/>
                  <a:pt x="5381448" y="400110"/>
                </a:cubicBezTo>
                <a:cubicBezTo>
                  <a:pt x="5301693" y="408414"/>
                  <a:pt x="5137509" y="376335"/>
                  <a:pt x="5074611" y="400110"/>
                </a:cubicBezTo>
                <a:cubicBezTo>
                  <a:pt x="5011713" y="423885"/>
                  <a:pt x="4625727" y="352205"/>
                  <a:pt x="4484540" y="400110"/>
                </a:cubicBezTo>
                <a:cubicBezTo>
                  <a:pt x="4343353" y="448015"/>
                  <a:pt x="4175114" y="388203"/>
                  <a:pt x="4083291" y="400110"/>
                </a:cubicBezTo>
                <a:cubicBezTo>
                  <a:pt x="3991468" y="412017"/>
                  <a:pt x="3722315" y="366762"/>
                  <a:pt x="3398809" y="400110"/>
                </a:cubicBezTo>
                <a:cubicBezTo>
                  <a:pt x="3075303" y="433458"/>
                  <a:pt x="3152774" y="366793"/>
                  <a:pt x="2997561" y="400110"/>
                </a:cubicBezTo>
                <a:cubicBezTo>
                  <a:pt x="2842348" y="433427"/>
                  <a:pt x="2471424" y="378096"/>
                  <a:pt x="2313078" y="400110"/>
                </a:cubicBezTo>
                <a:cubicBezTo>
                  <a:pt x="2154732" y="422124"/>
                  <a:pt x="2124937" y="382215"/>
                  <a:pt x="2006241" y="400110"/>
                </a:cubicBezTo>
                <a:cubicBezTo>
                  <a:pt x="1887545" y="418005"/>
                  <a:pt x="1564286" y="344490"/>
                  <a:pt x="1321759" y="400110"/>
                </a:cubicBezTo>
                <a:cubicBezTo>
                  <a:pt x="1079232" y="455730"/>
                  <a:pt x="1014799" y="381203"/>
                  <a:pt x="920511" y="400110"/>
                </a:cubicBezTo>
                <a:cubicBezTo>
                  <a:pt x="826223" y="419017"/>
                  <a:pt x="738564" y="370720"/>
                  <a:pt x="613674" y="400110"/>
                </a:cubicBezTo>
                <a:cubicBezTo>
                  <a:pt x="488784" y="429500"/>
                  <a:pt x="248252" y="377876"/>
                  <a:pt x="0" y="400110"/>
                </a:cubicBezTo>
                <a:cubicBezTo>
                  <a:pt x="-23895" y="289495"/>
                  <a:pt x="30887" y="10589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const 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students</a:t>
            </a:r>
            <a:r>
              <a:rPr lang="en-US" sz="2000" noProof="1">
                <a:latin typeface="Consolas" panose="020B0609020204030204" pitchFamily="49" charset="0"/>
              </a:rPr>
              <a:t> = </a:t>
            </a:r>
            <a:r>
              <a:rPr lang="en-US" sz="2000" b="1" noProof="1">
                <a:solidFill>
                  <a:srgbClr val="002060"/>
                </a:solidFill>
                <a:latin typeface="Consolas" panose="020B0609020204030204" pitchFamily="49" charset="0"/>
              </a:rPr>
              <a:t>await</a:t>
            </a:r>
            <a:r>
              <a:rPr lang="en-US" sz="2000" noProof="1">
                <a:latin typeface="Consolas" panose="020B0609020204030204" pitchFamily="49" charset="0"/>
              </a:rPr>
              <a:t> 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Student</a:t>
            </a:r>
            <a:r>
              <a:rPr lang="en-US" sz="2000" noProof="1">
                <a:latin typeface="Consolas" panose="020B0609020204030204" pitchFamily="49" charset="0"/>
              </a:rPr>
              <a:t>.findAll({ where: { group: 1 } });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DCF72B-F95E-BC5A-CDF7-3FCA38C339D9}"/>
              </a:ext>
            </a:extLst>
          </p:cNvPr>
          <p:cNvCxnSpPr>
            <a:cxnSpLocks/>
          </p:cNvCxnSpPr>
          <p:nvPr/>
        </p:nvCxnSpPr>
        <p:spPr>
          <a:xfrm flipH="1" flipV="1">
            <a:off x="10333185" y="3403600"/>
            <a:ext cx="467011" cy="35561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11;p2">
            <a:extLst>
              <a:ext uri="{FF2B5EF4-FFF2-40B4-BE49-F238E27FC236}">
                <a16:creationId xmlns:a16="http://schemas.microsoft.com/office/drawing/2014/main" id="{844AC781-EA15-3AE1-3EED-595AD900251A}"/>
              </a:ext>
            </a:extLst>
          </p:cNvPr>
          <p:cNvSpPr txBox="1"/>
          <p:nvPr/>
        </p:nvSpPr>
        <p:spPr>
          <a:xfrm>
            <a:off x="2101365" y="82828"/>
            <a:ext cx="727123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 algn="ctr">
              <a:buClr>
                <a:schemeClr val="dk1"/>
              </a:buClr>
              <a:buSzPts val="2800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Querying with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 </a:t>
            </a:r>
            <a:endParaRPr lang="en-US" sz="4000" i="1" strike="noStrike" cap="none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4EB041-0223-4DC7-56A4-BD9E08A1CA2B}"/>
              </a:ext>
            </a:extLst>
          </p:cNvPr>
          <p:cNvSpPr/>
          <p:nvPr/>
        </p:nvSpPr>
        <p:spPr>
          <a:xfrm>
            <a:off x="354156" y="168410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6A4151-7961-F0F4-31FC-1A29D97D0B0F}"/>
              </a:ext>
            </a:extLst>
          </p:cNvPr>
          <p:cNvSpPr txBox="1"/>
          <p:nvPr/>
        </p:nvSpPr>
        <p:spPr>
          <a:xfrm>
            <a:off x="9227428" y="252085"/>
            <a:ext cx="1682833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LAZY LOADING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0433EB-F34A-1C71-65A8-39FE889B11A4}"/>
              </a:ext>
            </a:extLst>
          </p:cNvPr>
          <p:cNvSpPr txBox="1"/>
          <p:nvPr/>
        </p:nvSpPr>
        <p:spPr>
          <a:xfrm>
            <a:off x="1411623" y="820515"/>
            <a:ext cx="9368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call this approach a </a:t>
            </a:r>
            <a:r>
              <a:rPr lang="en-US" sz="20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lazy loading,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we load data when we need it</a:t>
            </a:r>
            <a:r>
              <a:rPr lang="en-US" sz="20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88F4CC-0678-AF66-2586-75D2B90F5DED}"/>
              </a:ext>
            </a:extLst>
          </p:cNvPr>
          <p:cNvSpPr txBox="1"/>
          <p:nvPr/>
        </p:nvSpPr>
        <p:spPr>
          <a:xfrm>
            <a:off x="354156" y="4012239"/>
            <a:ext cx="9441136" cy="400110"/>
          </a:xfrm>
          <a:custGeom>
            <a:avLst/>
            <a:gdLst>
              <a:gd name="connsiteX0" fmla="*/ 0 w 9441136"/>
              <a:gd name="connsiteY0" fmla="*/ 0 h 400110"/>
              <a:gd name="connsiteX1" fmla="*/ 495660 w 9441136"/>
              <a:gd name="connsiteY1" fmla="*/ 0 h 400110"/>
              <a:gd name="connsiteX2" fmla="*/ 802497 w 9441136"/>
              <a:gd name="connsiteY2" fmla="*/ 0 h 400110"/>
              <a:gd name="connsiteX3" fmla="*/ 1581390 w 9441136"/>
              <a:gd name="connsiteY3" fmla="*/ 0 h 400110"/>
              <a:gd name="connsiteX4" fmla="*/ 2077050 w 9441136"/>
              <a:gd name="connsiteY4" fmla="*/ 0 h 400110"/>
              <a:gd name="connsiteX5" fmla="*/ 2572710 w 9441136"/>
              <a:gd name="connsiteY5" fmla="*/ 0 h 400110"/>
              <a:gd name="connsiteX6" fmla="*/ 3351603 w 9441136"/>
              <a:gd name="connsiteY6" fmla="*/ 0 h 400110"/>
              <a:gd name="connsiteX7" fmla="*/ 3752852 w 9441136"/>
              <a:gd name="connsiteY7" fmla="*/ 0 h 400110"/>
              <a:gd name="connsiteX8" fmla="*/ 4531745 w 9441136"/>
              <a:gd name="connsiteY8" fmla="*/ 0 h 400110"/>
              <a:gd name="connsiteX9" fmla="*/ 5310639 w 9441136"/>
              <a:gd name="connsiteY9" fmla="*/ 0 h 400110"/>
              <a:gd name="connsiteX10" fmla="*/ 5900710 w 9441136"/>
              <a:gd name="connsiteY10" fmla="*/ 0 h 400110"/>
              <a:gd name="connsiteX11" fmla="*/ 6679604 w 9441136"/>
              <a:gd name="connsiteY11" fmla="*/ 0 h 400110"/>
              <a:gd name="connsiteX12" fmla="*/ 7175263 w 9441136"/>
              <a:gd name="connsiteY12" fmla="*/ 0 h 400110"/>
              <a:gd name="connsiteX13" fmla="*/ 7670923 w 9441136"/>
              <a:gd name="connsiteY13" fmla="*/ 0 h 400110"/>
              <a:gd name="connsiteX14" fmla="*/ 8355405 w 9441136"/>
              <a:gd name="connsiteY14" fmla="*/ 0 h 400110"/>
              <a:gd name="connsiteX15" fmla="*/ 8851065 w 9441136"/>
              <a:gd name="connsiteY15" fmla="*/ 0 h 400110"/>
              <a:gd name="connsiteX16" fmla="*/ 9441136 w 9441136"/>
              <a:gd name="connsiteY16" fmla="*/ 0 h 400110"/>
              <a:gd name="connsiteX17" fmla="*/ 9441136 w 9441136"/>
              <a:gd name="connsiteY17" fmla="*/ 400110 h 400110"/>
              <a:gd name="connsiteX18" fmla="*/ 8756654 w 9441136"/>
              <a:gd name="connsiteY18" fmla="*/ 400110 h 400110"/>
              <a:gd name="connsiteX19" fmla="*/ 8449817 w 9441136"/>
              <a:gd name="connsiteY19" fmla="*/ 400110 h 400110"/>
              <a:gd name="connsiteX20" fmla="*/ 8048568 w 9441136"/>
              <a:gd name="connsiteY20" fmla="*/ 400110 h 400110"/>
              <a:gd name="connsiteX21" fmla="*/ 7269675 w 9441136"/>
              <a:gd name="connsiteY21" fmla="*/ 400110 h 400110"/>
              <a:gd name="connsiteX22" fmla="*/ 6679604 w 9441136"/>
              <a:gd name="connsiteY22" fmla="*/ 400110 h 400110"/>
              <a:gd name="connsiteX23" fmla="*/ 6278355 w 9441136"/>
              <a:gd name="connsiteY23" fmla="*/ 400110 h 400110"/>
              <a:gd name="connsiteX24" fmla="*/ 5688284 w 9441136"/>
              <a:gd name="connsiteY24" fmla="*/ 400110 h 400110"/>
              <a:gd name="connsiteX25" fmla="*/ 5381448 w 9441136"/>
              <a:gd name="connsiteY25" fmla="*/ 400110 h 400110"/>
              <a:gd name="connsiteX26" fmla="*/ 5074611 w 9441136"/>
              <a:gd name="connsiteY26" fmla="*/ 400110 h 400110"/>
              <a:gd name="connsiteX27" fmla="*/ 4484540 w 9441136"/>
              <a:gd name="connsiteY27" fmla="*/ 400110 h 400110"/>
              <a:gd name="connsiteX28" fmla="*/ 4083291 w 9441136"/>
              <a:gd name="connsiteY28" fmla="*/ 400110 h 400110"/>
              <a:gd name="connsiteX29" fmla="*/ 3398809 w 9441136"/>
              <a:gd name="connsiteY29" fmla="*/ 400110 h 400110"/>
              <a:gd name="connsiteX30" fmla="*/ 2997561 w 9441136"/>
              <a:gd name="connsiteY30" fmla="*/ 400110 h 400110"/>
              <a:gd name="connsiteX31" fmla="*/ 2313078 w 9441136"/>
              <a:gd name="connsiteY31" fmla="*/ 400110 h 400110"/>
              <a:gd name="connsiteX32" fmla="*/ 2006241 w 9441136"/>
              <a:gd name="connsiteY32" fmla="*/ 400110 h 400110"/>
              <a:gd name="connsiteX33" fmla="*/ 1321759 w 9441136"/>
              <a:gd name="connsiteY33" fmla="*/ 400110 h 400110"/>
              <a:gd name="connsiteX34" fmla="*/ 920511 w 9441136"/>
              <a:gd name="connsiteY34" fmla="*/ 400110 h 400110"/>
              <a:gd name="connsiteX35" fmla="*/ 613674 w 9441136"/>
              <a:gd name="connsiteY35" fmla="*/ 400110 h 400110"/>
              <a:gd name="connsiteX36" fmla="*/ 0 w 9441136"/>
              <a:gd name="connsiteY36" fmla="*/ 400110 h 400110"/>
              <a:gd name="connsiteX37" fmla="*/ 0 w 9441136"/>
              <a:gd name="connsiteY37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9441136" h="400110" extrusionOk="0">
                <a:moveTo>
                  <a:pt x="0" y="0"/>
                </a:moveTo>
                <a:cubicBezTo>
                  <a:pt x="114468" y="-21642"/>
                  <a:pt x="302625" y="4617"/>
                  <a:pt x="495660" y="0"/>
                </a:cubicBezTo>
                <a:cubicBezTo>
                  <a:pt x="688695" y="-4617"/>
                  <a:pt x="677000" y="11822"/>
                  <a:pt x="802497" y="0"/>
                </a:cubicBezTo>
                <a:cubicBezTo>
                  <a:pt x="927994" y="-11822"/>
                  <a:pt x="1376049" y="46235"/>
                  <a:pt x="1581390" y="0"/>
                </a:cubicBezTo>
                <a:cubicBezTo>
                  <a:pt x="1786731" y="-46235"/>
                  <a:pt x="1972075" y="43036"/>
                  <a:pt x="2077050" y="0"/>
                </a:cubicBezTo>
                <a:cubicBezTo>
                  <a:pt x="2182025" y="-43036"/>
                  <a:pt x="2437668" y="2279"/>
                  <a:pt x="2572710" y="0"/>
                </a:cubicBezTo>
                <a:cubicBezTo>
                  <a:pt x="2707752" y="-2279"/>
                  <a:pt x="3181269" y="70273"/>
                  <a:pt x="3351603" y="0"/>
                </a:cubicBezTo>
                <a:cubicBezTo>
                  <a:pt x="3521937" y="-70273"/>
                  <a:pt x="3594597" y="28191"/>
                  <a:pt x="3752852" y="0"/>
                </a:cubicBezTo>
                <a:cubicBezTo>
                  <a:pt x="3911107" y="-28191"/>
                  <a:pt x="4347779" y="78301"/>
                  <a:pt x="4531745" y="0"/>
                </a:cubicBezTo>
                <a:cubicBezTo>
                  <a:pt x="4715711" y="-78301"/>
                  <a:pt x="5142810" y="58411"/>
                  <a:pt x="5310639" y="0"/>
                </a:cubicBezTo>
                <a:cubicBezTo>
                  <a:pt x="5478468" y="-58411"/>
                  <a:pt x="5638207" y="49147"/>
                  <a:pt x="5900710" y="0"/>
                </a:cubicBezTo>
                <a:cubicBezTo>
                  <a:pt x="6163213" y="-49147"/>
                  <a:pt x="6399783" y="30128"/>
                  <a:pt x="6679604" y="0"/>
                </a:cubicBezTo>
                <a:cubicBezTo>
                  <a:pt x="6959425" y="-30128"/>
                  <a:pt x="6951243" y="57192"/>
                  <a:pt x="7175263" y="0"/>
                </a:cubicBezTo>
                <a:cubicBezTo>
                  <a:pt x="7399283" y="-57192"/>
                  <a:pt x="7570384" y="48164"/>
                  <a:pt x="7670923" y="0"/>
                </a:cubicBezTo>
                <a:cubicBezTo>
                  <a:pt x="7771462" y="-48164"/>
                  <a:pt x="8042306" y="64803"/>
                  <a:pt x="8355405" y="0"/>
                </a:cubicBezTo>
                <a:cubicBezTo>
                  <a:pt x="8668504" y="-64803"/>
                  <a:pt x="8733869" y="57869"/>
                  <a:pt x="8851065" y="0"/>
                </a:cubicBezTo>
                <a:cubicBezTo>
                  <a:pt x="8968261" y="-57869"/>
                  <a:pt x="9316781" y="47811"/>
                  <a:pt x="9441136" y="0"/>
                </a:cubicBezTo>
                <a:cubicBezTo>
                  <a:pt x="9475580" y="102643"/>
                  <a:pt x="9416711" y="271592"/>
                  <a:pt x="9441136" y="400110"/>
                </a:cubicBezTo>
                <a:cubicBezTo>
                  <a:pt x="9116449" y="442921"/>
                  <a:pt x="9051255" y="378571"/>
                  <a:pt x="8756654" y="400110"/>
                </a:cubicBezTo>
                <a:cubicBezTo>
                  <a:pt x="8462053" y="421649"/>
                  <a:pt x="8547453" y="399323"/>
                  <a:pt x="8449817" y="400110"/>
                </a:cubicBezTo>
                <a:cubicBezTo>
                  <a:pt x="8352181" y="400897"/>
                  <a:pt x="8135962" y="360546"/>
                  <a:pt x="8048568" y="400110"/>
                </a:cubicBezTo>
                <a:cubicBezTo>
                  <a:pt x="7961174" y="439674"/>
                  <a:pt x="7442627" y="395544"/>
                  <a:pt x="7269675" y="400110"/>
                </a:cubicBezTo>
                <a:cubicBezTo>
                  <a:pt x="7096723" y="404676"/>
                  <a:pt x="6835426" y="334919"/>
                  <a:pt x="6679604" y="400110"/>
                </a:cubicBezTo>
                <a:cubicBezTo>
                  <a:pt x="6523782" y="465301"/>
                  <a:pt x="6435632" y="394890"/>
                  <a:pt x="6278355" y="400110"/>
                </a:cubicBezTo>
                <a:cubicBezTo>
                  <a:pt x="6121078" y="405330"/>
                  <a:pt x="5949979" y="333673"/>
                  <a:pt x="5688284" y="400110"/>
                </a:cubicBezTo>
                <a:cubicBezTo>
                  <a:pt x="5426589" y="466547"/>
                  <a:pt x="5461203" y="391806"/>
                  <a:pt x="5381448" y="400110"/>
                </a:cubicBezTo>
                <a:cubicBezTo>
                  <a:pt x="5301693" y="408414"/>
                  <a:pt x="5137509" y="376335"/>
                  <a:pt x="5074611" y="400110"/>
                </a:cubicBezTo>
                <a:cubicBezTo>
                  <a:pt x="5011713" y="423885"/>
                  <a:pt x="4625727" y="352205"/>
                  <a:pt x="4484540" y="400110"/>
                </a:cubicBezTo>
                <a:cubicBezTo>
                  <a:pt x="4343353" y="448015"/>
                  <a:pt x="4175114" y="388203"/>
                  <a:pt x="4083291" y="400110"/>
                </a:cubicBezTo>
                <a:cubicBezTo>
                  <a:pt x="3991468" y="412017"/>
                  <a:pt x="3722315" y="366762"/>
                  <a:pt x="3398809" y="400110"/>
                </a:cubicBezTo>
                <a:cubicBezTo>
                  <a:pt x="3075303" y="433458"/>
                  <a:pt x="3152774" y="366793"/>
                  <a:pt x="2997561" y="400110"/>
                </a:cubicBezTo>
                <a:cubicBezTo>
                  <a:pt x="2842348" y="433427"/>
                  <a:pt x="2471424" y="378096"/>
                  <a:pt x="2313078" y="400110"/>
                </a:cubicBezTo>
                <a:cubicBezTo>
                  <a:pt x="2154732" y="422124"/>
                  <a:pt x="2124937" y="382215"/>
                  <a:pt x="2006241" y="400110"/>
                </a:cubicBezTo>
                <a:cubicBezTo>
                  <a:pt x="1887545" y="418005"/>
                  <a:pt x="1564286" y="344490"/>
                  <a:pt x="1321759" y="400110"/>
                </a:cubicBezTo>
                <a:cubicBezTo>
                  <a:pt x="1079232" y="455730"/>
                  <a:pt x="1014799" y="381203"/>
                  <a:pt x="920511" y="400110"/>
                </a:cubicBezTo>
                <a:cubicBezTo>
                  <a:pt x="826223" y="419017"/>
                  <a:pt x="738564" y="370720"/>
                  <a:pt x="613674" y="400110"/>
                </a:cubicBezTo>
                <a:cubicBezTo>
                  <a:pt x="488784" y="429500"/>
                  <a:pt x="248252" y="377876"/>
                  <a:pt x="0" y="400110"/>
                </a:cubicBezTo>
                <a:cubicBezTo>
                  <a:pt x="-23895" y="289495"/>
                  <a:pt x="30887" y="10589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const courses = </a:t>
            </a:r>
            <a:r>
              <a:rPr lang="en-US" sz="2000" b="1" noProof="1">
                <a:solidFill>
                  <a:srgbClr val="002060"/>
                </a:solidFill>
                <a:latin typeface="Consolas" panose="020B0609020204030204" pitchFamily="49" charset="0"/>
              </a:rPr>
              <a:t>await</a:t>
            </a:r>
            <a:r>
              <a:rPr lang="en-US" sz="2000" noProof="1">
                <a:latin typeface="Consolas" panose="020B0609020204030204" pitchFamily="49" charset="0"/>
              </a:rPr>
              <a:t> 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student</a:t>
            </a:r>
            <a:r>
              <a:rPr lang="en-US" sz="2000" noProof="1">
                <a:latin typeface="Consolas" panose="020B0609020204030204" pitchFamily="49" charset="0"/>
              </a:rPr>
              <a:t>.</a:t>
            </a:r>
            <a:r>
              <a:rPr lang="en-US" sz="2000" noProof="1">
                <a:solidFill>
                  <a:schemeClr val="accent5"/>
                </a:solidFill>
                <a:latin typeface="Consolas" panose="020B0609020204030204" pitchFamily="49" charset="0"/>
              </a:rPr>
              <a:t>getCourses()</a:t>
            </a:r>
            <a:r>
              <a:rPr lang="en-US" sz="2000" noProof="1">
                <a:latin typeface="Consolas" panose="020B0609020204030204" pitchFamily="49" charset="0"/>
              </a:rPr>
              <a:t>;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2B421E-ADC1-AC52-5BA1-35B58C5A64CC}"/>
              </a:ext>
            </a:extLst>
          </p:cNvPr>
          <p:cNvSpPr txBox="1"/>
          <p:nvPr/>
        </p:nvSpPr>
        <p:spPr>
          <a:xfrm>
            <a:off x="354156" y="3582388"/>
            <a:ext cx="3481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 we call, for each students: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839D3A-B978-68BE-82BD-744F233F2D37}"/>
              </a:ext>
            </a:extLst>
          </p:cNvPr>
          <p:cNvSpPr txBox="1"/>
          <p:nvPr/>
        </p:nvSpPr>
        <p:spPr>
          <a:xfrm>
            <a:off x="354156" y="1900794"/>
            <a:ext cx="1554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We first call: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FA70C4-F70B-1011-3E69-13435FEFBEF0}"/>
              </a:ext>
            </a:extLst>
          </p:cNvPr>
          <p:cNvSpPr txBox="1"/>
          <p:nvPr/>
        </p:nvSpPr>
        <p:spPr>
          <a:xfrm>
            <a:off x="354156" y="4469483"/>
            <a:ext cx="6887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triggers a separate SQL query to load that student's courses.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2FB4DC-1124-C7C8-B86E-73AAC19554E8}"/>
              </a:ext>
            </a:extLst>
          </p:cNvPr>
          <p:cNvSpPr txBox="1"/>
          <p:nvPr/>
        </p:nvSpPr>
        <p:spPr>
          <a:xfrm rot="21149816">
            <a:off x="8996281" y="3129742"/>
            <a:ext cx="3060453" cy="253916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Students WHERE group = 1;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17E87F-893A-95C6-A9D8-C2058E262FD9}"/>
              </a:ext>
            </a:extLst>
          </p:cNvPr>
          <p:cNvSpPr txBox="1"/>
          <p:nvPr/>
        </p:nvSpPr>
        <p:spPr>
          <a:xfrm rot="21149816">
            <a:off x="7260013" y="5332474"/>
            <a:ext cx="4608954" cy="57708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SELECT * FROM Courses 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JOIN StudentCourses ON Courses.id =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StudentCourses.courseId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WHERE </a:t>
            </a:r>
            <a:r>
              <a:rPr lang="en-US" sz="1050" dirty="0" err="1">
                <a:solidFill>
                  <a:schemeClr val="bg1"/>
                </a:solidFill>
                <a:latin typeface="Consolas" panose="020B0609020204030204" pitchFamily="49" charset="0"/>
              </a:rPr>
              <a:t>StudentCourses.studentId</a:t>
            </a:r>
            <a:r>
              <a:rPr lang="en-US" sz="1050" dirty="0">
                <a:solidFill>
                  <a:schemeClr val="bg1"/>
                </a:solidFill>
                <a:latin typeface="Consolas" panose="020B0609020204030204" pitchFamily="49" charset="0"/>
              </a:rPr>
              <a:t> = ?;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84760C-ADD6-AA71-16A9-15AAB4A8AFEA}"/>
              </a:ext>
            </a:extLst>
          </p:cNvPr>
          <p:cNvSpPr txBox="1"/>
          <p:nvPr/>
        </p:nvSpPr>
        <p:spPr>
          <a:xfrm rot="20598710">
            <a:off x="10437944" y="3726674"/>
            <a:ext cx="132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Separate SQL queries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69093B6-45F2-5208-2A08-15406BA26068}"/>
              </a:ext>
            </a:extLst>
          </p:cNvPr>
          <p:cNvCxnSpPr>
            <a:cxnSpLocks/>
          </p:cNvCxnSpPr>
          <p:nvPr/>
        </p:nvCxnSpPr>
        <p:spPr>
          <a:xfrm flipH="1">
            <a:off x="10623829" y="4652776"/>
            <a:ext cx="467011" cy="41551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F5AC1325-F77E-F634-65AB-C0E6D85C8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840" y="168410"/>
            <a:ext cx="430839" cy="44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1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0376C-E8A5-3C9C-C6C6-B396199CA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2">
            <a:extLst>
              <a:ext uri="{FF2B5EF4-FFF2-40B4-BE49-F238E27FC236}">
                <a16:creationId xmlns:a16="http://schemas.microsoft.com/office/drawing/2014/main" id="{FBC3E035-FE83-0EAF-F0FC-3E520ACC6CD8}"/>
              </a:ext>
            </a:extLst>
          </p:cNvPr>
          <p:cNvSpPr txBox="1"/>
          <p:nvPr/>
        </p:nvSpPr>
        <p:spPr>
          <a:xfrm>
            <a:off x="2101365" y="82828"/>
            <a:ext cx="727123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 algn="ctr">
              <a:buClr>
                <a:schemeClr val="dk1"/>
              </a:buClr>
              <a:buSzPts val="2800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Querying with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 </a:t>
            </a:r>
            <a:endParaRPr lang="en-US" sz="4000" i="1" strike="noStrike" cap="none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67EA7F-D949-A90A-6D28-B1C88A138BA7}"/>
              </a:ext>
            </a:extLst>
          </p:cNvPr>
          <p:cNvSpPr txBox="1"/>
          <p:nvPr/>
        </p:nvSpPr>
        <p:spPr>
          <a:xfrm>
            <a:off x="880158" y="706680"/>
            <a:ext cx="10960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Eager Loading is the act of querying data of several models at once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6B2D94-7738-AB22-9926-5659B0C76F7D}"/>
              </a:ext>
            </a:extLst>
          </p:cNvPr>
          <p:cNvSpPr/>
          <p:nvPr/>
        </p:nvSpPr>
        <p:spPr>
          <a:xfrm>
            <a:off x="354156" y="168410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BEC2DC-DDDC-5132-F503-FB42B5992FDE}"/>
              </a:ext>
            </a:extLst>
          </p:cNvPr>
          <p:cNvSpPr txBox="1"/>
          <p:nvPr/>
        </p:nvSpPr>
        <p:spPr>
          <a:xfrm>
            <a:off x="1030729" y="2365668"/>
            <a:ext cx="7639910" cy="3785652"/>
          </a:xfrm>
          <a:custGeom>
            <a:avLst/>
            <a:gdLst>
              <a:gd name="connsiteX0" fmla="*/ 0 w 7639910"/>
              <a:gd name="connsiteY0" fmla="*/ 0 h 3785652"/>
              <a:gd name="connsiteX1" fmla="*/ 511286 w 7639910"/>
              <a:gd name="connsiteY1" fmla="*/ 0 h 3785652"/>
              <a:gd name="connsiteX2" fmla="*/ 869774 w 7639910"/>
              <a:gd name="connsiteY2" fmla="*/ 0 h 3785652"/>
              <a:gd name="connsiteX3" fmla="*/ 1610258 w 7639910"/>
              <a:gd name="connsiteY3" fmla="*/ 0 h 3785652"/>
              <a:gd name="connsiteX4" fmla="*/ 2121544 w 7639910"/>
              <a:gd name="connsiteY4" fmla="*/ 0 h 3785652"/>
              <a:gd name="connsiteX5" fmla="*/ 2632831 w 7639910"/>
              <a:gd name="connsiteY5" fmla="*/ 0 h 3785652"/>
              <a:gd name="connsiteX6" fmla="*/ 3373314 w 7639910"/>
              <a:gd name="connsiteY6" fmla="*/ 0 h 3785652"/>
              <a:gd name="connsiteX7" fmla="*/ 3808201 w 7639910"/>
              <a:gd name="connsiteY7" fmla="*/ 0 h 3785652"/>
              <a:gd name="connsiteX8" fmla="*/ 4548685 w 7639910"/>
              <a:gd name="connsiteY8" fmla="*/ 0 h 3785652"/>
              <a:gd name="connsiteX9" fmla="*/ 5289168 w 7639910"/>
              <a:gd name="connsiteY9" fmla="*/ 0 h 3785652"/>
              <a:gd name="connsiteX10" fmla="*/ 5876854 w 7639910"/>
              <a:gd name="connsiteY10" fmla="*/ 0 h 3785652"/>
              <a:gd name="connsiteX11" fmla="*/ 6617337 w 7639910"/>
              <a:gd name="connsiteY11" fmla="*/ 0 h 3785652"/>
              <a:gd name="connsiteX12" fmla="*/ 7128624 w 7639910"/>
              <a:gd name="connsiteY12" fmla="*/ 0 h 3785652"/>
              <a:gd name="connsiteX13" fmla="*/ 7639910 w 7639910"/>
              <a:gd name="connsiteY13" fmla="*/ 0 h 3785652"/>
              <a:gd name="connsiteX14" fmla="*/ 7639910 w 7639910"/>
              <a:gd name="connsiteY14" fmla="*/ 578664 h 3785652"/>
              <a:gd name="connsiteX15" fmla="*/ 7639910 w 7639910"/>
              <a:gd name="connsiteY15" fmla="*/ 1119471 h 3785652"/>
              <a:gd name="connsiteX16" fmla="*/ 7639910 w 7639910"/>
              <a:gd name="connsiteY16" fmla="*/ 1660279 h 3785652"/>
              <a:gd name="connsiteX17" fmla="*/ 7639910 w 7639910"/>
              <a:gd name="connsiteY17" fmla="*/ 2238943 h 3785652"/>
              <a:gd name="connsiteX18" fmla="*/ 7639910 w 7639910"/>
              <a:gd name="connsiteY18" fmla="*/ 2817607 h 3785652"/>
              <a:gd name="connsiteX19" fmla="*/ 7639910 w 7639910"/>
              <a:gd name="connsiteY19" fmla="*/ 3785652 h 3785652"/>
              <a:gd name="connsiteX20" fmla="*/ 7281422 w 7639910"/>
              <a:gd name="connsiteY20" fmla="*/ 3785652 h 3785652"/>
              <a:gd name="connsiteX21" fmla="*/ 6540938 w 7639910"/>
              <a:gd name="connsiteY21" fmla="*/ 3785652 h 3785652"/>
              <a:gd name="connsiteX22" fmla="*/ 5953253 w 7639910"/>
              <a:gd name="connsiteY22" fmla="*/ 3785652 h 3785652"/>
              <a:gd name="connsiteX23" fmla="*/ 5518366 w 7639910"/>
              <a:gd name="connsiteY23" fmla="*/ 3785652 h 3785652"/>
              <a:gd name="connsiteX24" fmla="*/ 4930680 w 7639910"/>
              <a:gd name="connsiteY24" fmla="*/ 3785652 h 3785652"/>
              <a:gd name="connsiteX25" fmla="*/ 4572192 w 7639910"/>
              <a:gd name="connsiteY25" fmla="*/ 3785652 h 3785652"/>
              <a:gd name="connsiteX26" fmla="*/ 4213704 w 7639910"/>
              <a:gd name="connsiteY26" fmla="*/ 3785652 h 3785652"/>
              <a:gd name="connsiteX27" fmla="*/ 3626019 w 7639910"/>
              <a:gd name="connsiteY27" fmla="*/ 3785652 h 3785652"/>
              <a:gd name="connsiteX28" fmla="*/ 3191132 w 7639910"/>
              <a:gd name="connsiteY28" fmla="*/ 3785652 h 3785652"/>
              <a:gd name="connsiteX29" fmla="*/ 2527047 w 7639910"/>
              <a:gd name="connsiteY29" fmla="*/ 3785652 h 3785652"/>
              <a:gd name="connsiteX30" fmla="*/ 2092160 w 7639910"/>
              <a:gd name="connsiteY30" fmla="*/ 3785652 h 3785652"/>
              <a:gd name="connsiteX31" fmla="*/ 1428075 w 7639910"/>
              <a:gd name="connsiteY31" fmla="*/ 3785652 h 3785652"/>
              <a:gd name="connsiteX32" fmla="*/ 1069587 w 7639910"/>
              <a:gd name="connsiteY32" fmla="*/ 3785652 h 3785652"/>
              <a:gd name="connsiteX33" fmla="*/ 0 w 7639910"/>
              <a:gd name="connsiteY33" fmla="*/ 3785652 h 3785652"/>
              <a:gd name="connsiteX34" fmla="*/ 0 w 7639910"/>
              <a:gd name="connsiteY34" fmla="*/ 3320558 h 3785652"/>
              <a:gd name="connsiteX35" fmla="*/ 0 w 7639910"/>
              <a:gd name="connsiteY35" fmla="*/ 2704037 h 3785652"/>
              <a:gd name="connsiteX36" fmla="*/ 0 w 7639910"/>
              <a:gd name="connsiteY36" fmla="*/ 2201086 h 3785652"/>
              <a:gd name="connsiteX37" fmla="*/ 0 w 7639910"/>
              <a:gd name="connsiteY37" fmla="*/ 1584566 h 3785652"/>
              <a:gd name="connsiteX38" fmla="*/ 0 w 7639910"/>
              <a:gd name="connsiteY38" fmla="*/ 1119471 h 3785652"/>
              <a:gd name="connsiteX39" fmla="*/ 0 w 7639910"/>
              <a:gd name="connsiteY39" fmla="*/ 692234 h 3785652"/>
              <a:gd name="connsiteX40" fmla="*/ 0 w 7639910"/>
              <a:gd name="connsiteY40" fmla="*/ 0 h 3785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639910" h="3785652" extrusionOk="0">
                <a:moveTo>
                  <a:pt x="0" y="0"/>
                </a:moveTo>
                <a:cubicBezTo>
                  <a:pt x="202671" y="-15342"/>
                  <a:pt x="370915" y="46634"/>
                  <a:pt x="511286" y="0"/>
                </a:cubicBezTo>
                <a:cubicBezTo>
                  <a:pt x="651657" y="-46634"/>
                  <a:pt x="728354" y="32265"/>
                  <a:pt x="869774" y="0"/>
                </a:cubicBezTo>
                <a:cubicBezTo>
                  <a:pt x="1011194" y="-32265"/>
                  <a:pt x="1368098" y="48617"/>
                  <a:pt x="1610258" y="0"/>
                </a:cubicBezTo>
                <a:cubicBezTo>
                  <a:pt x="1852418" y="-48617"/>
                  <a:pt x="2001841" y="14161"/>
                  <a:pt x="2121544" y="0"/>
                </a:cubicBezTo>
                <a:cubicBezTo>
                  <a:pt x="2241247" y="-14161"/>
                  <a:pt x="2503396" y="11957"/>
                  <a:pt x="2632831" y="0"/>
                </a:cubicBezTo>
                <a:cubicBezTo>
                  <a:pt x="2762266" y="-11957"/>
                  <a:pt x="3202813" y="40841"/>
                  <a:pt x="3373314" y="0"/>
                </a:cubicBezTo>
                <a:cubicBezTo>
                  <a:pt x="3543815" y="-40841"/>
                  <a:pt x="3613373" y="37300"/>
                  <a:pt x="3808201" y="0"/>
                </a:cubicBezTo>
                <a:cubicBezTo>
                  <a:pt x="4003029" y="-37300"/>
                  <a:pt x="4190646" y="46695"/>
                  <a:pt x="4548685" y="0"/>
                </a:cubicBezTo>
                <a:cubicBezTo>
                  <a:pt x="4906724" y="-46695"/>
                  <a:pt x="5138598" y="49214"/>
                  <a:pt x="5289168" y="0"/>
                </a:cubicBezTo>
                <a:cubicBezTo>
                  <a:pt x="5439738" y="-49214"/>
                  <a:pt x="5697535" y="22588"/>
                  <a:pt x="5876854" y="0"/>
                </a:cubicBezTo>
                <a:cubicBezTo>
                  <a:pt x="6056173" y="-22588"/>
                  <a:pt x="6386149" y="942"/>
                  <a:pt x="6617337" y="0"/>
                </a:cubicBezTo>
                <a:cubicBezTo>
                  <a:pt x="6848525" y="-942"/>
                  <a:pt x="6966968" y="17714"/>
                  <a:pt x="7128624" y="0"/>
                </a:cubicBezTo>
                <a:cubicBezTo>
                  <a:pt x="7290280" y="-17714"/>
                  <a:pt x="7430673" y="31176"/>
                  <a:pt x="7639910" y="0"/>
                </a:cubicBezTo>
                <a:cubicBezTo>
                  <a:pt x="7673936" y="273956"/>
                  <a:pt x="7586910" y="410892"/>
                  <a:pt x="7639910" y="578664"/>
                </a:cubicBezTo>
                <a:cubicBezTo>
                  <a:pt x="7692910" y="746436"/>
                  <a:pt x="7601710" y="938592"/>
                  <a:pt x="7639910" y="1119471"/>
                </a:cubicBezTo>
                <a:cubicBezTo>
                  <a:pt x="7678110" y="1300350"/>
                  <a:pt x="7589107" y="1445708"/>
                  <a:pt x="7639910" y="1660279"/>
                </a:cubicBezTo>
                <a:cubicBezTo>
                  <a:pt x="7690713" y="1874850"/>
                  <a:pt x="7599150" y="2110327"/>
                  <a:pt x="7639910" y="2238943"/>
                </a:cubicBezTo>
                <a:cubicBezTo>
                  <a:pt x="7680670" y="2367559"/>
                  <a:pt x="7589853" y="2613024"/>
                  <a:pt x="7639910" y="2817607"/>
                </a:cubicBezTo>
                <a:cubicBezTo>
                  <a:pt x="7689967" y="3022190"/>
                  <a:pt x="7577341" y="3349094"/>
                  <a:pt x="7639910" y="3785652"/>
                </a:cubicBezTo>
                <a:cubicBezTo>
                  <a:pt x="7555077" y="3810179"/>
                  <a:pt x="7456859" y="3776713"/>
                  <a:pt x="7281422" y="3785652"/>
                </a:cubicBezTo>
                <a:cubicBezTo>
                  <a:pt x="7105985" y="3794591"/>
                  <a:pt x="6848016" y="3720700"/>
                  <a:pt x="6540938" y="3785652"/>
                </a:cubicBezTo>
                <a:cubicBezTo>
                  <a:pt x="6233860" y="3850604"/>
                  <a:pt x="6213708" y="3736877"/>
                  <a:pt x="5953253" y="3785652"/>
                </a:cubicBezTo>
                <a:cubicBezTo>
                  <a:pt x="5692799" y="3834427"/>
                  <a:pt x="5673493" y="3740375"/>
                  <a:pt x="5518366" y="3785652"/>
                </a:cubicBezTo>
                <a:cubicBezTo>
                  <a:pt x="5363239" y="3830929"/>
                  <a:pt x="5202911" y="3782572"/>
                  <a:pt x="4930680" y="3785652"/>
                </a:cubicBezTo>
                <a:cubicBezTo>
                  <a:pt x="4658449" y="3788732"/>
                  <a:pt x="4684523" y="3772991"/>
                  <a:pt x="4572192" y="3785652"/>
                </a:cubicBezTo>
                <a:cubicBezTo>
                  <a:pt x="4459861" y="3798313"/>
                  <a:pt x="4311527" y="3783142"/>
                  <a:pt x="4213704" y="3785652"/>
                </a:cubicBezTo>
                <a:cubicBezTo>
                  <a:pt x="4115881" y="3788162"/>
                  <a:pt x="3759117" y="3724870"/>
                  <a:pt x="3626019" y="3785652"/>
                </a:cubicBezTo>
                <a:cubicBezTo>
                  <a:pt x="3492921" y="3846434"/>
                  <a:pt x="3291525" y="3774394"/>
                  <a:pt x="3191132" y="3785652"/>
                </a:cubicBezTo>
                <a:cubicBezTo>
                  <a:pt x="3090739" y="3796910"/>
                  <a:pt x="2710287" y="3708575"/>
                  <a:pt x="2527047" y="3785652"/>
                </a:cubicBezTo>
                <a:cubicBezTo>
                  <a:pt x="2343807" y="3862729"/>
                  <a:pt x="2277214" y="3746085"/>
                  <a:pt x="2092160" y="3785652"/>
                </a:cubicBezTo>
                <a:cubicBezTo>
                  <a:pt x="1907106" y="3825219"/>
                  <a:pt x="1593522" y="3757591"/>
                  <a:pt x="1428075" y="3785652"/>
                </a:cubicBezTo>
                <a:cubicBezTo>
                  <a:pt x="1262628" y="3813713"/>
                  <a:pt x="1208813" y="3773237"/>
                  <a:pt x="1069587" y="3785652"/>
                </a:cubicBezTo>
                <a:cubicBezTo>
                  <a:pt x="930361" y="3798067"/>
                  <a:pt x="311343" y="3659854"/>
                  <a:pt x="0" y="3785652"/>
                </a:cubicBezTo>
                <a:cubicBezTo>
                  <a:pt x="-19570" y="3655973"/>
                  <a:pt x="49540" y="3416597"/>
                  <a:pt x="0" y="3320558"/>
                </a:cubicBezTo>
                <a:cubicBezTo>
                  <a:pt x="-49540" y="3224519"/>
                  <a:pt x="67538" y="2890195"/>
                  <a:pt x="0" y="2704037"/>
                </a:cubicBezTo>
                <a:cubicBezTo>
                  <a:pt x="-67538" y="2517879"/>
                  <a:pt x="11599" y="2308303"/>
                  <a:pt x="0" y="2201086"/>
                </a:cubicBezTo>
                <a:cubicBezTo>
                  <a:pt x="-11599" y="2093869"/>
                  <a:pt x="41555" y="1723544"/>
                  <a:pt x="0" y="1584566"/>
                </a:cubicBezTo>
                <a:cubicBezTo>
                  <a:pt x="-41555" y="1445588"/>
                  <a:pt x="54275" y="1289273"/>
                  <a:pt x="0" y="1119471"/>
                </a:cubicBezTo>
                <a:cubicBezTo>
                  <a:pt x="-54275" y="949669"/>
                  <a:pt x="50748" y="872042"/>
                  <a:pt x="0" y="692234"/>
                </a:cubicBezTo>
                <a:cubicBezTo>
                  <a:pt x="-50748" y="512426"/>
                  <a:pt x="66937" y="152007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000" noProof="1">
                <a:latin typeface="Consolas" panose="020B0609020204030204" pitchFamily="49" charset="0"/>
              </a:rPr>
              <a:t>const 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students</a:t>
            </a:r>
            <a:r>
              <a:rPr lang="en-US" sz="2000" noProof="1">
                <a:latin typeface="Consolas" panose="020B0609020204030204" pitchFamily="49" charset="0"/>
              </a:rPr>
              <a:t> = </a:t>
            </a:r>
            <a:r>
              <a:rPr lang="en-US" sz="2000" b="1" noProof="1">
                <a:solidFill>
                  <a:srgbClr val="002060"/>
                </a:solidFill>
                <a:latin typeface="Consolas" panose="020B0609020204030204" pitchFamily="49" charset="0"/>
              </a:rPr>
              <a:t>await</a:t>
            </a:r>
            <a:r>
              <a:rPr lang="en-US" sz="2000" noProof="1">
                <a:latin typeface="Consolas" panose="020B0609020204030204" pitchFamily="49" charset="0"/>
              </a:rPr>
              <a:t> 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Student</a:t>
            </a:r>
            <a:r>
              <a:rPr lang="en-US" sz="2000" noProof="1">
                <a:latin typeface="Consolas" panose="020B0609020204030204" pitchFamily="49" charset="0"/>
              </a:rPr>
              <a:t>.findAll(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		{ where: { group: 1 } }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		</a:t>
            </a:r>
            <a:r>
              <a:rPr lang="en-US" sz="2000" b="1" noProof="1">
                <a:solidFill>
                  <a:srgbClr val="C00000"/>
                </a:solidFill>
                <a:latin typeface="Consolas" panose="020B0609020204030204" pitchFamily="49" charset="0"/>
              </a:rPr>
              <a:t>{ include: Course }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	);</a:t>
            </a:r>
          </a:p>
          <a:p>
            <a:endParaRPr lang="en-US" sz="2000" noProof="1">
              <a:latin typeface="Consolas" panose="020B0609020204030204" pitchFamily="49" charset="0"/>
            </a:endParaRPr>
          </a:p>
          <a:p>
            <a:r>
              <a:rPr lang="en-US" sz="2000" noProof="1">
                <a:latin typeface="Consolas" panose="020B0609020204030204" pitchFamily="49" charset="0"/>
              </a:rPr>
              <a:t>for (const student of students) {</a:t>
            </a:r>
          </a:p>
          <a:p>
            <a:endParaRPr lang="en-US" sz="2000" noProof="1">
              <a:latin typeface="Consolas" panose="020B0609020204030204" pitchFamily="49" charset="0"/>
            </a:endParaRPr>
          </a:p>
          <a:p>
            <a:r>
              <a:rPr lang="en-US" sz="2000" noProof="1">
                <a:latin typeface="Consolas" panose="020B0609020204030204" pitchFamily="49" charset="0"/>
              </a:rPr>
              <a:t>  const courses = </a:t>
            </a:r>
            <a:r>
              <a:rPr lang="en-US" sz="2000" noProof="1">
                <a:solidFill>
                  <a:schemeClr val="accent4"/>
                </a:solidFill>
                <a:latin typeface="Consolas" panose="020B0609020204030204" pitchFamily="49" charset="0"/>
              </a:rPr>
              <a:t>student</a:t>
            </a:r>
            <a:r>
              <a:rPr lang="en-US" sz="2000" noProof="1">
                <a:latin typeface="Consolas" panose="020B0609020204030204" pitchFamily="49" charset="0"/>
              </a:rPr>
              <a:t>.</a:t>
            </a:r>
            <a:r>
              <a:rPr lang="en-US" sz="2000" noProof="1">
                <a:solidFill>
                  <a:schemeClr val="accent5"/>
                </a:solidFill>
                <a:latin typeface="Consolas" panose="020B0609020204030204" pitchFamily="49" charset="0"/>
              </a:rPr>
              <a:t>Courses</a:t>
            </a:r>
            <a:r>
              <a:rPr lang="en-US" sz="2000" noProof="1">
                <a:latin typeface="Consolas" panose="020B0609020204030204" pitchFamily="49" charset="0"/>
              </a:rPr>
              <a:t>; </a:t>
            </a:r>
          </a:p>
          <a:p>
            <a:r>
              <a:rPr lang="en-US" sz="20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for (const course of courses) {</a:t>
            </a:r>
          </a:p>
          <a:p>
            <a:r>
              <a:rPr lang="en-US" sz="20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 console.log(`${course.title}`);</a:t>
            </a:r>
          </a:p>
          <a:p>
            <a:r>
              <a:rPr lang="en-US" sz="20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noProof="1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AC72A8-E98D-D743-5ADB-60C84A861681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798707" y="3485111"/>
            <a:ext cx="2216989" cy="122903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7FA941-100B-C2A5-C3EA-635ED7CBF090}"/>
              </a:ext>
            </a:extLst>
          </p:cNvPr>
          <p:cNvSpPr txBox="1"/>
          <p:nvPr/>
        </p:nvSpPr>
        <p:spPr>
          <a:xfrm>
            <a:off x="9015696" y="3115779"/>
            <a:ext cx="26396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</a:rPr>
              <a:t>After eager loading,</a:t>
            </a:r>
          </a:p>
          <a:p>
            <a:r>
              <a:rPr lang="en-US" sz="1400" dirty="0">
                <a:solidFill>
                  <a:schemeClr val="accent5"/>
                </a:solidFill>
              </a:rPr>
              <a:t>Each </a:t>
            </a:r>
            <a:r>
              <a:rPr lang="en-US" sz="1400" b="1" dirty="0">
                <a:solidFill>
                  <a:schemeClr val="accent5"/>
                </a:solidFill>
              </a:rPr>
              <a:t>Student instance has a Courses property.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0C8DDE-D11E-F686-9F1C-3497FE653100}"/>
              </a:ext>
            </a:extLst>
          </p:cNvPr>
          <p:cNvSpPr txBox="1"/>
          <p:nvPr/>
        </p:nvSpPr>
        <p:spPr>
          <a:xfrm>
            <a:off x="9227428" y="252085"/>
            <a:ext cx="187634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EAGER LOADING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2FBAA9-E188-0C1C-C540-242048641B65}"/>
              </a:ext>
            </a:extLst>
          </p:cNvPr>
          <p:cNvSpPr txBox="1"/>
          <p:nvPr/>
        </p:nvSpPr>
        <p:spPr>
          <a:xfrm>
            <a:off x="589872" y="1531270"/>
            <a:ext cx="9307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Sequelize, eager loading is mainly done by using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include option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a model finder query: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E5483AF-68BF-45BB-04B6-7CE8175EAE2C}"/>
              </a:ext>
            </a:extLst>
          </p:cNvPr>
          <p:cNvCxnSpPr>
            <a:cxnSpLocks/>
          </p:cNvCxnSpPr>
          <p:nvPr/>
        </p:nvCxnSpPr>
        <p:spPr>
          <a:xfrm flipH="1" flipV="1">
            <a:off x="5844641" y="3159480"/>
            <a:ext cx="3252158" cy="24760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9D597FA3-6CA1-4E13-1D0D-5A424B695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6294" y="132874"/>
            <a:ext cx="480406" cy="48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8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54AF69-7274-F847-9BEA-1CC8C949E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733486"/>
              </p:ext>
            </p:extLst>
          </p:nvPr>
        </p:nvGraphicFramePr>
        <p:xfrm>
          <a:off x="512043" y="2357967"/>
          <a:ext cx="3949700" cy="107103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74850">
                  <a:extLst>
                    <a:ext uri="{9D8B030D-6E8A-4147-A177-3AD203B41FA5}">
                      <a16:colId xmlns:a16="http://schemas.microsoft.com/office/drawing/2014/main" val="3352430098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105309713"/>
                    </a:ext>
                  </a:extLst>
                </a:gridCol>
              </a:tblGrid>
              <a:tr h="35701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190954"/>
                  </a:ext>
                </a:extLst>
              </a:tr>
              <a:tr h="35701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877465"/>
                  </a:ext>
                </a:extLst>
              </a:tr>
              <a:tr h="357011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076551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564CE1-F083-8D22-64D6-62D4A850C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329169"/>
              </p:ext>
            </p:extLst>
          </p:nvPr>
        </p:nvGraphicFramePr>
        <p:xfrm>
          <a:off x="526672" y="3744126"/>
          <a:ext cx="3949700" cy="10710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74850">
                  <a:extLst>
                    <a:ext uri="{9D8B030D-6E8A-4147-A177-3AD203B41FA5}">
                      <a16:colId xmlns:a16="http://schemas.microsoft.com/office/drawing/2014/main" val="3352430098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105309713"/>
                    </a:ext>
                  </a:extLst>
                </a:gridCol>
              </a:tblGrid>
              <a:tr h="35701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190954"/>
                  </a:ext>
                </a:extLst>
              </a:tr>
              <a:tr h="35701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877465"/>
                  </a:ext>
                </a:extLst>
              </a:tr>
              <a:tr h="35701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07655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A0C972E-9FE7-11AC-7366-B6CEE3DEC623}"/>
              </a:ext>
            </a:extLst>
          </p:cNvPr>
          <p:cNvSpPr txBox="1"/>
          <p:nvPr/>
        </p:nvSpPr>
        <p:spPr>
          <a:xfrm>
            <a:off x="426318" y="2089451"/>
            <a:ext cx="1358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/>
                </a:solidFill>
              </a:rPr>
              <a:t>Students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34F81-069E-7A74-E3A6-7B1406779C06}"/>
              </a:ext>
            </a:extLst>
          </p:cNvPr>
          <p:cNvSpPr txBox="1"/>
          <p:nvPr/>
        </p:nvSpPr>
        <p:spPr>
          <a:xfrm>
            <a:off x="440947" y="3479956"/>
            <a:ext cx="1358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Courses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3F8A16-D61C-5F2D-2CB8-5C8A914C5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02637"/>
              </p:ext>
            </p:extLst>
          </p:nvPr>
        </p:nvGraphicFramePr>
        <p:xfrm>
          <a:off x="597768" y="5176894"/>
          <a:ext cx="3949700" cy="137583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74850">
                  <a:extLst>
                    <a:ext uri="{9D8B030D-6E8A-4147-A177-3AD203B41FA5}">
                      <a16:colId xmlns:a16="http://schemas.microsoft.com/office/drawing/2014/main" val="3352430098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105309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 err="1"/>
                        <a:t>StudentId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CourseId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190954"/>
                  </a:ext>
                </a:extLst>
              </a:tr>
              <a:tr h="357011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539572"/>
                  </a:ext>
                </a:extLst>
              </a:tr>
              <a:tr h="357011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877465"/>
                  </a:ext>
                </a:extLst>
              </a:tr>
              <a:tr h="357011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07655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B5071B-1282-43F2-F81E-1589ADA4B7DC}"/>
              </a:ext>
            </a:extLst>
          </p:cNvPr>
          <p:cNvSpPr txBox="1"/>
          <p:nvPr/>
        </p:nvSpPr>
        <p:spPr>
          <a:xfrm>
            <a:off x="512043" y="4885637"/>
            <a:ext cx="173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MyJunction</a:t>
            </a:r>
            <a:endParaRPr lang="en-US" sz="1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A44879-B6B8-ED9B-CC24-7CB888841DA7}"/>
              </a:ext>
            </a:extLst>
          </p:cNvPr>
          <p:cNvSpPr txBox="1"/>
          <p:nvPr/>
        </p:nvSpPr>
        <p:spPr>
          <a:xfrm>
            <a:off x="29234" y="1368092"/>
            <a:ext cx="576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Student</a:t>
            </a:r>
            <a:r>
              <a:rPr lang="en-US" sz="1400" dirty="0" err="1">
                <a:latin typeface="Consolas" panose="020B0609020204030204" pitchFamily="49" charset="0"/>
              </a:rPr>
              <a:t>.belongsToMany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Course</a:t>
            </a:r>
            <a:r>
              <a:rPr lang="en-US" sz="1400" dirty="0">
                <a:latin typeface="Consolas" panose="020B0609020204030204" pitchFamily="49" charset="0"/>
              </a:rPr>
              <a:t>, { through: '</a:t>
            </a:r>
            <a:r>
              <a:rPr lang="en-US" sz="1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MyJunction</a:t>
            </a:r>
            <a:r>
              <a:rPr lang="en-US" sz="1400" dirty="0">
                <a:latin typeface="Consolas" panose="020B0609020204030204" pitchFamily="49" charset="0"/>
              </a:rPr>
              <a:t>'});</a:t>
            </a:r>
          </a:p>
          <a:p>
            <a:r>
              <a:rPr lang="en-US" sz="14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Course</a:t>
            </a:r>
            <a:r>
              <a:rPr lang="en-US" sz="1400" dirty="0" err="1">
                <a:latin typeface="Consolas" panose="020B0609020204030204" pitchFamily="49" charset="0"/>
              </a:rPr>
              <a:t>.belongsToMany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chemeClr val="accent4"/>
                </a:solidFill>
                <a:latin typeface="Consolas" panose="020B0609020204030204" pitchFamily="49" charset="0"/>
              </a:rPr>
              <a:t>Student</a:t>
            </a:r>
            <a:r>
              <a:rPr lang="en-US" sz="1400" dirty="0">
                <a:latin typeface="Consolas" panose="020B0609020204030204" pitchFamily="49" charset="0"/>
              </a:rPr>
              <a:t>, { through: '</a:t>
            </a:r>
            <a:r>
              <a:rPr lang="en-US" sz="1400" b="1" dirty="0" err="1">
                <a:solidFill>
                  <a:schemeClr val="accent5"/>
                </a:solidFill>
                <a:latin typeface="Consolas" panose="020B0609020204030204" pitchFamily="49" charset="0"/>
              </a:rPr>
              <a:t>MyJunction</a:t>
            </a:r>
            <a:r>
              <a:rPr lang="en-US" sz="1400" dirty="0">
                <a:latin typeface="Consolas" panose="020B0609020204030204" pitchFamily="49" charset="0"/>
              </a:rPr>
              <a:t>’});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48432-2C25-C0E8-BF9D-C9C2BCD35FDA}"/>
              </a:ext>
            </a:extLst>
          </p:cNvPr>
          <p:cNvSpPr/>
          <p:nvPr/>
        </p:nvSpPr>
        <p:spPr>
          <a:xfrm>
            <a:off x="354156" y="168410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FBBDAA-822F-5DA7-3BF1-6FD95A1359E7}"/>
              </a:ext>
            </a:extLst>
          </p:cNvPr>
          <p:cNvSpPr txBox="1"/>
          <p:nvPr/>
        </p:nvSpPr>
        <p:spPr>
          <a:xfrm>
            <a:off x="7138098" y="1353423"/>
            <a:ext cx="5573569" cy="307777"/>
          </a:xfrm>
          <a:custGeom>
            <a:avLst/>
            <a:gdLst>
              <a:gd name="connsiteX0" fmla="*/ 0 w 5573569"/>
              <a:gd name="connsiteY0" fmla="*/ 0 h 307777"/>
              <a:gd name="connsiteX1" fmla="*/ 501621 w 5573569"/>
              <a:gd name="connsiteY1" fmla="*/ 0 h 307777"/>
              <a:gd name="connsiteX2" fmla="*/ 891771 w 5573569"/>
              <a:gd name="connsiteY2" fmla="*/ 0 h 307777"/>
              <a:gd name="connsiteX3" fmla="*/ 1560599 w 5573569"/>
              <a:gd name="connsiteY3" fmla="*/ 0 h 307777"/>
              <a:gd name="connsiteX4" fmla="*/ 2062221 w 5573569"/>
              <a:gd name="connsiteY4" fmla="*/ 0 h 307777"/>
              <a:gd name="connsiteX5" fmla="*/ 2563842 w 5573569"/>
              <a:gd name="connsiteY5" fmla="*/ 0 h 307777"/>
              <a:gd name="connsiteX6" fmla="*/ 3232670 w 5573569"/>
              <a:gd name="connsiteY6" fmla="*/ 0 h 307777"/>
              <a:gd name="connsiteX7" fmla="*/ 3678556 w 5573569"/>
              <a:gd name="connsiteY7" fmla="*/ 0 h 307777"/>
              <a:gd name="connsiteX8" fmla="*/ 4347384 w 5573569"/>
              <a:gd name="connsiteY8" fmla="*/ 0 h 307777"/>
              <a:gd name="connsiteX9" fmla="*/ 5016212 w 5573569"/>
              <a:gd name="connsiteY9" fmla="*/ 0 h 307777"/>
              <a:gd name="connsiteX10" fmla="*/ 5573569 w 5573569"/>
              <a:gd name="connsiteY10" fmla="*/ 0 h 307777"/>
              <a:gd name="connsiteX11" fmla="*/ 5573569 w 5573569"/>
              <a:gd name="connsiteY11" fmla="*/ 307777 h 307777"/>
              <a:gd name="connsiteX12" fmla="*/ 4960476 w 5573569"/>
              <a:gd name="connsiteY12" fmla="*/ 307777 h 307777"/>
              <a:gd name="connsiteX13" fmla="*/ 4291648 w 5573569"/>
              <a:gd name="connsiteY13" fmla="*/ 307777 h 307777"/>
              <a:gd name="connsiteX14" fmla="*/ 3622820 w 5573569"/>
              <a:gd name="connsiteY14" fmla="*/ 307777 h 307777"/>
              <a:gd name="connsiteX15" fmla="*/ 3176934 w 5573569"/>
              <a:gd name="connsiteY15" fmla="*/ 307777 h 307777"/>
              <a:gd name="connsiteX16" fmla="*/ 2619577 w 5573569"/>
              <a:gd name="connsiteY16" fmla="*/ 307777 h 307777"/>
              <a:gd name="connsiteX17" fmla="*/ 1950749 w 5573569"/>
              <a:gd name="connsiteY17" fmla="*/ 307777 h 307777"/>
              <a:gd name="connsiteX18" fmla="*/ 1393392 w 5573569"/>
              <a:gd name="connsiteY18" fmla="*/ 307777 h 307777"/>
              <a:gd name="connsiteX19" fmla="*/ 1003242 w 5573569"/>
              <a:gd name="connsiteY19" fmla="*/ 307777 h 307777"/>
              <a:gd name="connsiteX20" fmla="*/ 557357 w 5573569"/>
              <a:gd name="connsiteY20" fmla="*/ 307777 h 307777"/>
              <a:gd name="connsiteX21" fmla="*/ 0 w 5573569"/>
              <a:gd name="connsiteY21" fmla="*/ 307777 h 307777"/>
              <a:gd name="connsiteX22" fmla="*/ 0 w 5573569"/>
              <a:gd name="connsiteY22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573569" h="307777" extrusionOk="0">
                <a:moveTo>
                  <a:pt x="0" y="0"/>
                </a:moveTo>
                <a:cubicBezTo>
                  <a:pt x="158765" y="-49975"/>
                  <a:pt x="256398" y="15493"/>
                  <a:pt x="501621" y="0"/>
                </a:cubicBezTo>
                <a:cubicBezTo>
                  <a:pt x="746844" y="-15493"/>
                  <a:pt x="703277" y="24971"/>
                  <a:pt x="891771" y="0"/>
                </a:cubicBezTo>
                <a:cubicBezTo>
                  <a:pt x="1080265" y="-24971"/>
                  <a:pt x="1387962" y="69752"/>
                  <a:pt x="1560599" y="0"/>
                </a:cubicBezTo>
                <a:cubicBezTo>
                  <a:pt x="1733236" y="-69752"/>
                  <a:pt x="1842707" y="35362"/>
                  <a:pt x="2062221" y="0"/>
                </a:cubicBezTo>
                <a:cubicBezTo>
                  <a:pt x="2281735" y="-35362"/>
                  <a:pt x="2333246" y="32861"/>
                  <a:pt x="2563842" y="0"/>
                </a:cubicBezTo>
                <a:cubicBezTo>
                  <a:pt x="2794438" y="-32861"/>
                  <a:pt x="3023244" y="14776"/>
                  <a:pt x="3232670" y="0"/>
                </a:cubicBezTo>
                <a:cubicBezTo>
                  <a:pt x="3442096" y="-14776"/>
                  <a:pt x="3548390" y="23827"/>
                  <a:pt x="3678556" y="0"/>
                </a:cubicBezTo>
                <a:cubicBezTo>
                  <a:pt x="3808722" y="-23827"/>
                  <a:pt x="4015115" y="37888"/>
                  <a:pt x="4347384" y="0"/>
                </a:cubicBezTo>
                <a:cubicBezTo>
                  <a:pt x="4679653" y="-37888"/>
                  <a:pt x="4769877" y="17698"/>
                  <a:pt x="5016212" y="0"/>
                </a:cubicBezTo>
                <a:cubicBezTo>
                  <a:pt x="5262547" y="-17698"/>
                  <a:pt x="5346563" y="37789"/>
                  <a:pt x="5573569" y="0"/>
                </a:cubicBezTo>
                <a:cubicBezTo>
                  <a:pt x="5576271" y="64033"/>
                  <a:pt x="5554349" y="240824"/>
                  <a:pt x="5573569" y="307777"/>
                </a:cubicBezTo>
                <a:cubicBezTo>
                  <a:pt x="5422063" y="352468"/>
                  <a:pt x="5122825" y="288089"/>
                  <a:pt x="4960476" y="307777"/>
                </a:cubicBezTo>
                <a:cubicBezTo>
                  <a:pt x="4798127" y="327465"/>
                  <a:pt x="4573250" y="277357"/>
                  <a:pt x="4291648" y="307777"/>
                </a:cubicBezTo>
                <a:cubicBezTo>
                  <a:pt x="4010046" y="338197"/>
                  <a:pt x="3789600" y="237013"/>
                  <a:pt x="3622820" y="307777"/>
                </a:cubicBezTo>
                <a:cubicBezTo>
                  <a:pt x="3456040" y="378541"/>
                  <a:pt x="3324702" y="283429"/>
                  <a:pt x="3176934" y="307777"/>
                </a:cubicBezTo>
                <a:cubicBezTo>
                  <a:pt x="3029166" y="332125"/>
                  <a:pt x="2895175" y="242044"/>
                  <a:pt x="2619577" y="307777"/>
                </a:cubicBezTo>
                <a:cubicBezTo>
                  <a:pt x="2343979" y="373510"/>
                  <a:pt x="2129512" y="267161"/>
                  <a:pt x="1950749" y="307777"/>
                </a:cubicBezTo>
                <a:cubicBezTo>
                  <a:pt x="1771986" y="348393"/>
                  <a:pt x="1618165" y="253921"/>
                  <a:pt x="1393392" y="307777"/>
                </a:cubicBezTo>
                <a:cubicBezTo>
                  <a:pt x="1168619" y="361633"/>
                  <a:pt x="1177851" y="278868"/>
                  <a:pt x="1003242" y="307777"/>
                </a:cubicBezTo>
                <a:cubicBezTo>
                  <a:pt x="828633" y="336686"/>
                  <a:pt x="687048" y="295208"/>
                  <a:pt x="557357" y="307777"/>
                </a:cubicBezTo>
                <a:cubicBezTo>
                  <a:pt x="427666" y="320346"/>
                  <a:pt x="190425" y="303662"/>
                  <a:pt x="0" y="307777"/>
                </a:cubicBezTo>
                <a:cubicBezTo>
                  <a:pt x="-34285" y="211639"/>
                  <a:pt x="12331" y="8778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1400" b="1" noProof="1">
                <a:solidFill>
                  <a:schemeClr val="accent4"/>
                </a:solidFill>
                <a:latin typeface="Consolas" panose="020B0609020204030204" pitchFamily="49" charset="0"/>
              </a:rPr>
              <a:t>Student</a:t>
            </a:r>
            <a:r>
              <a:rPr lang="en-US" sz="1400" noProof="1">
                <a:latin typeface="Consolas" panose="020B0609020204030204" pitchFamily="49" charset="0"/>
              </a:rPr>
              <a:t>.findAll(   </a:t>
            </a:r>
            <a:r>
              <a:rPr lang="en-US" sz="1400" noProof="1">
                <a:solidFill>
                  <a:srgbClr val="C00000"/>
                </a:solidFill>
                <a:latin typeface="Consolas" panose="020B0609020204030204" pitchFamily="49" charset="0"/>
              </a:rPr>
              <a:t>{ include: </a:t>
            </a:r>
            <a:r>
              <a:rPr lang="en-US" sz="1400" b="1" noProof="1">
                <a:solidFill>
                  <a:schemeClr val="accent2"/>
                </a:solidFill>
                <a:latin typeface="Consolas" panose="020B0609020204030204" pitchFamily="49" charset="0"/>
              </a:rPr>
              <a:t>Course</a:t>
            </a:r>
            <a:r>
              <a:rPr lang="en-US" sz="1400" noProof="1">
                <a:solidFill>
                  <a:srgbClr val="C00000"/>
                </a:solidFill>
                <a:latin typeface="Consolas" panose="020B0609020204030204" pitchFamily="49" charset="0"/>
              </a:rPr>
              <a:t> }  </a:t>
            </a:r>
            <a:r>
              <a:rPr lang="en-US" sz="1400" noProof="1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656E080-43CC-6B7D-5543-CDDA88DD0301}"/>
              </a:ext>
            </a:extLst>
          </p:cNvPr>
          <p:cNvSpPr/>
          <p:nvPr/>
        </p:nvSpPr>
        <p:spPr>
          <a:xfrm>
            <a:off x="9010969" y="1688425"/>
            <a:ext cx="512238" cy="542313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B1EEFF-E2EA-44BD-B5AB-5EE696C09A0C}"/>
              </a:ext>
            </a:extLst>
          </p:cNvPr>
          <p:cNvSpPr txBox="1"/>
          <p:nvPr/>
        </p:nvSpPr>
        <p:spPr>
          <a:xfrm>
            <a:off x="6096000" y="1996202"/>
            <a:ext cx="5994519" cy="3139321"/>
          </a:xfrm>
          <a:custGeom>
            <a:avLst/>
            <a:gdLst>
              <a:gd name="connsiteX0" fmla="*/ 0 w 5994519"/>
              <a:gd name="connsiteY0" fmla="*/ 0 h 3139321"/>
              <a:gd name="connsiteX1" fmla="*/ 539507 w 5994519"/>
              <a:gd name="connsiteY1" fmla="*/ 0 h 3139321"/>
              <a:gd name="connsiteX2" fmla="*/ 959123 w 5994519"/>
              <a:gd name="connsiteY2" fmla="*/ 0 h 3139321"/>
              <a:gd name="connsiteX3" fmla="*/ 1678465 w 5994519"/>
              <a:gd name="connsiteY3" fmla="*/ 0 h 3139321"/>
              <a:gd name="connsiteX4" fmla="*/ 2217972 w 5994519"/>
              <a:gd name="connsiteY4" fmla="*/ 0 h 3139321"/>
              <a:gd name="connsiteX5" fmla="*/ 2757479 w 5994519"/>
              <a:gd name="connsiteY5" fmla="*/ 0 h 3139321"/>
              <a:gd name="connsiteX6" fmla="*/ 3476821 w 5994519"/>
              <a:gd name="connsiteY6" fmla="*/ 0 h 3139321"/>
              <a:gd name="connsiteX7" fmla="*/ 3956383 w 5994519"/>
              <a:gd name="connsiteY7" fmla="*/ 0 h 3139321"/>
              <a:gd name="connsiteX8" fmla="*/ 4675725 w 5994519"/>
              <a:gd name="connsiteY8" fmla="*/ 0 h 3139321"/>
              <a:gd name="connsiteX9" fmla="*/ 5395067 w 5994519"/>
              <a:gd name="connsiteY9" fmla="*/ 0 h 3139321"/>
              <a:gd name="connsiteX10" fmla="*/ 5994519 w 5994519"/>
              <a:gd name="connsiteY10" fmla="*/ 0 h 3139321"/>
              <a:gd name="connsiteX11" fmla="*/ 5994519 w 5994519"/>
              <a:gd name="connsiteY11" fmla="*/ 586007 h 3139321"/>
              <a:gd name="connsiteX12" fmla="*/ 5994519 w 5994519"/>
              <a:gd name="connsiteY12" fmla="*/ 1140620 h 3139321"/>
              <a:gd name="connsiteX13" fmla="*/ 5994519 w 5994519"/>
              <a:gd name="connsiteY13" fmla="*/ 1569660 h 3139321"/>
              <a:gd name="connsiteX14" fmla="*/ 5994519 w 5994519"/>
              <a:gd name="connsiteY14" fmla="*/ 2092881 h 3139321"/>
              <a:gd name="connsiteX15" fmla="*/ 5994519 w 5994519"/>
              <a:gd name="connsiteY15" fmla="*/ 2616101 h 3139321"/>
              <a:gd name="connsiteX16" fmla="*/ 5994519 w 5994519"/>
              <a:gd name="connsiteY16" fmla="*/ 3139321 h 3139321"/>
              <a:gd name="connsiteX17" fmla="*/ 5335122 w 5994519"/>
              <a:gd name="connsiteY17" fmla="*/ 3139321 h 3139321"/>
              <a:gd name="connsiteX18" fmla="*/ 4735670 w 5994519"/>
              <a:gd name="connsiteY18" fmla="*/ 3139321 h 3139321"/>
              <a:gd name="connsiteX19" fmla="*/ 4316054 w 5994519"/>
              <a:gd name="connsiteY19" fmla="*/ 3139321 h 3139321"/>
              <a:gd name="connsiteX20" fmla="*/ 3836492 w 5994519"/>
              <a:gd name="connsiteY20" fmla="*/ 3139321 h 3139321"/>
              <a:gd name="connsiteX21" fmla="*/ 3117150 w 5994519"/>
              <a:gd name="connsiteY21" fmla="*/ 3139321 h 3139321"/>
              <a:gd name="connsiteX22" fmla="*/ 2517698 w 5994519"/>
              <a:gd name="connsiteY22" fmla="*/ 3139321 h 3139321"/>
              <a:gd name="connsiteX23" fmla="*/ 2038136 w 5994519"/>
              <a:gd name="connsiteY23" fmla="*/ 3139321 h 3139321"/>
              <a:gd name="connsiteX24" fmla="*/ 1438685 w 5994519"/>
              <a:gd name="connsiteY24" fmla="*/ 3139321 h 3139321"/>
              <a:gd name="connsiteX25" fmla="*/ 1019068 w 5994519"/>
              <a:gd name="connsiteY25" fmla="*/ 3139321 h 3139321"/>
              <a:gd name="connsiteX26" fmla="*/ 599452 w 5994519"/>
              <a:gd name="connsiteY26" fmla="*/ 3139321 h 3139321"/>
              <a:gd name="connsiteX27" fmla="*/ 0 w 5994519"/>
              <a:gd name="connsiteY27" fmla="*/ 3139321 h 3139321"/>
              <a:gd name="connsiteX28" fmla="*/ 0 w 5994519"/>
              <a:gd name="connsiteY28" fmla="*/ 2678887 h 3139321"/>
              <a:gd name="connsiteX29" fmla="*/ 0 w 5994519"/>
              <a:gd name="connsiteY29" fmla="*/ 2092881 h 3139321"/>
              <a:gd name="connsiteX30" fmla="*/ 0 w 5994519"/>
              <a:gd name="connsiteY30" fmla="*/ 1601054 h 3139321"/>
              <a:gd name="connsiteX31" fmla="*/ 0 w 5994519"/>
              <a:gd name="connsiteY31" fmla="*/ 1172013 h 3139321"/>
              <a:gd name="connsiteX32" fmla="*/ 0 w 5994519"/>
              <a:gd name="connsiteY32" fmla="*/ 617400 h 3139321"/>
              <a:gd name="connsiteX33" fmla="*/ 0 w 5994519"/>
              <a:gd name="connsiteY33" fmla="*/ 0 h 313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5994519" h="3139321" extrusionOk="0">
                <a:moveTo>
                  <a:pt x="0" y="0"/>
                </a:moveTo>
                <a:cubicBezTo>
                  <a:pt x="130999" y="-5821"/>
                  <a:pt x="408472" y="4085"/>
                  <a:pt x="539507" y="0"/>
                </a:cubicBezTo>
                <a:cubicBezTo>
                  <a:pt x="670542" y="-4085"/>
                  <a:pt x="840507" y="39618"/>
                  <a:pt x="959123" y="0"/>
                </a:cubicBezTo>
                <a:cubicBezTo>
                  <a:pt x="1077739" y="-39618"/>
                  <a:pt x="1339259" y="40239"/>
                  <a:pt x="1678465" y="0"/>
                </a:cubicBezTo>
                <a:cubicBezTo>
                  <a:pt x="2017671" y="-40239"/>
                  <a:pt x="1994223" y="7574"/>
                  <a:pt x="2217972" y="0"/>
                </a:cubicBezTo>
                <a:cubicBezTo>
                  <a:pt x="2441721" y="-7574"/>
                  <a:pt x="2572185" y="50708"/>
                  <a:pt x="2757479" y="0"/>
                </a:cubicBezTo>
                <a:cubicBezTo>
                  <a:pt x="2942773" y="-50708"/>
                  <a:pt x="3314210" y="63440"/>
                  <a:pt x="3476821" y="0"/>
                </a:cubicBezTo>
                <a:cubicBezTo>
                  <a:pt x="3639432" y="-63440"/>
                  <a:pt x="3775361" y="17242"/>
                  <a:pt x="3956383" y="0"/>
                </a:cubicBezTo>
                <a:cubicBezTo>
                  <a:pt x="4137405" y="-17242"/>
                  <a:pt x="4327141" y="73863"/>
                  <a:pt x="4675725" y="0"/>
                </a:cubicBezTo>
                <a:cubicBezTo>
                  <a:pt x="5024309" y="-73863"/>
                  <a:pt x="5042195" y="74455"/>
                  <a:pt x="5395067" y="0"/>
                </a:cubicBezTo>
                <a:cubicBezTo>
                  <a:pt x="5747939" y="-74455"/>
                  <a:pt x="5800562" y="13673"/>
                  <a:pt x="5994519" y="0"/>
                </a:cubicBezTo>
                <a:cubicBezTo>
                  <a:pt x="6025566" y="177517"/>
                  <a:pt x="5979416" y="293062"/>
                  <a:pt x="5994519" y="586007"/>
                </a:cubicBezTo>
                <a:cubicBezTo>
                  <a:pt x="6009622" y="878952"/>
                  <a:pt x="5957893" y="935335"/>
                  <a:pt x="5994519" y="1140620"/>
                </a:cubicBezTo>
                <a:cubicBezTo>
                  <a:pt x="6031145" y="1345905"/>
                  <a:pt x="5980702" y="1413114"/>
                  <a:pt x="5994519" y="1569660"/>
                </a:cubicBezTo>
                <a:cubicBezTo>
                  <a:pt x="6008336" y="1726206"/>
                  <a:pt x="5975867" y="1898852"/>
                  <a:pt x="5994519" y="2092881"/>
                </a:cubicBezTo>
                <a:cubicBezTo>
                  <a:pt x="6013171" y="2286910"/>
                  <a:pt x="5968328" y="2459481"/>
                  <a:pt x="5994519" y="2616101"/>
                </a:cubicBezTo>
                <a:cubicBezTo>
                  <a:pt x="6020710" y="2772721"/>
                  <a:pt x="5972472" y="2906333"/>
                  <a:pt x="5994519" y="3139321"/>
                </a:cubicBezTo>
                <a:cubicBezTo>
                  <a:pt x="5687786" y="3139591"/>
                  <a:pt x="5520896" y="3095404"/>
                  <a:pt x="5335122" y="3139321"/>
                </a:cubicBezTo>
                <a:cubicBezTo>
                  <a:pt x="5149348" y="3183238"/>
                  <a:pt x="4905315" y="3097777"/>
                  <a:pt x="4735670" y="3139321"/>
                </a:cubicBezTo>
                <a:cubicBezTo>
                  <a:pt x="4566025" y="3180865"/>
                  <a:pt x="4468384" y="3114678"/>
                  <a:pt x="4316054" y="3139321"/>
                </a:cubicBezTo>
                <a:cubicBezTo>
                  <a:pt x="4163724" y="3163964"/>
                  <a:pt x="3936703" y="3102306"/>
                  <a:pt x="3836492" y="3139321"/>
                </a:cubicBezTo>
                <a:cubicBezTo>
                  <a:pt x="3736281" y="3176336"/>
                  <a:pt x="3372859" y="3129805"/>
                  <a:pt x="3117150" y="3139321"/>
                </a:cubicBezTo>
                <a:cubicBezTo>
                  <a:pt x="2861441" y="3148837"/>
                  <a:pt x="2644661" y="3118079"/>
                  <a:pt x="2517698" y="3139321"/>
                </a:cubicBezTo>
                <a:cubicBezTo>
                  <a:pt x="2390735" y="3160563"/>
                  <a:pt x="2140094" y="3114943"/>
                  <a:pt x="2038136" y="3139321"/>
                </a:cubicBezTo>
                <a:cubicBezTo>
                  <a:pt x="1936178" y="3163699"/>
                  <a:pt x="1731431" y="3115400"/>
                  <a:pt x="1438685" y="3139321"/>
                </a:cubicBezTo>
                <a:cubicBezTo>
                  <a:pt x="1145939" y="3163242"/>
                  <a:pt x="1158659" y="3104069"/>
                  <a:pt x="1019068" y="3139321"/>
                </a:cubicBezTo>
                <a:cubicBezTo>
                  <a:pt x="879477" y="3174573"/>
                  <a:pt x="708720" y="3107841"/>
                  <a:pt x="599452" y="3139321"/>
                </a:cubicBezTo>
                <a:cubicBezTo>
                  <a:pt x="490184" y="3170801"/>
                  <a:pt x="264380" y="3082929"/>
                  <a:pt x="0" y="3139321"/>
                </a:cubicBezTo>
                <a:cubicBezTo>
                  <a:pt x="-41911" y="2911174"/>
                  <a:pt x="30947" y="2907601"/>
                  <a:pt x="0" y="2678887"/>
                </a:cubicBezTo>
                <a:cubicBezTo>
                  <a:pt x="-30947" y="2450173"/>
                  <a:pt x="1720" y="2292569"/>
                  <a:pt x="0" y="2092881"/>
                </a:cubicBezTo>
                <a:cubicBezTo>
                  <a:pt x="-1720" y="1893193"/>
                  <a:pt x="58162" y="1824803"/>
                  <a:pt x="0" y="1601054"/>
                </a:cubicBezTo>
                <a:cubicBezTo>
                  <a:pt x="-58162" y="1377305"/>
                  <a:pt x="14247" y="1308507"/>
                  <a:pt x="0" y="1172013"/>
                </a:cubicBezTo>
                <a:cubicBezTo>
                  <a:pt x="-14247" y="1035519"/>
                  <a:pt x="5083" y="783653"/>
                  <a:pt x="0" y="617400"/>
                </a:cubicBezTo>
                <a:cubicBezTo>
                  <a:pt x="-5083" y="451147"/>
                  <a:pt x="30848" y="25218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[</a:t>
            </a:r>
          </a:p>
          <a:p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    id: 1,</a:t>
            </a:r>
          </a:p>
          <a:p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    name: "Alice",</a:t>
            </a:r>
          </a:p>
          <a:p>
            <a:r>
              <a:rPr lang="en-US" sz="1100" noProof="1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sz="1100" b="1" noProof="1">
                <a:solidFill>
                  <a:schemeClr val="accent2"/>
                </a:solidFill>
                <a:latin typeface="Consolas" panose="020B0609020204030204" pitchFamily="49" charset="0"/>
              </a:rPr>
              <a:t>Courses</a:t>
            </a:r>
            <a:r>
              <a:rPr lang="en-US" sz="1100" noProof="1">
                <a:solidFill>
                  <a:schemeClr val="accent2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en-US" sz="1100" noProof="1">
                <a:solidFill>
                  <a:schemeClr val="accent2"/>
                </a:solidFill>
                <a:latin typeface="Consolas" panose="020B0609020204030204" pitchFamily="49" charset="0"/>
              </a:rPr>
              <a:t>      { id: 1, title: "Math", </a:t>
            </a:r>
            <a:r>
              <a:rPr lang="en-US" sz="1100" noProof="1">
                <a:solidFill>
                  <a:schemeClr val="accent5"/>
                </a:solidFill>
                <a:latin typeface="Consolas" panose="020B0609020204030204" pitchFamily="49" charset="0"/>
              </a:rPr>
              <a:t>MyJunction: { StudentId: 1, CourseId: 1 }</a:t>
            </a:r>
            <a:r>
              <a:rPr lang="en-US" sz="1100" noProof="1">
                <a:solidFill>
                  <a:schemeClr val="accent2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US" sz="1100" noProof="1">
                <a:solidFill>
                  <a:schemeClr val="accent2"/>
                </a:solidFill>
                <a:latin typeface="Consolas" panose="020B0609020204030204" pitchFamily="49" charset="0"/>
              </a:rPr>
              <a:t>      { id: 2, title: "History", </a:t>
            </a:r>
            <a:r>
              <a:rPr lang="en-US" sz="1100" noProof="1">
                <a:solidFill>
                  <a:schemeClr val="accent5"/>
                </a:solidFill>
                <a:latin typeface="Consolas" panose="020B0609020204030204" pitchFamily="49" charset="0"/>
              </a:rPr>
              <a:t>MyJunction: { StudentId: 1, CourseId: 2 }</a:t>
            </a:r>
            <a:r>
              <a:rPr lang="en-US" sz="1100" noProof="1">
                <a:solidFill>
                  <a:schemeClr val="accent2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en-US" sz="1100" noProof="1">
                <a:solidFill>
                  <a:schemeClr val="accent2"/>
                </a:solidFill>
                <a:latin typeface="Consolas" panose="020B0609020204030204" pitchFamily="49" charset="0"/>
              </a:rPr>
              <a:t>    ]</a:t>
            </a:r>
          </a:p>
          <a:p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  },</a:t>
            </a:r>
          </a:p>
          <a:p>
            <a:endParaRPr lang="en-US" sz="1100" noProof="1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    id: 2,</a:t>
            </a:r>
          </a:p>
          <a:p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    name: "Bob",</a:t>
            </a:r>
          </a:p>
          <a:p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    </a:t>
            </a:r>
            <a:r>
              <a:rPr lang="en-US" sz="1100" b="1" noProof="1">
                <a:solidFill>
                  <a:schemeClr val="accent4"/>
                </a:solidFill>
                <a:latin typeface="Consolas" panose="020B0609020204030204" pitchFamily="49" charset="0"/>
              </a:rPr>
              <a:t>Courses </a:t>
            </a:r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      </a:t>
            </a:r>
            <a:r>
              <a:rPr lang="en-US" sz="1100" noProof="1">
                <a:solidFill>
                  <a:schemeClr val="accent2"/>
                </a:solidFill>
                <a:latin typeface="Consolas" panose="020B0609020204030204" pitchFamily="49" charset="0"/>
              </a:rPr>
              <a:t>{ id: 2, title: "History", </a:t>
            </a:r>
            <a:r>
              <a:rPr lang="en-US" sz="1100" noProof="1">
                <a:solidFill>
                  <a:schemeClr val="accent5"/>
                </a:solidFill>
                <a:latin typeface="Consolas" panose="020B0609020204030204" pitchFamily="49" charset="0"/>
              </a:rPr>
              <a:t>MyJunction: { StudentId: 2, CourseId: 2 }</a:t>
            </a:r>
            <a:r>
              <a:rPr lang="en-US" sz="1100" noProof="1">
                <a:solidFill>
                  <a:schemeClr val="accent2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    ]</a:t>
            </a:r>
          </a:p>
          <a:p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100" noProof="1">
                <a:solidFill>
                  <a:schemeClr val="accent4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99CD08-3FE0-B870-1FD3-7F4E8FD3C016}"/>
              </a:ext>
            </a:extLst>
          </p:cNvPr>
          <p:cNvSpPr txBox="1"/>
          <p:nvPr/>
        </p:nvSpPr>
        <p:spPr>
          <a:xfrm>
            <a:off x="6096000" y="5282044"/>
            <a:ext cx="21854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Courses array 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attached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each </a:t>
            </a:r>
            <a:r>
              <a:rPr lang="en-US" sz="14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instance 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47507C-9A26-8287-2882-E6637956F153}"/>
              </a:ext>
            </a:extLst>
          </p:cNvPr>
          <p:cNvCxnSpPr>
            <a:cxnSpLocks/>
          </p:cNvCxnSpPr>
          <p:nvPr/>
        </p:nvCxnSpPr>
        <p:spPr>
          <a:xfrm flipV="1">
            <a:off x="7120086" y="4638499"/>
            <a:ext cx="0" cy="64354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7BADF81-C35A-5D66-FA3F-C9BE3B97A9D3}"/>
              </a:ext>
            </a:extLst>
          </p:cNvPr>
          <p:cNvCxnSpPr>
            <a:cxnSpLocks/>
          </p:cNvCxnSpPr>
          <p:nvPr/>
        </p:nvCxnSpPr>
        <p:spPr>
          <a:xfrm flipV="1">
            <a:off x="9758511" y="4638499"/>
            <a:ext cx="0" cy="74816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F567B1D-A00A-7260-B627-434EAFD77D6D}"/>
              </a:ext>
            </a:extLst>
          </p:cNvPr>
          <p:cNvSpPr txBox="1"/>
          <p:nvPr/>
        </p:nvSpPr>
        <p:spPr>
          <a:xfrm>
            <a:off x="8890878" y="5282044"/>
            <a:ext cx="15951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</a:t>
            </a:r>
            <a:r>
              <a:rPr lang="en-US" sz="1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also includes the </a:t>
            </a:r>
            <a:r>
              <a:rPr lang="en-US" sz="1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junction metadata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07CCE0-2FE8-445B-CA2E-E0F97E714DA7}"/>
              </a:ext>
            </a:extLst>
          </p:cNvPr>
          <p:cNvSpPr txBox="1"/>
          <p:nvPr/>
        </p:nvSpPr>
        <p:spPr>
          <a:xfrm>
            <a:off x="1105768" y="658358"/>
            <a:ext cx="10960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using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included data is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nested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includes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junction metadata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(StudentCourses).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6A5486-03B5-89DC-160E-EAA855F07A6F}"/>
              </a:ext>
            </a:extLst>
          </p:cNvPr>
          <p:cNvSpPr txBox="1"/>
          <p:nvPr/>
        </p:nvSpPr>
        <p:spPr>
          <a:xfrm>
            <a:off x="9227428" y="252085"/>
            <a:ext cx="187634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EAGER LOADING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E3EE38A-543F-0354-B396-6E316EA43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6294" y="132874"/>
            <a:ext cx="480406" cy="48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27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B9ABA-720C-3756-3865-33FF9A500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20;p4">
            <a:extLst>
              <a:ext uri="{FF2B5EF4-FFF2-40B4-BE49-F238E27FC236}">
                <a16:creationId xmlns:a16="http://schemas.microsoft.com/office/drawing/2014/main" id="{7D33E80D-F732-E187-9835-948AC584ED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342" y="475165"/>
            <a:ext cx="186684" cy="371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1;p4">
            <a:extLst>
              <a:ext uri="{FF2B5EF4-FFF2-40B4-BE49-F238E27FC236}">
                <a16:creationId xmlns:a16="http://schemas.microsoft.com/office/drawing/2014/main" id="{CD8FE76D-B6A9-FBE8-DBC2-8569EF0A99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157" y="475165"/>
            <a:ext cx="186684" cy="3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7;p2">
            <a:extLst>
              <a:ext uri="{FF2B5EF4-FFF2-40B4-BE49-F238E27FC236}">
                <a16:creationId xmlns:a16="http://schemas.microsoft.com/office/drawing/2014/main" id="{FDB47320-2C4A-D06F-D3B0-568EC4B19B17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 - 3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B0AE02-C108-4975-D0ED-8848EB4801D7}"/>
              </a:ext>
            </a:extLst>
          </p:cNvPr>
          <p:cNvSpPr txBox="1"/>
          <p:nvPr/>
        </p:nvSpPr>
        <p:spPr>
          <a:xfrm>
            <a:off x="3662655" y="155904"/>
            <a:ext cx="4592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Get Course Students List</a:t>
            </a:r>
            <a:endParaRPr lang="en-US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819478-5918-AF98-722B-7F677FD0B130}"/>
              </a:ext>
            </a:extLst>
          </p:cNvPr>
          <p:cNvSpPr txBox="1"/>
          <p:nvPr/>
        </p:nvSpPr>
        <p:spPr>
          <a:xfrm>
            <a:off x="3352921" y="776400"/>
            <a:ext cx="56799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start code  (ACTIVITY 3 . ZIP) and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npm install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the code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match requirements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557A3B7-3D78-9547-E7AA-E44163BAB6EC}"/>
              </a:ext>
            </a:extLst>
          </p:cNvPr>
          <p:cNvSpPr txBox="1"/>
          <p:nvPr/>
        </p:nvSpPr>
        <p:spPr>
          <a:xfrm rot="20505054">
            <a:off x="9550996" y="5970803"/>
            <a:ext cx="1461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Expected output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9102E28-F3A7-7F48-8DB8-E35C281DC916}"/>
              </a:ext>
            </a:extLst>
          </p:cNvPr>
          <p:cNvSpPr txBox="1"/>
          <p:nvPr/>
        </p:nvSpPr>
        <p:spPr>
          <a:xfrm>
            <a:off x="252718" y="1597488"/>
            <a:ext cx="6136657" cy="3108543"/>
          </a:xfrm>
          <a:custGeom>
            <a:avLst/>
            <a:gdLst>
              <a:gd name="connsiteX0" fmla="*/ 0 w 6136657"/>
              <a:gd name="connsiteY0" fmla="*/ 0 h 3108543"/>
              <a:gd name="connsiteX1" fmla="*/ 804584 w 6136657"/>
              <a:gd name="connsiteY1" fmla="*/ 0 h 3108543"/>
              <a:gd name="connsiteX2" fmla="*/ 1547801 w 6136657"/>
              <a:gd name="connsiteY2" fmla="*/ 0 h 3108543"/>
              <a:gd name="connsiteX3" fmla="*/ 2352385 w 6136657"/>
              <a:gd name="connsiteY3" fmla="*/ 0 h 3108543"/>
              <a:gd name="connsiteX4" fmla="*/ 2972869 w 6136657"/>
              <a:gd name="connsiteY4" fmla="*/ 0 h 3108543"/>
              <a:gd name="connsiteX5" fmla="*/ 3654720 w 6136657"/>
              <a:gd name="connsiteY5" fmla="*/ 0 h 3108543"/>
              <a:gd name="connsiteX6" fmla="*/ 4213838 w 6136657"/>
              <a:gd name="connsiteY6" fmla="*/ 0 h 3108543"/>
              <a:gd name="connsiteX7" fmla="*/ 4957055 w 6136657"/>
              <a:gd name="connsiteY7" fmla="*/ 0 h 3108543"/>
              <a:gd name="connsiteX8" fmla="*/ 6136657 w 6136657"/>
              <a:gd name="connsiteY8" fmla="*/ 0 h 3108543"/>
              <a:gd name="connsiteX9" fmla="*/ 6136657 w 6136657"/>
              <a:gd name="connsiteY9" fmla="*/ 683879 h 3108543"/>
              <a:gd name="connsiteX10" fmla="*/ 6136657 w 6136657"/>
              <a:gd name="connsiteY10" fmla="*/ 1274503 h 3108543"/>
              <a:gd name="connsiteX11" fmla="*/ 6136657 w 6136657"/>
              <a:gd name="connsiteY11" fmla="*/ 1896211 h 3108543"/>
              <a:gd name="connsiteX12" fmla="*/ 6136657 w 6136657"/>
              <a:gd name="connsiteY12" fmla="*/ 2455749 h 3108543"/>
              <a:gd name="connsiteX13" fmla="*/ 6136657 w 6136657"/>
              <a:gd name="connsiteY13" fmla="*/ 3108543 h 3108543"/>
              <a:gd name="connsiteX14" fmla="*/ 5638906 w 6136657"/>
              <a:gd name="connsiteY14" fmla="*/ 3108543 h 3108543"/>
              <a:gd name="connsiteX15" fmla="*/ 5141155 w 6136657"/>
              <a:gd name="connsiteY15" fmla="*/ 3108543 h 3108543"/>
              <a:gd name="connsiteX16" fmla="*/ 4336571 w 6136657"/>
              <a:gd name="connsiteY16" fmla="*/ 3108543 h 3108543"/>
              <a:gd name="connsiteX17" fmla="*/ 3777453 w 6136657"/>
              <a:gd name="connsiteY17" fmla="*/ 3108543 h 3108543"/>
              <a:gd name="connsiteX18" fmla="*/ 3156969 w 6136657"/>
              <a:gd name="connsiteY18" fmla="*/ 3108543 h 3108543"/>
              <a:gd name="connsiteX19" fmla="*/ 2597851 w 6136657"/>
              <a:gd name="connsiteY19" fmla="*/ 3108543 h 3108543"/>
              <a:gd name="connsiteX20" fmla="*/ 1916001 w 6136657"/>
              <a:gd name="connsiteY20" fmla="*/ 3108543 h 3108543"/>
              <a:gd name="connsiteX21" fmla="*/ 1172783 w 6136657"/>
              <a:gd name="connsiteY21" fmla="*/ 3108543 h 3108543"/>
              <a:gd name="connsiteX22" fmla="*/ 675032 w 6136657"/>
              <a:gd name="connsiteY22" fmla="*/ 3108543 h 3108543"/>
              <a:gd name="connsiteX23" fmla="*/ 0 w 6136657"/>
              <a:gd name="connsiteY23" fmla="*/ 3108543 h 3108543"/>
              <a:gd name="connsiteX24" fmla="*/ 0 w 6136657"/>
              <a:gd name="connsiteY24" fmla="*/ 2580091 h 3108543"/>
              <a:gd name="connsiteX25" fmla="*/ 0 w 6136657"/>
              <a:gd name="connsiteY25" fmla="*/ 1896211 h 3108543"/>
              <a:gd name="connsiteX26" fmla="*/ 0 w 6136657"/>
              <a:gd name="connsiteY26" fmla="*/ 1336673 h 3108543"/>
              <a:gd name="connsiteX27" fmla="*/ 0 w 6136657"/>
              <a:gd name="connsiteY27" fmla="*/ 808221 h 3108543"/>
              <a:gd name="connsiteX28" fmla="*/ 0 w 6136657"/>
              <a:gd name="connsiteY28" fmla="*/ 0 h 3108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136657" h="3108543" extrusionOk="0">
                <a:moveTo>
                  <a:pt x="0" y="0"/>
                </a:moveTo>
                <a:cubicBezTo>
                  <a:pt x="388203" y="38928"/>
                  <a:pt x="402540" y="18721"/>
                  <a:pt x="804584" y="0"/>
                </a:cubicBezTo>
                <a:cubicBezTo>
                  <a:pt x="1206628" y="-18721"/>
                  <a:pt x="1208956" y="-15118"/>
                  <a:pt x="1547801" y="0"/>
                </a:cubicBezTo>
                <a:cubicBezTo>
                  <a:pt x="1886646" y="15118"/>
                  <a:pt x="2092781" y="4643"/>
                  <a:pt x="2352385" y="0"/>
                </a:cubicBezTo>
                <a:cubicBezTo>
                  <a:pt x="2611989" y="-4643"/>
                  <a:pt x="2759731" y="7716"/>
                  <a:pt x="2972869" y="0"/>
                </a:cubicBezTo>
                <a:cubicBezTo>
                  <a:pt x="3186007" y="-7716"/>
                  <a:pt x="3338455" y="-31949"/>
                  <a:pt x="3654720" y="0"/>
                </a:cubicBezTo>
                <a:cubicBezTo>
                  <a:pt x="3970985" y="31949"/>
                  <a:pt x="3982356" y="26202"/>
                  <a:pt x="4213838" y="0"/>
                </a:cubicBezTo>
                <a:cubicBezTo>
                  <a:pt x="4445320" y="-26202"/>
                  <a:pt x="4802110" y="-5010"/>
                  <a:pt x="4957055" y="0"/>
                </a:cubicBezTo>
                <a:cubicBezTo>
                  <a:pt x="5112000" y="5010"/>
                  <a:pt x="5735572" y="8320"/>
                  <a:pt x="6136657" y="0"/>
                </a:cubicBezTo>
                <a:cubicBezTo>
                  <a:pt x="6135447" y="212445"/>
                  <a:pt x="6128867" y="484818"/>
                  <a:pt x="6136657" y="683879"/>
                </a:cubicBezTo>
                <a:cubicBezTo>
                  <a:pt x="6144447" y="882940"/>
                  <a:pt x="6142629" y="1135680"/>
                  <a:pt x="6136657" y="1274503"/>
                </a:cubicBezTo>
                <a:cubicBezTo>
                  <a:pt x="6130685" y="1413326"/>
                  <a:pt x="6122587" y="1671229"/>
                  <a:pt x="6136657" y="1896211"/>
                </a:cubicBezTo>
                <a:cubicBezTo>
                  <a:pt x="6150727" y="2121193"/>
                  <a:pt x="6119239" y="2258744"/>
                  <a:pt x="6136657" y="2455749"/>
                </a:cubicBezTo>
                <a:cubicBezTo>
                  <a:pt x="6154075" y="2652754"/>
                  <a:pt x="6152471" y="2918524"/>
                  <a:pt x="6136657" y="3108543"/>
                </a:cubicBezTo>
                <a:cubicBezTo>
                  <a:pt x="5929910" y="3125345"/>
                  <a:pt x="5851797" y="3132612"/>
                  <a:pt x="5638906" y="3108543"/>
                </a:cubicBezTo>
                <a:cubicBezTo>
                  <a:pt x="5426015" y="3084474"/>
                  <a:pt x="5247004" y="3129588"/>
                  <a:pt x="5141155" y="3108543"/>
                </a:cubicBezTo>
                <a:cubicBezTo>
                  <a:pt x="5035306" y="3087498"/>
                  <a:pt x="4678682" y="3133899"/>
                  <a:pt x="4336571" y="3108543"/>
                </a:cubicBezTo>
                <a:cubicBezTo>
                  <a:pt x="3994460" y="3083187"/>
                  <a:pt x="3996486" y="3130700"/>
                  <a:pt x="3777453" y="3108543"/>
                </a:cubicBezTo>
                <a:cubicBezTo>
                  <a:pt x="3558420" y="3086386"/>
                  <a:pt x="3455272" y="3105130"/>
                  <a:pt x="3156969" y="3108543"/>
                </a:cubicBezTo>
                <a:cubicBezTo>
                  <a:pt x="2858666" y="3111956"/>
                  <a:pt x="2833973" y="3111271"/>
                  <a:pt x="2597851" y="3108543"/>
                </a:cubicBezTo>
                <a:cubicBezTo>
                  <a:pt x="2361729" y="3105815"/>
                  <a:pt x="2195533" y="3129869"/>
                  <a:pt x="1916001" y="3108543"/>
                </a:cubicBezTo>
                <a:cubicBezTo>
                  <a:pt x="1636469" y="3087218"/>
                  <a:pt x="1492050" y="3127657"/>
                  <a:pt x="1172783" y="3108543"/>
                </a:cubicBezTo>
                <a:cubicBezTo>
                  <a:pt x="853516" y="3089429"/>
                  <a:pt x="911039" y="3126433"/>
                  <a:pt x="675032" y="3108543"/>
                </a:cubicBezTo>
                <a:cubicBezTo>
                  <a:pt x="439025" y="3090653"/>
                  <a:pt x="232106" y="3112719"/>
                  <a:pt x="0" y="3108543"/>
                </a:cubicBezTo>
                <a:cubicBezTo>
                  <a:pt x="2476" y="2984273"/>
                  <a:pt x="21204" y="2687685"/>
                  <a:pt x="0" y="2580091"/>
                </a:cubicBezTo>
                <a:cubicBezTo>
                  <a:pt x="-21204" y="2472497"/>
                  <a:pt x="34155" y="2066616"/>
                  <a:pt x="0" y="1896211"/>
                </a:cubicBezTo>
                <a:cubicBezTo>
                  <a:pt x="-34155" y="1725806"/>
                  <a:pt x="21179" y="1493954"/>
                  <a:pt x="0" y="1336673"/>
                </a:cubicBezTo>
                <a:cubicBezTo>
                  <a:pt x="-21179" y="1179392"/>
                  <a:pt x="23668" y="946053"/>
                  <a:pt x="0" y="808221"/>
                </a:cubicBezTo>
                <a:cubicBezTo>
                  <a:pt x="-23668" y="670389"/>
                  <a:pt x="-29701" y="18034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// 1 - Define models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const Course = </a:t>
            </a:r>
            <a:r>
              <a:rPr lang="en-US" sz="1400" dirty="0" err="1">
                <a:latin typeface="Consolas" panose="020B0609020204030204" pitchFamily="49" charset="0"/>
              </a:rPr>
              <a:t>sequelize.define</a:t>
            </a:r>
            <a:r>
              <a:rPr lang="en-US" sz="1400" dirty="0">
                <a:latin typeface="Consolas" panose="020B0609020204030204" pitchFamily="49" charset="0"/>
              </a:rPr>
              <a:t>('Course', 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title: </a:t>
            </a:r>
            <a:r>
              <a:rPr lang="en-US" sz="1400" dirty="0" err="1">
                <a:latin typeface="Consolas" panose="020B0609020204030204" pitchFamily="49" charset="0"/>
              </a:rPr>
              <a:t>DataTypes.STRING</a:t>
            </a:r>
            <a:r>
              <a:rPr lang="en-US" sz="14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credits: </a:t>
            </a:r>
            <a:r>
              <a:rPr lang="en-US" sz="1400" dirty="0" err="1">
                <a:latin typeface="Consolas" panose="020B0609020204030204" pitchFamily="49" charset="0"/>
              </a:rPr>
              <a:t>DataTypes.INTEGER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});</a:t>
            </a:r>
          </a:p>
          <a:p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const Student = </a:t>
            </a:r>
            <a:r>
              <a:rPr lang="en-US" sz="1400" dirty="0" err="1">
                <a:latin typeface="Consolas" panose="020B0609020204030204" pitchFamily="49" charset="0"/>
              </a:rPr>
              <a:t>sequelize.define</a:t>
            </a:r>
            <a:r>
              <a:rPr lang="en-US" sz="1400" dirty="0">
                <a:latin typeface="Consolas" panose="020B0609020204030204" pitchFamily="49" charset="0"/>
              </a:rPr>
              <a:t>('Student', 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name: </a:t>
            </a:r>
            <a:r>
              <a:rPr lang="en-US" sz="1400" dirty="0" err="1">
                <a:latin typeface="Consolas" panose="020B0609020204030204" pitchFamily="49" charset="0"/>
              </a:rPr>
              <a:t>DataTypes.STRING</a:t>
            </a:r>
            <a:r>
              <a:rPr lang="en-US" sz="14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age: </a:t>
            </a:r>
            <a:r>
              <a:rPr lang="en-US" sz="1400" dirty="0" err="1">
                <a:latin typeface="Consolas" panose="020B0609020204030204" pitchFamily="49" charset="0"/>
              </a:rPr>
              <a:t>DataTypes.INTEGER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});</a:t>
            </a:r>
            <a:br>
              <a:rPr lang="en-US" sz="1400" dirty="0">
                <a:latin typeface="Consolas" panose="020B0609020204030204" pitchFamily="49" charset="0"/>
              </a:rPr>
            </a:b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// 2 - Define Associations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Student.belongsToMany</a:t>
            </a:r>
            <a:r>
              <a:rPr lang="en-US" sz="1400" dirty="0">
                <a:latin typeface="Consolas" panose="020B0609020204030204" pitchFamily="49" charset="0"/>
              </a:rPr>
              <a:t>(Course, { through: "</a:t>
            </a:r>
            <a:r>
              <a:rPr lang="en-US" sz="1400" dirty="0" err="1">
                <a:latin typeface="Consolas" panose="020B0609020204030204" pitchFamily="49" charset="0"/>
              </a:rPr>
              <a:t>CourseStudent</a:t>
            </a:r>
            <a:r>
              <a:rPr lang="en-US" sz="1400" dirty="0">
                <a:latin typeface="Consolas" panose="020B0609020204030204" pitchFamily="49" charset="0"/>
              </a:rPr>
              <a:t>" });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Course.belongsToMany</a:t>
            </a:r>
            <a:r>
              <a:rPr lang="en-US" sz="1400" dirty="0">
                <a:latin typeface="Consolas" panose="020B0609020204030204" pitchFamily="49" charset="0"/>
              </a:rPr>
              <a:t>(Student, { through: "</a:t>
            </a:r>
            <a:r>
              <a:rPr lang="en-US" sz="1400" dirty="0" err="1">
                <a:latin typeface="Consolas" panose="020B0609020204030204" pitchFamily="49" charset="0"/>
              </a:rPr>
              <a:t>CourseStudent</a:t>
            </a:r>
            <a:r>
              <a:rPr lang="en-US" sz="1400" dirty="0">
                <a:latin typeface="Consolas" panose="020B0609020204030204" pitchFamily="49" charset="0"/>
              </a:rPr>
              <a:t>" });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3AB13B9-47AA-CBD9-9989-29D6B8745FED}"/>
              </a:ext>
            </a:extLst>
          </p:cNvPr>
          <p:cNvSpPr txBox="1"/>
          <p:nvPr/>
        </p:nvSpPr>
        <p:spPr>
          <a:xfrm>
            <a:off x="6511008" y="1615266"/>
            <a:ext cx="5551520" cy="3108543"/>
          </a:xfrm>
          <a:custGeom>
            <a:avLst/>
            <a:gdLst>
              <a:gd name="connsiteX0" fmla="*/ 0 w 5551520"/>
              <a:gd name="connsiteY0" fmla="*/ 0 h 3108543"/>
              <a:gd name="connsiteX1" fmla="*/ 804970 w 5551520"/>
              <a:gd name="connsiteY1" fmla="*/ 0 h 3108543"/>
              <a:gd name="connsiteX2" fmla="*/ 1554426 w 5551520"/>
              <a:gd name="connsiteY2" fmla="*/ 0 h 3108543"/>
              <a:gd name="connsiteX3" fmla="*/ 2359396 w 5551520"/>
              <a:gd name="connsiteY3" fmla="*/ 0 h 3108543"/>
              <a:gd name="connsiteX4" fmla="*/ 2997821 w 5551520"/>
              <a:gd name="connsiteY4" fmla="*/ 0 h 3108543"/>
              <a:gd name="connsiteX5" fmla="*/ 3691761 w 5551520"/>
              <a:gd name="connsiteY5" fmla="*/ 0 h 3108543"/>
              <a:gd name="connsiteX6" fmla="*/ 4274670 w 5551520"/>
              <a:gd name="connsiteY6" fmla="*/ 0 h 3108543"/>
              <a:gd name="connsiteX7" fmla="*/ 5551520 w 5551520"/>
              <a:gd name="connsiteY7" fmla="*/ 0 h 3108543"/>
              <a:gd name="connsiteX8" fmla="*/ 5551520 w 5551520"/>
              <a:gd name="connsiteY8" fmla="*/ 621709 h 3108543"/>
              <a:gd name="connsiteX9" fmla="*/ 5551520 w 5551520"/>
              <a:gd name="connsiteY9" fmla="*/ 1150161 h 3108543"/>
              <a:gd name="connsiteX10" fmla="*/ 5551520 w 5551520"/>
              <a:gd name="connsiteY10" fmla="*/ 1740784 h 3108543"/>
              <a:gd name="connsiteX11" fmla="*/ 5551520 w 5551520"/>
              <a:gd name="connsiteY11" fmla="*/ 2362493 h 3108543"/>
              <a:gd name="connsiteX12" fmla="*/ 5551520 w 5551520"/>
              <a:gd name="connsiteY12" fmla="*/ 3108543 h 3108543"/>
              <a:gd name="connsiteX13" fmla="*/ 4913095 w 5551520"/>
              <a:gd name="connsiteY13" fmla="*/ 3108543 h 3108543"/>
              <a:gd name="connsiteX14" fmla="*/ 4219155 w 5551520"/>
              <a:gd name="connsiteY14" fmla="*/ 3108543 h 3108543"/>
              <a:gd name="connsiteX15" fmla="*/ 3691761 w 5551520"/>
              <a:gd name="connsiteY15" fmla="*/ 3108543 h 3108543"/>
              <a:gd name="connsiteX16" fmla="*/ 2886790 w 5551520"/>
              <a:gd name="connsiteY16" fmla="*/ 3108543 h 3108543"/>
              <a:gd name="connsiteX17" fmla="*/ 2303881 w 5551520"/>
              <a:gd name="connsiteY17" fmla="*/ 3108543 h 3108543"/>
              <a:gd name="connsiteX18" fmla="*/ 1665456 w 5551520"/>
              <a:gd name="connsiteY18" fmla="*/ 3108543 h 3108543"/>
              <a:gd name="connsiteX19" fmla="*/ 1082546 w 5551520"/>
              <a:gd name="connsiteY19" fmla="*/ 3108543 h 3108543"/>
              <a:gd name="connsiteX20" fmla="*/ 0 w 5551520"/>
              <a:gd name="connsiteY20" fmla="*/ 3108543 h 3108543"/>
              <a:gd name="connsiteX21" fmla="*/ 0 w 5551520"/>
              <a:gd name="connsiteY21" fmla="*/ 2455749 h 3108543"/>
              <a:gd name="connsiteX22" fmla="*/ 0 w 5551520"/>
              <a:gd name="connsiteY22" fmla="*/ 1834040 h 3108543"/>
              <a:gd name="connsiteX23" fmla="*/ 0 w 5551520"/>
              <a:gd name="connsiteY23" fmla="*/ 1305588 h 3108543"/>
              <a:gd name="connsiteX24" fmla="*/ 0 w 5551520"/>
              <a:gd name="connsiteY24" fmla="*/ 777136 h 3108543"/>
              <a:gd name="connsiteX25" fmla="*/ 0 w 5551520"/>
              <a:gd name="connsiteY25" fmla="*/ 0 h 3108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551520" h="3108543" extrusionOk="0">
                <a:moveTo>
                  <a:pt x="0" y="0"/>
                </a:moveTo>
                <a:cubicBezTo>
                  <a:pt x="185746" y="-22036"/>
                  <a:pt x="563508" y="-18208"/>
                  <a:pt x="804970" y="0"/>
                </a:cubicBezTo>
                <a:cubicBezTo>
                  <a:pt x="1046432" y="18208"/>
                  <a:pt x="1366388" y="-13366"/>
                  <a:pt x="1554426" y="0"/>
                </a:cubicBezTo>
                <a:cubicBezTo>
                  <a:pt x="1742464" y="13366"/>
                  <a:pt x="1982405" y="-19172"/>
                  <a:pt x="2359396" y="0"/>
                </a:cubicBezTo>
                <a:cubicBezTo>
                  <a:pt x="2736387" y="19172"/>
                  <a:pt x="2701274" y="14928"/>
                  <a:pt x="2997821" y="0"/>
                </a:cubicBezTo>
                <a:cubicBezTo>
                  <a:pt x="3294368" y="-14928"/>
                  <a:pt x="3545907" y="23919"/>
                  <a:pt x="3691761" y="0"/>
                </a:cubicBezTo>
                <a:cubicBezTo>
                  <a:pt x="3837615" y="-23919"/>
                  <a:pt x="4126140" y="16561"/>
                  <a:pt x="4274670" y="0"/>
                </a:cubicBezTo>
                <a:cubicBezTo>
                  <a:pt x="4423200" y="-16561"/>
                  <a:pt x="4921552" y="15252"/>
                  <a:pt x="5551520" y="0"/>
                </a:cubicBezTo>
                <a:cubicBezTo>
                  <a:pt x="5536063" y="300166"/>
                  <a:pt x="5576759" y="373469"/>
                  <a:pt x="5551520" y="621709"/>
                </a:cubicBezTo>
                <a:cubicBezTo>
                  <a:pt x="5526281" y="869949"/>
                  <a:pt x="5551786" y="1028024"/>
                  <a:pt x="5551520" y="1150161"/>
                </a:cubicBezTo>
                <a:cubicBezTo>
                  <a:pt x="5551254" y="1272298"/>
                  <a:pt x="5555629" y="1603484"/>
                  <a:pt x="5551520" y="1740784"/>
                </a:cubicBezTo>
                <a:cubicBezTo>
                  <a:pt x="5547411" y="1878084"/>
                  <a:pt x="5541922" y="2134258"/>
                  <a:pt x="5551520" y="2362493"/>
                </a:cubicBezTo>
                <a:cubicBezTo>
                  <a:pt x="5561118" y="2590728"/>
                  <a:pt x="5580041" y="2878215"/>
                  <a:pt x="5551520" y="3108543"/>
                </a:cubicBezTo>
                <a:cubicBezTo>
                  <a:pt x="5390953" y="3078163"/>
                  <a:pt x="5091341" y="3093490"/>
                  <a:pt x="4913095" y="3108543"/>
                </a:cubicBezTo>
                <a:cubicBezTo>
                  <a:pt x="4734849" y="3123596"/>
                  <a:pt x="4366041" y="3093317"/>
                  <a:pt x="4219155" y="3108543"/>
                </a:cubicBezTo>
                <a:cubicBezTo>
                  <a:pt x="4072269" y="3123769"/>
                  <a:pt x="3910309" y="3110618"/>
                  <a:pt x="3691761" y="3108543"/>
                </a:cubicBezTo>
                <a:cubicBezTo>
                  <a:pt x="3473213" y="3106468"/>
                  <a:pt x="3146866" y="3143654"/>
                  <a:pt x="2886790" y="3108543"/>
                </a:cubicBezTo>
                <a:cubicBezTo>
                  <a:pt x="2626714" y="3073432"/>
                  <a:pt x="2577009" y="3106038"/>
                  <a:pt x="2303881" y="3108543"/>
                </a:cubicBezTo>
                <a:cubicBezTo>
                  <a:pt x="2030753" y="3111048"/>
                  <a:pt x="1840686" y="3079300"/>
                  <a:pt x="1665456" y="3108543"/>
                </a:cubicBezTo>
                <a:cubicBezTo>
                  <a:pt x="1490226" y="3137786"/>
                  <a:pt x="1304807" y="3102285"/>
                  <a:pt x="1082546" y="3108543"/>
                </a:cubicBezTo>
                <a:cubicBezTo>
                  <a:pt x="860285" y="3114802"/>
                  <a:pt x="475558" y="3085524"/>
                  <a:pt x="0" y="3108543"/>
                </a:cubicBezTo>
                <a:cubicBezTo>
                  <a:pt x="29377" y="2800533"/>
                  <a:pt x="-22021" y="2650996"/>
                  <a:pt x="0" y="2455749"/>
                </a:cubicBezTo>
                <a:cubicBezTo>
                  <a:pt x="22021" y="2260502"/>
                  <a:pt x="-30145" y="1997890"/>
                  <a:pt x="0" y="1834040"/>
                </a:cubicBezTo>
                <a:cubicBezTo>
                  <a:pt x="30145" y="1670190"/>
                  <a:pt x="17372" y="1494313"/>
                  <a:pt x="0" y="1305588"/>
                </a:cubicBezTo>
                <a:cubicBezTo>
                  <a:pt x="-17372" y="1116863"/>
                  <a:pt x="21204" y="884730"/>
                  <a:pt x="0" y="777136"/>
                </a:cubicBezTo>
                <a:cubicBezTo>
                  <a:pt x="-21204" y="669542"/>
                  <a:pt x="18341" y="26315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const [</a:t>
            </a:r>
            <a:r>
              <a:rPr lang="en-US" sz="1400" dirty="0" err="1">
                <a:latin typeface="Consolas" panose="020B0609020204030204" pitchFamily="49" charset="0"/>
              </a:rPr>
              <a:t>alice</a:t>
            </a:r>
            <a:r>
              <a:rPr lang="en-US" sz="1400" dirty="0">
                <a:latin typeface="Consolas" panose="020B0609020204030204" pitchFamily="49" charset="0"/>
              </a:rPr>
              <a:t>, bob, </a:t>
            </a:r>
            <a:r>
              <a:rPr lang="en-US" sz="1400" dirty="0" err="1">
                <a:latin typeface="Consolas" panose="020B0609020204030204" pitchFamily="49" charset="0"/>
              </a:rPr>
              <a:t>ronan</a:t>
            </a:r>
            <a:r>
              <a:rPr lang="en-US" sz="1400" dirty="0">
                <a:latin typeface="Consolas" panose="020B0609020204030204" pitchFamily="49" charset="0"/>
              </a:rPr>
              <a:t>] = await </a:t>
            </a:r>
            <a:r>
              <a:rPr lang="en-US" sz="1400" dirty="0" err="1">
                <a:latin typeface="Consolas" panose="020B0609020204030204" pitchFamily="49" charset="0"/>
              </a:rPr>
              <a:t>Student.bulkCreate</a:t>
            </a:r>
            <a:r>
              <a:rPr lang="en-US" sz="1400" dirty="0">
                <a:latin typeface="Consolas" panose="020B0609020204030204" pitchFamily="49" charset="0"/>
              </a:rPr>
              <a:t>([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{ name: "Alice", age: 26 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{ name: "Bob", age: 23 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{ name: "Ronan", age: 25 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]);</a:t>
            </a:r>
          </a:p>
          <a:p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const [math, physics] = await </a:t>
            </a:r>
            <a:r>
              <a:rPr lang="en-US" sz="1400" dirty="0" err="1">
                <a:latin typeface="Consolas" panose="020B0609020204030204" pitchFamily="49" charset="0"/>
              </a:rPr>
              <a:t>Course.bulkCreate</a:t>
            </a:r>
            <a:r>
              <a:rPr lang="en-US" sz="1400" dirty="0">
                <a:latin typeface="Consolas" panose="020B0609020204030204" pitchFamily="49" charset="0"/>
              </a:rPr>
              <a:t>([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{ title: "Math", credits: 3 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  { title: "Physics", credits: 4 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]);</a:t>
            </a:r>
          </a:p>
          <a:p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await </a:t>
            </a:r>
            <a:r>
              <a:rPr lang="en-US" sz="1400" dirty="0" err="1">
                <a:latin typeface="Consolas" panose="020B0609020204030204" pitchFamily="49" charset="0"/>
              </a:rPr>
              <a:t>math.addStudent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alice</a:t>
            </a:r>
            <a:r>
              <a:rPr lang="en-US" sz="14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await </a:t>
            </a:r>
            <a:r>
              <a:rPr lang="en-US" sz="1400" dirty="0" err="1">
                <a:latin typeface="Consolas" panose="020B0609020204030204" pitchFamily="49" charset="0"/>
              </a:rPr>
              <a:t>math.addStudent</a:t>
            </a:r>
            <a:r>
              <a:rPr lang="en-US" sz="1400" dirty="0">
                <a:latin typeface="Consolas" panose="020B0609020204030204" pitchFamily="49" charset="0"/>
              </a:rPr>
              <a:t>(bob);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await </a:t>
            </a:r>
            <a:r>
              <a:rPr lang="en-US" sz="1400" dirty="0" err="1">
                <a:latin typeface="Consolas" panose="020B0609020204030204" pitchFamily="49" charset="0"/>
              </a:rPr>
              <a:t>math.addStudent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ronan</a:t>
            </a:r>
            <a:r>
              <a:rPr lang="en-US" sz="14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AEB61B1-92EC-4A98-F4E8-C7DC2CAA6E6D}"/>
              </a:ext>
            </a:extLst>
          </p:cNvPr>
          <p:cNvSpPr txBox="1"/>
          <p:nvPr/>
        </p:nvSpPr>
        <p:spPr>
          <a:xfrm>
            <a:off x="280026" y="5067716"/>
            <a:ext cx="5623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Your task </a:t>
            </a:r>
            <a:r>
              <a:rPr lang="en-US" dirty="0"/>
              <a:t>:  Display for each course the list of students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D269E68-EBAE-ED21-C5A8-9350DFAB8144}"/>
              </a:ext>
            </a:extLst>
          </p:cNvPr>
          <p:cNvSpPr txBox="1"/>
          <p:nvPr/>
        </p:nvSpPr>
        <p:spPr>
          <a:xfrm>
            <a:off x="280026" y="5457062"/>
            <a:ext cx="4418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Constraint:</a:t>
            </a:r>
            <a:r>
              <a:rPr lang="en-US" dirty="0"/>
              <a:t>   You must use the </a:t>
            </a:r>
            <a:r>
              <a:rPr lang="en-US" b="1" dirty="0"/>
              <a:t>lazy loading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977E926-F283-5CB9-AA1F-D9AE67AB01B0}"/>
              </a:ext>
            </a:extLst>
          </p:cNvPr>
          <p:cNvSpPr txBox="1"/>
          <p:nvPr/>
        </p:nvSpPr>
        <p:spPr>
          <a:xfrm>
            <a:off x="9640912" y="220012"/>
            <a:ext cx="1682833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LAZY LOADING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AD415DF1-06F6-8355-1D32-38B010CD4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4324" y="136337"/>
            <a:ext cx="430839" cy="44044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5B741581-33AD-2B80-1AD1-A0D5623788CB}"/>
              </a:ext>
            </a:extLst>
          </p:cNvPr>
          <p:cNvSpPr txBox="1"/>
          <p:nvPr/>
        </p:nvSpPr>
        <p:spPr>
          <a:xfrm rot="20578447">
            <a:off x="8735913" y="4717196"/>
            <a:ext cx="2454626" cy="12772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Course : Math : 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 Student : Alice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 Student : Bob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 Student : Ronan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Course : Physics :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 Student : Alice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 Student : Bob</a:t>
            </a:r>
          </a:p>
        </p:txBody>
      </p:sp>
    </p:spTree>
    <p:extLst>
      <p:ext uri="{BB962C8B-B14F-4D97-AF65-F5344CB8AC3E}">
        <p14:creationId xmlns:p14="http://schemas.microsoft.com/office/powerpoint/2010/main" val="38909521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F49E3-CE23-4B67-05F1-6B4B2C4F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5064A89-3F85-F5E6-DBAC-F7E0B7DECCA8}"/>
              </a:ext>
            </a:extLst>
          </p:cNvPr>
          <p:cNvSpPr txBox="1"/>
          <p:nvPr/>
        </p:nvSpPr>
        <p:spPr>
          <a:xfrm>
            <a:off x="3662655" y="155904"/>
            <a:ext cx="4592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Get Course Students List</a:t>
            </a:r>
            <a:endParaRPr lang="en-US" sz="32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835282-DC81-99F5-3247-F078DA04EE61}"/>
              </a:ext>
            </a:extLst>
          </p:cNvPr>
          <p:cNvSpPr txBox="1"/>
          <p:nvPr/>
        </p:nvSpPr>
        <p:spPr>
          <a:xfrm rot="20505054">
            <a:off x="9550996" y="5970803"/>
            <a:ext cx="1461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Expected output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E41C6AF-F2C3-70BE-7DBE-BC2265771B7A}"/>
              </a:ext>
            </a:extLst>
          </p:cNvPr>
          <p:cNvSpPr txBox="1"/>
          <p:nvPr/>
        </p:nvSpPr>
        <p:spPr>
          <a:xfrm>
            <a:off x="1560729" y="2161700"/>
            <a:ext cx="9070541" cy="2585323"/>
          </a:xfrm>
          <a:custGeom>
            <a:avLst/>
            <a:gdLst>
              <a:gd name="connsiteX0" fmla="*/ 0 w 9070541"/>
              <a:gd name="connsiteY0" fmla="*/ 0 h 2585323"/>
              <a:gd name="connsiteX1" fmla="*/ 879145 w 9070541"/>
              <a:gd name="connsiteY1" fmla="*/ 0 h 2585323"/>
              <a:gd name="connsiteX2" fmla="*/ 1667584 w 9070541"/>
              <a:gd name="connsiteY2" fmla="*/ 0 h 2585323"/>
              <a:gd name="connsiteX3" fmla="*/ 2546729 w 9070541"/>
              <a:gd name="connsiteY3" fmla="*/ 0 h 2585323"/>
              <a:gd name="connsiteX4" fmla="*/ 3153757 w 9070541"/>
              <a:gd name="connsiteY4" fmla="*/ 0 h 2585323"/>
              <a:gd name="connsiteX5" fmla="*/ 3851491 w 9070541"/>
              <a:gd name="connsiteY5" fmla="*/ 0 h 2585323"/>
              <a:gd name="connsiteX6" fmla="*/ 4367814 w 9070541"/>
              <a:gd name="connsiteY6" fmla="*/ 0 h 2585323"/>
              <a:gd name="connsiteX7" fmla="*/ 5156254 w 9070541"/>
              <a:gd name="connsiteY7" fmla="*/ 0 h 2585323"/>
              <a:gd name="connsiteX8" fmla="*/ 5853988 w 9070541"/>
              <a:gd name="connsiteY8" fmla="*/ 0 h 2585323"/>
              <a:gd name="connsiteX9" fmla="*/ 6733132 w 9070541"/>
              <a:gd name="connsiteY9" fmla="*/ 0 h 2585323"/>
              <a:gd name="connsiteX10" fmla="*/ 7521572 w 9070541"/>
              <a:gd name="connsiteY10" fmla="*/ 0 h 2585323"/>
              <a:gd name="connsiteX11" fmla="*/ 8310011 w 9070541"/>
              <a:gd name="connsiteY11" fmla="*/ 0 h 2585323"/>
              <a:gd name="connsiteX12" fmla="*/ 9070541 w 9070541"/>
              <a:gd name="connsiteY12" fmla="*/ 0 h 2585323"/>
              <a:gd name="connsiteX13" fmla="*/ 9070541 w 9070541"/>
              <a:gd name="connsiteY13" fmla="*/ 594624 h 2585323"/>
              <a:gd name="connsiteX14" fmla="*/ 9070541 w 9070541"/>
              <a:gd name="connsiteY14" fmla="*/ 1163395 h 2585323"/>
              <a:gd name="connsiteX15" fmla="*/ 9070541 w 9070541"/>
              <a:gd name="connsiteY15" fmla="*/ 1861433 h 2585323"/>
              <a:gd name="connsiteX16" fmla="*/ 9070541 w 9070541"/>
              <a:gd name="connsiteY16" fmla="*/ 2585323 h 2585323"/>
              <a:gd name="connsiteX17" fmla="*/ 8554218 w 9070541"/>
              <a:gd name="connsiteY17" fmla="*/ 2585323 h 2585323"/>
              <a:gd name="connsiteX18" fmla="*/ 7947189 w 9070541"/>
              <a:gd name="connsiteY18" fmla="*/ 2585323 h 2585323"/>
              <a:gd name="connsiteX19" fmla="*/ 7430866 w 9070541"/>
              <a:gd name="connsiteY19" fmla="*/ 2585323 h 2585323"/>
              <a:gd name="connsiteX20" fmla="*/ 6733132 w 9070541"/>
              <a:gd name="connsiteY20" fmla="*/ 2585323 h 2585323"/>
              <a:gd name="connsiteX21" fmla="*/ 5944693 w 9070541"/>
              <a:gd name="connsiteY21" fmla="*/ 2585323 h 2585323"/>
              <a:gd name="connsiteX22" fmla="*/ 5519075 w 9070541"/>
              <a:gd name="connsiteY22" fmla="*/ 2585323 h 2585323"/>
              <a:gd name="connsiteX23" fmla="*/ 4821341 w 9070541"/>
              <a:gd name="connsiteY23" fmla="*/ 2585323 h 2585323"/>
              <a:gd name="connsiteX24" fmla="*/ 4395724 w 9070541"/>
              <a:gd name="connsiteY24" fmla="*/ 2585323 h 2585323"/>
              <a:gd name="connsiteX25" fmla="*/ 3516579 w 9070541"/>
              <a:gd name="connsiteY25" fmla="*/ 2585323 h 2585323"/>
              <a:gd name="connsiteX26" fmla="*/ 2818845 w 9070541"/>
              <a:gd name="connsiteY26" fmla="*/ 2585323 h 2585323"/>
              <a:gd name="connsiteX27" fmla="*/ 2211817 w 9070541"/>
              <a:gd name="connsiteY27" fmla="*/ 2585323 h 2585323"/>
              <a:gd name="connsiteX28" fmla="*/ 1604788 w 9070541"/>
              <a:gd name="connsiteY28" fmla="*/ 2585323 h 2585323"/>
              <a:gd name="connsiteX29" fmla="*/ 816349 w 9070541"/>
              <a:gd name="connsiteY29" fmla="*/ 2585323 h 2585323"/>
              <a:gd name="connsiteX30" fmla="*/ 0 w 9070541"/>
              <a:gd name="connsiteY30" fmla="*/ 2585323 h 2585323"/>
              <a:gd name="connsiteX31" fmla="*/ 0 w 9070541"/>
              <a:gd name="connsiteY31" fmla="*/ 1990699 h 2585323"/>
              <a:gd name="connsiteX32" fmla="*/ 0 w 9070541"/>
              <a:gd name="connsiteY32" fmla="*/ 1292662 h 2585323"/>
              <a:gd name="connsiteX33" fmla="*/ 0 w 9070541"/>
              <a:gd name="connsiteY33" fmla="*/ 620478 h 2585323"/>
              <a:gd name="connsiteX34" fmla="*/ 0 w 9070541"/>
              <a:gd name="connsiteY34" fmla="*/ 0 h 2585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070541" h="2585323" extrusionOk="0">
                <a:moveTo>
                  <a:pt x="0" y="0"/>
                </a:moveTo>
                <a:cubicBezTo>
                  <a:pt x="315145" y="-14113"/>
                  <a:pt x="657033" y="-3958"/>
                  <a:pt x="879145" y="0"/>
                </a:cubicBezTo>
                <a:cubicBezTo>
                  <a:pt x="1101257" y="3958"/>
                  <a:pt x="1313199" y="-19695"/>
                  <a:pt x="1667584" y="0"/>
                </a:cubicBezTo>
                <a:cubicBezTo>
                  <a:pt x="2021969" y="19695"/>
                  <a:pt x="2278400" y="-16139"/>
                  <a:pt x="2546729" y="0"/>
                </a:cubicBezTo>
                <a:cubicBezTo>
                  <a:pt x="2815059" y="16139"/>
                  <a:pt x="2926256" y="-334"/>
                  <a:pt x="3153757" y="0"/>
                </a:cubicBezTo>
                <a:cubicBezTo>
                  <a:pt x="3381258" y="334"/>
                  <a:pt x="3585967" y="12243"/>
                  <a:pt x="3851491" y="0"/>
                </a:cubicBezTo>
                <a:cubicBezTo>
                  <a:pt x="4117015" y="-12243"/>
                  <a:pt x="4255542" y="-22046"/>
                  <a:pt x="4367814" y="0"/>
                </a:cubicBezTo>
                <a:cubicBezTo>
                  <a:pt x="4480086" y="22046"/>
                  <a:pt x="4765272" y="-1216"/>
                  <a:pt x="5156254" y="0"/>
                </a:cubicBezTo>
                <a:cubicBezTo>
                  <a:pt x="5547236" y="1216"/>
                  <a:pt x="5508601" y="-27133"/>
                  <a:pt x="5853988" y="0"/>
                </a:cubicBezTo>
                <a:cubicBezTo>
                  <a:pt x="6199375" y="27133"/>
                  <a:pt x="6386581" y="14370"/>
                  <a:pt x="6733132" y="0"/>
                </a:cubicBezTo>
                <a:cubicBezTo>
                  <a:pt x="7079683" y="-14370"/>
                  <a:pt x="7144754" y="-3078"/>
                  <a:pt x="7521572" y="0"/>
                </a:cubicBezTo>
                <a:cubicBezTo>
                  <a:pt x="7898390" y="3078"/>
                  <a:pt x="8040434" y="-20385"/>
                  <a:pt x="8310011" y="0"/>
                </a:cubicBezTo>
                <a:cubicBezTo>
                  <a:pt x="8579588" y="20385"/>
                  <a:pt x="8780189" y="-18505"/>
                  <a:pt x="9070541" y="0"/>
                </a:cubicBezTo>
                <a:cubicBezTo>
                  <a:pt x="9092937" y="238257"/>
                  <a:pt x="9057770" y="431488"/>
                  <a:pt x="9070541" y="594624"/>
                </a:cubicBezTo>
                <a:cubicBezTo>
                  <a:pt x="9083312" y="757760"/>
                  <a:pt x="9064090" y="994533"/>
                  <a:pt x="9070541" y="1163395"/>
                </a:cubicBezTo>
                <a:cubicBezTo>
                  <a:pt x="9076992" y="1332257"/>
                  <a:pt x="9081187" y="1565119"/>
                  <a:pt x="9070541" y="1861433"/>
                </a:cubicBezTo>
                <a:cubicBezTo>
                  <a:pt x="9059895" y="2157747"/>
                  <a:pt x="9049939" y="2241573"/>
                  <a:pt x="9070541" y="2585323"/>
                </a:cubicBezTo>
                <a:cubicBezTo>
                  <a:pt x="8941799" y="2561386"/>
                  <a:pt x="8793441" y="2596304"/>
                  <a:pt x="8554218" y="2585323"/>
                </a:cubicBezTo>
                <a:cubicBezTo>
                  <a:pt x="8314995" y="2574342"/>
                  <a:pt x="8210682" y="2606540"/>
                  <a:pt x="7947189" y="2585323"/>
                </a:cubicBezTo>
                <a:cubicBezTo>
                  <a:pt x="7683696" y="2564106"/>
                  <a:pt x="7614665" y="2568596"/>
                  <a:pt x="7430866" y="2585323"/>
                </a:cubicBezTo>
                <a:cubicBezTo>
                  <a:pt x="7247067" y="2602050"/>
                  <a:pt x="6913264" y="2582926"/>
                  <a:pt x="6733132" y="2585323"/>
                </a:cubicBezTo>
                <a:cubicBezTo>
                  <a:pt x="6553000" y="2587720"/>
                  <a:pt x="6239829" y="2618013"/>
                  <a:pt x="5944693" y="2585323"/>
                </a:cubicBezTo>
                <a:cubicBezTo>
                  <a:pt x="5649557" y="2552633"/>
                  <a:pt x="5721618" y="2599212"/>
                  <a:pt x="5519075" y="2585323"/>
                </a:cubicBezTo>
                <a:cubicBezTo>
                  <a:pt x="5316532" y="2571434"/>
                  <a:pt x="5071118" y="2586178"/>
                  <a:pt x="4821341" y="2585323"/>
                </a:cubicBezTo>
                <a:cubicBezTo>
                  <a:pt x="4571564" y="2584468"/>
                  <a:pt x="4558316" y="2564196"/>
                  <a:pt x="4395724" y="2585323"/>
                </a:cubicBezTo>
                <a:cubicBezTo>
                  <a:pt x="4233132" y="2606450"/>
                  <a:pt x="3753143" y="2578220"/>
                  <a:pt x="3516579" y="2585323"/>
                </a:cubicBezTo>
                <a:cubicBezTo>
                  <a:pt x="3280015" y="2592426"/>
                  <a:pt x="3117678" y="2577075"/>
                  <a:pt x="2818845" y="2585323"/>
                </a:cubicBezTo>
                <a:cubicBezTo>
                  <a:pt x="2520012" y="2593571"/>
                  <a:pt x="2501344" y="2575401"/>
                  <a:pt x="2211817" y="2585323"/>
                </a:cubicBezTo>
                <a:cubicBezTo>
                  <a:pt x="1922290" y="2595245"/>
                  <a:pt x="1752172" y="2593075"/>
                  <a:pt x="1604788" y="2585323"/>
                </a:cubicBezTo>
                <a:cubicBezTo>
                  <a:pt x="1457404" y="2577571"/>
                  <a:pt x="1091824" y="2610865"/>
                  <a:pt x="816349" y="2585323"/>
                </a:cubicBezTo>
                <a:cubicBezTo>
                  <a:pt x="540874" y="2559781"/>
                  <a:pt x="392861" y="2619725"/>
                  <a:pt x="0" y="2585323"/>
                </a:cubicBezTo>
                <a:cubicBezTo>
                  <a:pt x="-27167" y="2396475"/>
                  <a:pt x="-3103" y="2139986"/>
                  <a:pt x="0" y="1990699"/>
                </a:cubicBezTo>
                <a:cubicBezTo>
                  <a:pt x="3103" y="1841412"/>
                  <a:pt x="3638" y="1527890"/>
                  <a:pt x="0" y="1292662"/>
                </a:cubicBezTo>
                <a:cubicBezTo>
                  <a:pt x="-3638" y="1057434"/>
                  <a:pt x="-29167" y="919442"/>
                  <a:pt x="0" y="620478"/>
                </a:cubicBezTo>
                <a:cubicBezTo>
                  <a:pt x="29167" y="321514"/>
                  <a:pt x="-26084" y="260621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</a:rPr>
              <a:t>courses</a:t>
            </a:r>
            <a:r>
              <a:rPr lang="en-US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 </a:t>
            </a:r>
            <a:r>
              <a:rPr lang="en-US" b="1" dirty="0">
                <a:solidFill>
                  <a:srgbClr val="FF66CC"/>
                </a:solidFill>
                <a:latin typeface="Consolas" panose="020B0609020204030204" pitchFamily="49" charset="0"/>
              </a:rPr>
              <a:t>await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Course</a:t>
            </a:r>
            <a:r>
              <a:rPr lang="en-US" dirty="0" err="1">
                <a:latin typeface="Consolas" panose="020B0609020204030204" pitchFamily="49" charset="0"/>
              </a:rPr>
              <a:t>.findAll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for(const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course</a:t>
            </a:r>
            <a:r>
              <a:rPr lang="en-US" dirty="0">
                <a:latin typeface="Consolas" panose="020B0609020204030204" pitchFamily="49" charset="0"/>
              </a:rPr>
              <a:t> of </a:t>
            </a: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</a:rPr>
              <a:t>courses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console.log(`Course : ${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course.title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 : `);</a:t>
            </a:r>
          </a:p>
          <a:p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  const </a:t>
            </a:r>
            <a:r>
              <a:rPr lang="en-US" b="1" dirty="0">
                <a:solidFill>
                  <a:schemeClr val="accent2"/>
                </a:solidFill>
                <a:latin typeface="Consolas" panose="020B0609020204030204" pitchFamily="49" charset="0"/>
              </a:rPr>
              <a:t>students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FF66CC"/>
                </a:solidFill>
                <a:latin typeface="Consolas" panose="020B0609020204030204" pitchFamily="49" charset="0"/>
              </a:rPr>
              <a:t>await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course</a:t>
            </a:r>
            <a:r>
              <a:rPr lang="en-US" dirty="0" err="1">
                <a:latin typeface="Consolas" panose="020B0609020204030204" pitchFamily="49" charset="0"/>
              </a:rPr>
              <a:t>.getStudents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  for(const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student</a:t>
            </a:r>
            <a:r>
              <a:rPr lang="en-US" dirty="0">
                <a:latin typeface="Consolas" panose="020B0609020204030204" pitchFamily="49" charset="0"/>
              </a:rPr>
              <a:t> of </a:t>
            </a:r>
            <a:r>
              <a:rPr lang="en-US" b="1" dirty="0">
                <a:solidFill>
                  <a:schemeClr val="accent2"/>
                </a:solidFill>
                <a:latin typeface="Consolas" panose="020B0609020204030204" pitchFamily="49" charset="0"/>
              </a:rPr>
              <a:t>students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 console.log(`\t Student : ${student.name}`);</a:t>
            </a:r>
          </a:p>
          <a:p>
            <a:r>
              <a:rPr lang="en-US" dirty="0"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785A348-ECF4-CF8B-EEC5-720CD58ACDD2}"/>
              </a:ext>
            </a:extLst>
          </p:cNvPr>
          <p:cNvSpPr txBox="1"/>
          <p:nvPr/>
        </p:nvSpPr>
        <p:spPr>
          <a:xfrm>
            <a:off x="992245" y="1046917"/>
            <a:ext cx="5623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Your task </a:t>
            </a:r>
            <a:r>
              <a:rPr lang="en-US" dirty="0"/>
              <a:t>:  Display for each course the list of students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8E145E-DE5D-A0E2-24CC-B0171E382752}"/>
              </a:ext>
            </a:extLst>
          </p:cNvPr>
          <p:cNvSpPr txBox="1"/>
          <p:nvPr/>
        </p:nvSpPr>
        <p:spPr>
          <a:xfrm>
            <a:off x="992245" y="1416249"/>
            <a:ext cx="4418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Constraint:</a:t>
            </a:r>
            <a:r>
              <a:rPr lang="en-US" dirty="0"/>
              <a:t>   You must use the </a:t>
            </a:r>
            <a:r>
              <a:rPr lang="en-US" b="1" dirty="0"/>
              <a:t>lazy loading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7BAFF35-C862-E509-3668-795A4FCE1099}"/>
              </a:ext>
            </a:extLst>
          </p:cNvPr>
          <p:cNvSpPr txBox="1"/>
          <p:nvPr/>
        </p:nvSpPr>
        <p:spPr>
          <a:xfrm>
            <a:off x="9640912" y="220012"/>
            <a:ext cx="1682833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LAZY LOADING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CB7692EE-D262-8C40-AF07-EFE468D9A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4324" y="136337"/>
            <a:ext cx="430839" cy="44044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96E3926A-B0EF-4F37-AAF8-974859C732C0}"/>
              </a:ext>
            </a:extLst>
          </p:cNvPr>
          <p:cNvSpPr txBox="1"/>
          <p:nvPr/>
        </p:nvSpPr>
        <p:spPr>
          <a:xfrm rot="20578447">
            <a:off x="8735913" y="4717196"/>
            <a:ext cx="2454626" cy="12772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Course : Math : 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 Student : Alice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 Student : Bob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 Student : Ronan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Course : Physics :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 Student : Alice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 Student : Bob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76615018-2EC3-A000-59E7-9FCA99EDB230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33441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99F50-DA45-1E3F-2EC3-B4E96A9BE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20;p4">
            <a:extLst>
              <a:ext uri="{FF2B5EF4-FFF2-40B4-BE49-F238E27FC236}">
                <a16:creationId xmlns:a16="http://schemas.microsoft.com/office/drawing/2014/main" id="{DCD95AA2-1D1D-7315-9103-DDD7476E2AF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342" y="475165"/>
            <a:ext cx="186684" cy="371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1;p4">
            <a:extLst>
              <a:ext uri="{FF2B5EF4-FFF2-40B4-BE49-F238E27FC236}">
                <a16:creationId xmlns:a16="http://schemas.microsoft.com/office/drawing/2014/main" id="{51213344-24DB-63C2-E9A1-54AF668C8F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157" y="475165"/>
            <a:ext cx="186684" cy="3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7;p2">
            <a:extLst>
              <a:ext uri="{FF2B5EF4-FFF2-40B4-BE49-F238E27FC236}">
                <a16:creationId xmlns:a16="http://schemas.microsoft.com/office/drawing/2014/main" id="{5FBBC730-DA6C-1542-0FB6-D4BF5EE88D5E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 - 4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68AAFD-1B4F-2C58-7381-DE48B8E2F205}"/>
              </a:ext>
            </a:extLst>
          </p:cNvPr>
          <p:cNvSpPr txBox="1"/>
          <p:nvPr/>
        </p:nvSpPr>
        <p:spPr>
          <a:xfrm>
            <a:off x="9500982" y="290499"/>
            <a:ext cx="187634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EAGER LOADING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F9AC5B-44E2-ED35-D71C-0CC2CBC86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9848" y="171288"/>
            <a:ext cx="480406" cy="4804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BB638C-E27D-5571-996B-1F2996603672}"/>
              </a:ext>
            </a:extLst>
          </p:cNvPr>
          <p:cNvSpPr txBox="1"/>
          <p:nvPr/>
        </p:nvSpPr>
        <p:spPr>
          <a:xfrm>
            <a:off x="4043655" y="220606"/>
            <a:ext cx="4592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Get Course Students List</a:t>
            </a:r>
            <a:endParaRPr lang="en-US" sz="3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CA5B28-EB11-A1B9-DA03-F6AC680DFA3F}"/>
              </a:ext>
            </a:extLst>
          </p:cNvPr>
          <p:cNvSpPr txBox="1"/>
          <p:nvPr/>
        </p:nvSpPr>
        <p:spPr>
          <a:xfrm>
            <a:off x="1047919" y="1252401"/>
            <a:ext cx="10145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u="sng" dirty="0"/>
              <a:t>Your Job </a:t>
            </a:r>
            <a:r>
              <a:rPr lang="en-US" sz="2000" dirty="0"/>
              <a:t>:  Adapt the previous code, using </a:t>
            </a:r>
            <a:r>
              <a:rPr lang="en-US" sz="2000" b="1" dirty="0"/>
              <a:t>eager loading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B96689-A9C0-8716-51C4-1C5627D42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3263" y="2157235"/>
            <a:ext cx="7981607" cy="344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317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B6689-8CAE-0BC5-7FB0-40B6B86E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B4C1872-5610-C702-F1CB-E7A70E924FB9}"/>
              </a:ext>
            </a:extLst>
          </p:cNvPr>
          <p:cNvSpPr txBox="1"/>
          <p:nvPr/>
        </p:nvSpPr>
        <p:spPr>
          <a:xfrm>
            <a:off x="4043655" y="220606"/>
            <a:ext cx="4592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Get Course Students List</a:t>
            </a:r>
            <a:endParaRPr lang="en-US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8E7406-FA68-E263-2D8E-0BECD020AC30}"/>
              </a:ext>
            </a:extLst>
          </p:cNvPr>
          <p:cNvSpPr txBox="1"/>
          <p:nvPr/>
        </p:nvSpPr>
        <p:spPr>
          <a:xfrm>
            <a:off x="366705" y="5064042"/>
            <a:ext cx="187634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EAGER LOADING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BB09C6-DD55-15CF-D93A-11A15440C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37" y="4424798"/>
            <a:ext cx="480406" cy="480406"/>
          </a:xfrm>
          <a:prstGeom prst="rect">
            <a:avLst/>
          </a:prstGeom>
        </p:spPr>
      </p:pic>
      <p:sp>
        <p:nvSpPr>
          <p:cNvPr id="5" name="Google Shape;107;p2">
            <a:extLst>
              <a:ext uri="{FF2B5EF4-FFF2-40B4-BE49-F238E27FC236}">
                <a16:creationId xmlns:a16="http://schemas.microsoft.com/office/drawing/2014/main" id="{F70C3272-5719-6FED-C269-D928A1B66731}"/>
              </a:ext>
            </a:extLst>
          </p:cNvPr>
          <p:cNvSpPr txBox="1"/>
          <p:nvPr/>
        </p:nvSpPr>
        <p:spPr>
          <a:xfrm rot="20091581">
            <a:off x="180815" y="430191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6BA7B1-E524-FD60-60BA-CF00193DE249}"/>
              </a:ext>
            </a:extLst>
          </p:cNvPr>
          <p:cNvSpPr txBox="1"/>
          <p:nvPr/>
        </p:nvSpPr>
        <p:spPr>
          <a:xfrm>
            <a:off x="1047919" y="1252401"/>
            <a:ext cx="10145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u="sng" dirty="0"/>
              <a:t>Your Job </a:t>
            </a:r>
            <a:r>
              <a:rPr lang="en-US" sz="2000" dirty="0"/>
              <a:t>:  Adapt the previous code, using </a:t>
            </a:r>
            <a:r>
              <a:rPr lang="en-US" sz="2000" b="1" dirty="0"/>
              <a:t>eager loading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E0B15-CC1C-17EF-9375-C8A6B9AE22F6}"/>
              </a:ext>
            </a:extLst>
          </p:cNvPr>
          <p:cNvSpPr txBox="1"/>
          <p:nvPr/>
        </p:nvSpPr>
        <p:spPr>
          <a:xfrm>
            <a:off x="2877189" y="2070948"/>
            <a:ext cx="8754592" cy="1323439"/>
          </a:xfrm>
          <a:custGeom>
            <a:avLst/>
            <a:gdLst>
              <a:gd name="connsiteX0" fmla="*/ 0 w 8754592"/>
              <a:gd name="connsiteY0" fmla="*/ 0 h 1323439"/>
              <a:gd name="connsiteX1" fmla="*/ 848522 w 8754592"/>
              <a:gd name="connsiteY1" fmla="*/ 0 h 1323439"/>
              <a:gd name="connsiteX2" fmla="*/ 1609498 w 8754592"/>
              <a:gd name="connsiteY2" fmla="*/ 0 h 1323439"/>
              <a:gd name="connsiteX3" fmla="*/ 2458020 w 8754592"/>
              <a:gd name="connsiteY3" fmla="*/ 0 h 1323439"/>
              <a:gd name="connsiteX4" fmla="*/ 3043904 w 8754592"/>
              <a:gd name="connsiteY4" fmla="*/ 0 h 1323439"/>
              <a:gd name="connsiteX5" fmla="*/ 3717334 w 8754592"/>
              <a:gd name="connsiteY5" fmla="*/ 0 h 1323439"/>
              <a:gd name="connsiteX6" fmla="*/ 4215673 w 8754592"/>
              <a:gd name="connsiteY6" fmla="*/ 0 h 1323439"/>
              <a:gd name="connsiteX7" fmla="*/ 4976649 w 8754592"/>
              <a:gd name="connsiteY7" fmla="*/ 0 h 1323439"/>
              <a:gd name="connsiteX8" fmla="*/ 5650079 w 8754592"/>
              <a:gd name="connsiteY8" fmla="*/ 0 h 1323439"/>
              <a:gd name="connsiteX9" fmla="*/ 6498601 w 8754592"/>
              <a:gd name="connsiteY9" fmla="*/ 0 h 1323439"/>
              <a:gd name="connsiteX10" fmla="*/ 7259577 w 8754592"/>
              <a:gd name="connsiteY10" fmla="*/ 0 h 1323439"/>
              <a:gd name="connsiteX11" fmla="*/ 8020553 w 8754592"/>
              <a:gd name="connsiteY11" fmla="*/ 0 h 1323439"/>
              <a:gd name="connsiteX12" fmla="*/ 8754592 w 8754592"/>
              <a:gd name="connsiteY12" fmla="*/ 0 h 1323439"/>
              <a:gd name="connsiteX13" fmla="*/ 8754592 w 8754592"/>
              <a:gd name="connsiteY13" fmla="*/ 635251 h 1323439"/>
              <a:gd name="connsiteX14" fmla="*/ 8754592 w 8754592"/>
              <a:gd name="connsiteY14" fmla="*/ 1323439 h 1323439"/>
              <a:gd name="connsiteX15" fmla="*/ 7906070 w 8754592"/>
              <a:gd name="connsiteY15" fmla="*/ 1323439 h 1323439"/>
              <a:gd name="connsiteX16" fmla="*/ 7057548 w 8754592"/>
              <a:gd name="connsiteY16" fmla="*/ 1323439 h 1323439"/>
              <a:gd name="connsiteX17" fmla="*/ 6559210 w 8754592"/>
              <a:gd name="connsiteY17" fmla="*/ 1323439 h 1323439"/>
              <a:gd name="connsiteX18" fmla="*/ 5973325 w 8754592"/>
              <a:gd name="connsiteY18" fmla="*/ 1323439 h 1323439"/>
              <a:gd name="connsiteX19" fmla="*/ 5474987 w 8754592"/>
              <a:gd name="connsiteY19" fmla="*/ 1323439 h 1323439"/>
              <a:gd name="connsiteX20" fmla="*/ 4801557 w 8754592"/>
              <a:gd name="connsiteY20" fmla="*/ 1323439 h 1323439"/>
              <a:gd name="connsiteX21" fmla="*/ 4040581 w 8754592"/>
              <a:gd name="connsiteY21" fmla="*/ 1323439 h 1323439"/>
              <a:gd name="connsiteX22" fmla="*/ 3629789 w 8754592"/>
              <a:gd name="connsiteY22" fmla="*/ 1323439 h 1323439"/>
              <a:gd name="connsiteX23" fmla="*/ 2956358 w 8754592"/>
              <a:gd name="connsiteY23" fmla="*/ 1323439 h 1323439"/>
              <a:gd name="connsiteX24" fmla="*/ 2545566 w 8754592"/>
              <a:gd name="connsiteY24" fmla="*/ 1323439 h 1323439"/>
              <a:gd name="connsiteX25" fmla="*/ 1697044 w 8754592"/>
              <a:gd name="connsiteY25" fmla="*/ 1323439 h 1323439"/>
              <a:gd name="connsiteX26" fmla="*/ 1023614 w 8754592"/>
              <a:gd name="connsiteY26" fmla="*/ 1323439 h 1323439"/>
              <a:gd name="connsiteX27" fmla="*/ 0 w 8754592"/>
              <a:gd name="connsiteY27" fmla="*/ 1323439 h 1323439"/>
              <a:gd name="connsiteX28" fmla="*/ 0 w 8754592"/>
              <a:gd name="connsiteY28" fmla="*/ 674954 h 1323439"/>
              <a:gd name="connsiteX29" fmla="*/ 0 w 8754592"/>
              <a:gd name="connsiteY29" fmla="*/ 0 h 1323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8754592" h="1323439" extrusionOk="0">
                <a:moveTo>
                  <a:pt x="0" y="0"/>
                </a:moveTo>
                <a:cubicBezTo>
                  <a:pt x="252906" y="-15981"/>
                  <a:pt x="424615" y="-11049"/>
                  <a:pt x="848522" y="0"/>
                </a:cubicBezTo>
                <a:cubicBezTo>
                  <a:pt x="1272429" y="11049"/>
                  <a:pt x="1371931" y="-7041"/>
                  <a:pt x="1609498" y="0"/>
                </a:cubicBezTo>
                <a:cubicBezTo>
                  <a:pt x="1847065" y="7041"/>
                  <a:pt x="2097334" y="35384"/>
                  <a:pt x="2458020" y="0"/>
                </a:cubicBezTo>
                <a:cubicBezTo>
                  <a:pt x="2818706" y="-35384"/>
                  <a:pt x="2851535" y="-24246"/>
                  <a:pt x="3043904" y="0"/>
                </a:cubicBezTo>
                <a:cubicBezTo>
                  <a:pt x="3236273" y="24246"/>
                  <a:pt x="3411294" y="-20546"/>
                  <a:pt x="3717334" y="0"/>
                </a:cubicBezTo>
                <a:cubicBezTo>
                  <a:pt x="4023374" y="20546"/>
                  <a:pt x="4074502" y="-8824"/>
                  <a:pt x="4215673" y="0"/>
                </a:cubicBezTo>
                <a:cubicBezTo>
                  <a:pt x="4356844" y="8824"/>
                  <a:pt x="4791372" y="14544"/>
                  <a:pt x="4976649" y="0"/>
                </a:cubicBezTo>
                <a:cubicBezTo>
                  <a:pt x="5161926" y="-14544"/>
                  <a:pt x="5390008" y="-24735"/>
                  <a:pt x="5650079" y="0"/>
                </a:cubicBezTo>
                <a:cubicBezTo>
                  <a:pt x="5910150" y="24735"/>
                  <a:pt x="6174821" y="-9178"/>
                  <a:pt x="6498601" y="0"/>
                </a:cubicBezTo>
                <a:cubicBezTo>
                  <a:pt x="6822381" y="9178"/>
                  <a:pt x="6993310" y="-6409"/>
                  <a:pt x="7259577" y="0"/>
                </a:cubicBezTo>
                <a:cubicBezTo>
                  <a:pt x="7525844" y="6409"/>
                  <a:pt x="7722234" y="27809"/>
                  <a:pt x="8020553" y="0"/>
                </a:cubicBezTo>
                <a:cubicBezTo>
                  <a:pt x="8318872" y="-27809"/>
                  <a:pt x="8429695" y="10949"/>
                  <a:pt x="8754592" y="0"/>
                </a:cubicBezTo>
                <a:cubicBezTo>
                  <a:pt x="8723869" y="131909"/>
                  <a:pt x="8754244" y="328725"/>
                  <a:pt x="8754592" y="635251"/>
                </a:cubicBezTo>
                <a:cubicBezTo>
                  <a:pt x="8754940" y="941777"/>
                  <a:pt x="8758362" y="1163499"/>
                  <a:pt x="8754592" y="1323439"/>
                </a:cubicBezTo>
                <a:cubicBezTo>
                  <a:pt x="8356941" y="1290052"/>
                  <a:pt x="8245703" y="1284323"/>
                  <a:pt x="7906070" y="1323439"/>
                </a:cubicBezTo>
                <a:cubicBezTo>
                  <a:pt x="7566437" y="1362555"/>
                  <a:pt x="7238024" y="1320556"/>
                  <a:pt x="7057548" y="1323439"/>
                </a:cubicBezTo>
                <a:cubicBezTo>
                  <a:pt x="6877072" y="1326322"/>
                  <a:pt x="6672763" y="1331375"/>
                  <a:pt x="6559210" y="1323439"/>
                </a:cubicBezTo>
                <a:cubicBezTo>
                  <a:pt x="6445657" y="1315503"/>
                  <a:pt x="6192797" y="1340348"/>
                  <a:pt x="5973325" y="1323439"/>
                </a:cubicBezTo>
                <a:cubicBezTo>
                  <a:pt x="5753854" y="1306530"/>
                  <a:pt x="5637982" y="1347859"/>
                  <a:pt x="5474987" y="1323439"/>
                </a:cubicBezTo>
                <a:cubicBezTo>
                  <a:pt x="5311992" y="1299019"/>
                  <a:pt x="4948455" y="1291620"/>
                  <a:pt x="4801557" y="1323439"/>
                </a:cubicBezTo>
                <a:cubicBezTo>
                  <a:pt x="4654659" y="1355259"/>
                  <a:pt x="4329441" y="1326053"/>
                  <a:pt x="4040581" y="1323439"/>
                </a:cubicBezTo>
                <a:cubicBezTo>
                  <a:pt x="3751721" y="1320825"/>
                  <a:pt x="3784368" y="1339970"/>
                  <a:pt x="3629789" y="1323439"/>
                </a:cubicBezTo>
                <a:cubicBezTo>
                  <a:pt x="3475210" y="1306908"/>
                  <a:pt x="3280207" y="1328015"/>
                  <a:pt x="2956358" y="1323439"/>
                </a:cubicBezTo>
                <a:cubicBezTo>
                  <a:pt x="2632509" y="1318863"/>
                  <a:pt x="2722481" y="1314711"/>
                  <a:pt x="2545566" y="1323439"/>
                </a:cubicBezTo>
                <a:cubicBezTo>
                  <a:pt x="2368651" y="1332167"/>
                  <a:pt x="1887557" y="1322822"/>
                  <a:pt x="1697044" y="1323439"/>
                </a:cubicBezTo>
                <a:cubicBezTo>
                  <a:pt x="1506531" y="1324056"/>
                  <a:pt x="1161026" y="1314117"/>
                  <a:pt x="1023614" y="1323439"/>
                </a:cubicBezTo>
                <a:cubicBezTo>
                  <a:pt x="886202" y="1332762"/>
                  <a:pt x="285876" y="1368297"/>
                  <a:pt x="0" y="1323439"/>
                </a:cubicBezTo>
                <a:cubicBezTo>
                  <a:pt x="-29525" y="1046988"/>
                  <a:pt x="-16138" y="862115"/>
                  <a:pt x="0" y="674954"/>
                </a:cubicBezTo>
                <a:cubicBezTo>
                  <a:pt x="16138" y="487793"/>
                  <a:pt x="-3457" y="18057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const courses = </a:t>
            </a:r>
            <a:r>
              <a:rPr lang="en-US" sz="2000" b="1" dirty="0">
                <a:solidFill>
                  <a:srgbClr val="FF66CC"/>
                </a:solidFill>
                <a:latin typeface="Consolas" panose="020B0609020204030204" pitchFamily="49" charset="0"/>
              </a:rPr>
              <a:t>await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Course.findAll</a:t>
            </a:r>
            <a:r>
              <a:rPr lang="en-US" sz="20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for(const course of courses) { 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  const students = </a:t>
            </a:r>
            <a:r>
              <a:rPr lang="en-US" sz="2000" b="1" dirty="0">
                <a:solidFill>
                  <a:srgbClr val="FF66CC"/>
                </a:solidFill>
                <a:latin typeface="Consolas" panose="020B0609020204030204" pitchFamily="49" charset="0"/>
              </a:rPr>
              <a:t>await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course.getStudents</a:t>
            </a:r>
            <a:r>
              <a:rPr lang="en-US" sz="20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72977A-0C95-C0B7-7B29-EDFF30D00304}"/>
              </a:ext>
            </a:extLst>
          </p:cNvPr>
          <p:cNvSpPr txBox="1"/>
          <p:nvPr/>
        </p:nvSpPr>
        <p:spPr>
          <a:xfrm>
            <a:off x="560219" y="2651342"/>
            <a:ext cx="1682833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LAZY LOADING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159CF5-3D02-DB40-FC4C-7166DF724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215" y="2108908"/>
            <a:ext cx="430839" cy="4404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3E69B4D-4DAB-4B29-5418-36A21D3B0650}"/>
              </a:ext>
            </a:extLst>
          </p:cNvPr>
          <p:cNvSpPr txBox="1"/>
          <p:nvPr/>
        </p:nvSpPr>
        <p:spPr>
          <a:xfrm>
            <a:off x="2721486" y="4416588"/>
            <a:ext cx="8754592" cy="1323439"/>
          </a:xfrm>
          <a:custGeom>
            <a:avLst/>
            <a:gdLst>
              <a:gd name="connsiteX0" fmla="*/ 0 w 8754592"/>
              <a:gd name="connsiteY0" fmla="*/ 0 h 1323439"/>
              <a:gd name="connsiteX1" fmla="*/ 848522 w 8754592"/>
              <a:gd name="connsiteY1" fmla="*/ 0 h 1323439"/>
              <a:gd name="connsiteX2" fmla="*/ 1609498 w 8754592"/>
              <a:gd name="connsiteY2" fmla="*/ 0 h 1323439"/>
              <a:gd name="connsiteX3" fmla="*/ 2458020 w 8754592"/>
              <a:gd name="connsiteY3" fmla="*/ 0 h 1323439"/>
              <a:gd name="connsiteX4" fmla="*/ 3043904 w 8754592"/>
              <a:gd name="connsiteY4" fmla="*/ 0 h 1323439"/>
              <a:gd name="connsiteX5" fmla="*/ 3717334 w 8754592"/>
              <a:gd name="connsiteY5" fmla="*/ 0 h 1323439"/>
              <a:gd name="connsiteX6" fmla="*/ 4215673 w 8754592"/>
              <a:gd name="connsiteY6" fmla="*/ 0 h 1323439"/>
              <a:gd name="connsiteX7" fmla="*/ 4976649 w 8754592"/>
              <a:gd name="connsiteY7" fmla="*/ 0 h 1323439"/>
              <a:gd name="connsiteX8" fmla="*/ 5650079 w 8754592"/>
              <a:gd name="connsiteY8" fmla="*/ 0 h 1323439"/>
              <a:gd name="connsiteX9" fmla="*/ 6498601 w 8754592"/>
              <a:gd name="connsiteY9" fmla="*/ 0 h 1323439"/>
              <a:gd name="connsiteX10" fmla="*/ 7259577 w 8754592"/>
              <a:gd name="connsiteY10" fmla="*/ 0 h 1323439"/>
              <a:gd name="connsiteX11" fmla="*/ 8020553 w 8754592"/>
              <a:gd name="connsiteY11" fmla="*/ 0 h 1323439"/>
              <a:gd name="connsiteX12" fmla="*/ 8754592 w 8754592"/>
              <a:gd name="connsiteY12" fmla="*/ 0 h 1323439"/>
              <a:gd name="connsiteX13" fmla="*/ 8754592 w 8754592"/>
              <a:gd name="connsiteY13" fmla="*/ 635251 h 1323439"/>
              <a:gd name="connsiteX14" fmla="*/ 8754592 w 8754592"/>
              <a:gd name="connsiteY14" fmla="*/ 1323439 h 1323439"/>
              <a:gd name="connsiteX15" fmla="*/ 7906070 w 8754592"/>
              <a:gd name="connsiteY15" fmla="*/ 1323439 h 1323439"/>
              <a:gd name="connsiteX16" fmla="*/ 7057548 w 8754592"/>
              <a:gd name="connsiteY16" fmla="*/ 1323439 h 1323439"/>
              <a:gd name="connsiteX17" fmla="*/ 6559210 w 8754592"/>
              <a:gd name="connsiteY17" fmla="*/ 1323439 h 1323439"/>
              <a:gd name="connsiteX18" fmla="*/ 5973325 w 8754592"/>
              <a:gd name="connsiteY18" fmla="*/ 1323439 h 1323439"/>
              <a:gd name="connsiteX19" fmla="*/ 5474987 w 8754592"/>
              <a:gd name="connsiteY19" fmla="*/ 1323439 h 1323439"/>
              <a:gd name="connsiteX20" fmla="*/ 4801557 w 8754592"/>
              <a:gd name="connsiteY20" fmla="*/ 1323439 h 1323439"/>
              <a:gd name="connsiteX21" fmla="*/ 4040581 w 8754592"/>
              <a:gd name="connsiteY21" fmla="*/ 1323439 h 1323439"/>
              <a:gd name="connsiteX22" fmla="*/ 3629789 w 8754592"/>
              <a:gd name="connsiteY22" fmla="*/ 1323439 h 1323439"/>
              <a:gd name="connsiteX23" fmla="*/ 2956358 w 8754592"/>
              <a:gd name="connsiteY23" fmla="*/ 1323439 h 1323439"/>
              <a:gd name="connsiteX24" fmla="*/ 2545566 w 8754592"/>
              <a:gd name="connsiteY24" fmla="*/ 1323439 h 1323439"/>
              <a:gd name="connsiteX25" fmla="*/ 1697044 w 8754592"/>
              <a:gd name="connsiteY25" fmla="*/ 1323439 h 1323439"/>
              <a:gd name="connsiteX26" fmla="*/ 1023614 w 8754592"/>
              <a:gd name="connsiteY26" fmla="*/ 1323439 h 1323439"/>
              <a:gd name="connsiteX27" fmla="*/ 0 w 8754592"/>
              <a:gd name="connsiteY27" fmla="*/ 1323439 h 1323439"/>
              <a:gd name="connsiteX28" fmla="*/ 0 w 8754592"/>
              <a:gd name="connsiteY28" fmla="*/ 674954 h 1323439"/>
              <a:gd name="connsiteX29" fmla="*/ 0 w 8754592"/>
              <a:gd name="connsiteY29" fmla="*/ 0 h 1323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8754592" h="1323439" extrusionOk="0">
                <a:moveTo>
                  <a:pt x="0" y="0"/>
                </a:moveTo>
                <a:cubicBezTo>
                  <a:pt x="252906" y="-15981"/>
                  <a:pt x="424615" y="-11049"/>
                  <a:pt x="848522" y="0"/>
                </a:cubicBezTo>
                <a:cubicBezTo>
                  <a:pt x="1272429" y="11049"/>
                  <a:pt x="1371931" y="-7041"/>
                  <a:pt x="1609498" y="0"/>
                </a:cubicBezTo>
                <a:cubicBezTo>
                  <a:pt x="1847065" y="7041"/>
                  <a:pt x="2097334" y="35384"/>
                  <a:pt x="2458020" y="0"/>
                </a:cubicBezTo>
                <a:cubicBezTo>
                  <a:pt x="2818706" y="-35384"/>
                  <a:pt x="2851535" y="-24246"/>
                  <a:pt x="3043904" y="0"/>
                </a:cubicBezTo>
                <a:cubicBezTo>
                  <a:pt x="3236273" y="24246"/>
                  <a:pt x="3411294" y="-20546"/>
                  <a:pt x="3717334" y="0"/>
                </a:cubicBezTo>
                <a:cubicBezTo>
                  <a:pt x="4023374" y="20546"/>
                  <a:pt x="4074502" y="-8824"/>
                  <a:pt x="4215673" y="0"/>
                </a:cubicBezTo>
                <a:cubicBezTo>
                  <a:pt x="4356844" y="8824"/>
                  <a:pt x="4791372" y="14544"/>
                  <a:pt x="4976649" y="0"/>
                </a:cubicBezTo>
                <a:cubicBezTo>
                  <a:pt x="5161926" y="-14544"/>
                  <a:pt x="5390008" y="-24735"/>
                  <a:pt x="5650079" y="0"/>
                </a:cubicBezTo>
                <a:cubicBezTo>
                  <a:pt x="5910150" y="24735"/>
                  <a:pt x="6174821" y="-9178"/>
                  <a:pt x="6498601" y="0"/>
                </a:cubicBezTo>
                <a:cubicBezTo>
                  <a:pt x="6822381" y="9178"/>
                  <a:pt x="6993310" y="-6409"/>
                  <a:pt x="7259577" y="0"/>
                </a:cubicBezTo>
                <a:cubicBezTo>
                  <a:pt x="7525844" y="6409"/>
                  <a:pt x="7722234" y="27809"/>
                  <a:pt x="8020553" y="0"/>
                </a:cubicBezTo>
                <a:cubicBezTo>
                  <a:pt x="8318872" y="-27809"/>
                  <a:pt x="8429695" y="10949"/>
                  <a:pt x="8754592" y="0"/>
                </a:cubicBezTo>
                <a:cubicBezTo>
                  <a:pt x="8723869" y="131909"/>
                  <a:pt x="8754244" y="328725"/>
                  <a:pt x="8754592" y="635251"/>
                </a:cubicBezTo>
                <a:cubicBezTo>
                  <a:pt x="8754940" y="941777"/>
                  <a:pt x="8758362" y="1163499"/>
                  <a:pt x="8754592" y="1323439"/>
                </a:cubicBezTo>
                <a:cubicBezTo>
                  <a:pt x="8356941" y="1290052"/>
                  <a:pt x="8245703" y="1284323"/>
                  <a:pt x="7906070" y="1323439"/>
                </a:cubicBezTo>
                <a:cubicBezTo>
                  <a:pt x="7566437" y="1362555"/>
                  <a:pt x="7238024" y="1320556"/>
                  <a:pt x="7057548" y="1323439"/>
                </a:cubicBezTo>
                <a:cubicBezTo>
                  <a:pt x="6877072" y="1326322"/>
                  <a:pt x="6672763" y="1331375"/>
                  <a:pt x="6559210" y="1323439"/>
                </a:cubicBezTo>
                <a:cubicBezTo>
                  <a:pt x="6445657" y="1315503"/>
                  <a:pt x="6192797" y="1340348"/>
                  <a:pt x="5973325" y="1323439"/>
                </a:cubicBezTo>
                <a:cubicBezTo>
                  <a:pt x="5753854" y="1306530"/>
                  <a:pt x="5637982" y="1347859"/>
                  <a:pt x="5474987" y="1323439"/>
                </a:cubicBezTo>
                <a:cubicBezTo>
                  <a:pt x="5311992" y="1299019"/>
                  <a:pt x="4948455" y="1291620"/>
                  <a:pt x="4801557" y="1323439"/>
                </a:cubicBezTo>
                <a:cubicBezTo>
                  <a:pt x="4654659" y="1355259"/>
                  <a:pt x="4329441" y="1326053"/>
                  <a:pt x="4040581" y="1323439"/>
                </a:cubicBezTo>
                <a:cubicBezTo>
                  <a:pt x="3751721" y="1320825"/>
                  <a:pt x="3784368" y="1339970"/>
                  <a:pt x="3629789" y="1323439"/>
                </a:cubicBezTo>
                <a:cubicBezTo>
                  <a:pt x="3475210" y="1306908"/>
                  <a:pt x="3280207" y="1328015"/>
                  <a:pt x="2956358" y="1323439"/>
                </a:cubicBezTo>
                <a:cubicBezTo>
                  <a:pt x="2632509" y="1318863"/>
                  <a:pt x="2722481" y="1314711"/>
                  <a:pt x="2545566" y="1323439"/>
                </a:cubicBezTo>
                <a:cubicBezTo>
                  <a:pt x="2368651" y="1332167"/>
                  <a:pt x="1887557" y="1322822"/>
                  <a:pt x="1697044" y="1323439"/>
                </a:cubicBezTo>
                <a:cubicBezTo>
                  <a:pt x="1506531" y="1324056"/>
                  <a:pt x="1161026" y="1314117"/>
                  <a:pt x="1023614" y="1323439"/>
                </a:cubicBezTo>
                <a:cubicBezTo>
                  <a:pt x="886202" y="1332762"/>
                  <a:pt x="285876" y="1368297"/>
                  <a:pt x="0" y="1323439"/>
                </a:cubicBezTo>
                <a:cubicBezTo>
                  <a:pt x="-29525" y="1046988"/>
                  <a:pt x="-16138" y="862115"/>
                  <a:pt x="0" y="674954"/>
                </a:cubicBezTo>
                <a:cubicBezTo>
                  <a:pt x="16138" y="487793"/>
                  <a:pt x="-3457" y="18057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const courses = </a:t>
            </a:r>
            <a:r>
              <a:rPr lang="en-US" sz="2000" b="1" dirty="0">
                <a:solidFill>
                  <a:srgbClr val="FF66CC"/>
                </a:solidFill>
                <a:latin typeface="Consolas" panose="020B0609020204030204" pitchFamily="49" charset="0"/>
              </a:rPr>
              <a:t>await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Course.findAll</a:t>
            </a:r>
            <a:r>
              <a:rPr lang="en-US" sz="2000" dirty="0">
                <a:latin typeface="Consolas" panose="020B0609020204030204" pitchFamily="49" charset="0"/>
              </a:rPr>
              <a:t>( </a:t>
            </a: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include:Students</a:t>
            </a: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} 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for(const course of courses) { 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  const students = </a:t>
            </a:r>
            <a:r>
              <a:rPr lang="en-US" sz="2000" dirty="0" err="1">
                <a:latin typeface="Consolas" panose="020B0609020204030204" pitchFamily="49" charset="0"/>
              </a:rPr>
              <a:t>course.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Students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CCC62B-8A6D-4E0D-022F-4C6547302B77}"/>
              </a:ext>
            </a:extLst>
          </p:cNvPr>
          <p:cNvCxnSpPr/>
          <p:nvPr/>
        </p:nvCxnSpPr>
        <p:spPr>
          <a:xfrm flipH="1" flipV="1">
            <a:off x="7823200" y="5433374"/>
            <a:ext cx="533400" cy="586426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7B9BB66-ED58-CBA9-BC80-E40D69E4385C}"/>
              </a:ext>
            </a:extLst>
          </p:cNvPr>
          <p:cNvSpPr txBox="1"/>
          <p:nvPr/>
        </p:nvSpPr>
        <p:spPr>
          <a:xfrm>
            <a:off x="7098782" y="6019800"/>
            <a:ext cx="26396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After eager loading,</a:t>
            </a:r>
          </a:p>
          <a:p>
            <a:pPr algn="ctr"/>
            <a:r>
              <a:rPr lang="en-US" sz="1400" dirty="0">
                <a:solidFill>
                  <a:schemeClr val="accent4"/>
                </a:solidFill>
              </a:rPr>
              <a:t>Each </a:t>
            </a:r>
            <a:r>
              <a:rPr lang="en-US" sz="1400" b="1" dirty="0">
                <a:solidFill>
                  <a:schemeClr val="accent4"/>
                </a:solidFill>
              </a:rPr>
              <a:t>course instance has a Students property.</a:t>
            </a:r>
          </a:p>
        </p:txBody>
      </p:sp>
    </p:spTree>
    <p:extLst>
      <p:ext uri="{BB962C8B-B14F-4D97-AF65-F5344CB8AC3E}">
        <p14:creationId xmlns:p14="http://schemas.microsoft.com/office/powerpoint/2010/main" val="2246602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87C36-2E00-479E-6CBD-3335D4148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20;p4">
            <a:extLst>
              <a:ext uri="{FF2B5EF4-FFF2-40B4-BE49-F238E27FC236}">
                <a16:creationId xmlns:a16="http://schemas.microsoft.com/office/drawing/2014/main" id="{5C65139B-4714-3258-BA38-00800FDE756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342" y="475165"/>
            <a:ext cx="186684" cy="371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1;p4">
            <a:extLst>
              <a:ext uri="{FF2B5EF4-FFF2-40B4-BE49-F238E27FC236}">
                <a16:creationId xmlns:a16="http://schemas.microsoft.com/office/drawing/2014/main" id="{5910736A-9DC0-EE2B-7C9E-90AE7C1A524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157" y="475165"/>
            <a:ext cx="186684" cy="3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7;p2">
            <a:extLst>
              <a:ext uri="{FF2B5EF4-FFF2-40B4-BE49-F238E27FC236}">
                <a16:creationId xmlns:a16="http://schemas.microsoft.com/office/drawing/2014/main" id="{59D450B8-B55F-8B42-25E1-2FF3E8F11207}"/>
              </a:ext>
            </a:extLst>
          </p:cNvPr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ACTIVITY - 5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C7A12E-4710-8D3C-8B6B-2FF15EE67B7B}"/>
              </a:ext>
            </a:extLst>
          </p:cNvPr>
          <p:cNvSpPr txBox="1"/>
          <p:nvPr/>
        </p:nvSpPr>
        <p:spPr>
          <a:xfrm>
            <a:off x="2892408" y="261682"/>
            <a:ext cx="78224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Calculate </a:t>
            </a:r>
            <a:r>
              <a:rPr lang="en-US" sz="3200" b="1" dirty="0"/>
              <a:t>Averages</a:t>
            </a:r>
            <a:r>
              <a:rPr lang="en-US" sz="3200" dirty="0"/>
              <a:t> (students and courses)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C7564-81E3-38F7-BD95-F87AA8954E02}"/>
              </a:ext>
            </a:extLst>
          </p:cNvPr>
          <p:cNvSpPr txBox="1"/>
          <p:nvPr/>
        </p:nvSpPr>
        <p:spPr>
          <a:xfrm>
            <a:off x="572422" y="2083247"/>
            <a:ext cx="9754882" cy="923330"/>
          </a:xfrm>
          <a:custGeom>
            <a:avLst/>
            <a:gdLst>
              <a:gd name="connsiteX0" fmla="*/ 0 w 9754882"/>
              <a:gd name="connsiteY0" fmla="*/ 0 h 923330"/>
              <a:gd name="connsiteX1" fmla="*/ 891875 w 9754882"/>
              <a:gd name="connsiteY1" fmla="*/ 0 h 923330"/>
              <a:gd name="connsiteX2" fmla="*/ 1686201 w 9754882"/>
              <a:gd name="connsiteY2" fmla="*/ 0 h 923330"/>
              <a:gd name="connsiteX3" fmla="*/ 2578076 w 9754882"/>
              <a:gd name="connsiteY3" fmla="*/ 0 h 923330"/>
              <a:gd name="connsiteX4" fmla="*/ 3177304 w 9754882"/>
              <a:gd name="connsiteY4" fmla="*/ 0 h 923330"/>
              <a:gd name="connsiteX5" fmla="*/ 3874082 w 9754882"/>
              <a:gd name="connsiteY5" fmla="*/ 0 h 923330"/>
              <a:gd name="connsiteX6" fmla="*/ 4375761 w 9754882"/>
              <a:gd name="connsiteY6" fmla="*/ 0 h 923330"/>
              <a:gd name="connsiteX7" fmla="*/ 5170087 w 9754882"/>
              <a:gd name="connsiteY7" fmla="*/ 0 h 923330"/>
              <a:gd name="connsiteX8" fmla="*/ 5866865 w 9754882"/>
              <a:gd name="connsiteY8" fmla="*/ 0 h 923330"/>
              <a:gd name="connsiteX9" fmla="*/ 6758740 w 9754882"/>
              <a:gd name="connsiteY9" fmla="*/ 0 h 923330"/>
              <a:gd name="connsiteX10" fmla="*/ 7553066 w 9754882"/>
              <a:gd name="connsiteY10" fmla="*/ 0 h 923330"/>
              <a:gd name="connsiteX11" fmla="*/ 8347392 w 9754882"/>
              <a:gd name="connsiteY11" fmla="*/ 0 h 923330"/>
              <a:gd name="connsiteX12" fmla="*/ 9754882 w 9754882"/>
              <a:gd name="connsiteY12" fmla="*/ 0 h 923330"/>
              <a:gd name="connsiteX13" fmla="*/ 9754882 w 9754882"/>
              <a:gd name="connsiteY13" fmla="*/ 443198 h 923330"/>
              <a:gd name="connsiteX14" fmla="*/ 9754882 w 9754882"/>
              <a:gd name="connsiteY14" fmla="*/ 923330 h 923330"/>
              <a:gd name="connsiteX15" fmla="*/ 8863007 w 9754882"/>
              <a:gd name="connsiteY15" fmla="*/ 923330 h 923330"/>
              <a:gd name="connsiteX16" fmla="*/ 7971132 w 9754882"/>
              <a:gd name="connsiteY16" fmla="*/ 923330 h 923330"/>
              <a:gd name="connsiteX17" fmla="*/ 7469453 w 9754882"/>
              <a:gd name="connsiteY17" fmla="*/ 923330 h 923330"/>
              <a:gd name="connsiteX18" fmla="*/ 6870224 w 9754882"/>
              <a:gd name="connsiteY18" fmla="*/ 923330 h 923330"/>
              <a:gd name="connsiteX19" fmla="*/ 6368544 w 9754882"/>
              <a:gd name="connsiteY19" fmla="*/ 923330 h 923330"/>
              <a:gd name="connsiteX20" fmla="*/ 5671767 w 9754882"/>
              <a:gd name="connsiteY20" fmla="*/ 923330 h 923330"/>
              <a:gd name="connsiteX21" fmla="*/ 4877441 w 9754882"/>
              <a:gd name="connsiteY21" fmla="*/ 923330 h 923330"/>
              <a:gd name="connsiteX22" fmla="*/ 4473310 w 9754882"/>
              <a:gd name="connsiteY22" fmla="*/ 923330 h 923330"/>
              <a:gd name="connsiteX23" fmla="*/ 3776533 w 9754882"/>
              <a:gd name="connsiteY23" fmla="*/ 923330 h 923330"/>
              <a:gd name="connsiteX24" fmla="*/ 3372402 w 9754882"/>
              <a:gd name="connsiteY24" fmla="*/ 923330 h 923330"/>
              <a:gd name="connsiteX25" fmla="*/ 2480527 w 9754882"/>
              <a:gd name="connsiteY25" fmla="*/ 923330 h 923330"/>
              <a:gd name="connsiteX26" fmla="*/ 1783750 w 9754882"/>
              <a:gd name="connsiteY26" fmla="*/ 923330 h 923330"/>
              <a:gd name="connsiteX27" fmla="*/ 1184521 w 9754882"/>
              <a:gd name="connsiteY27" fmla="*/ 923330 h 923330"/>
              <a:gd name="connsiteX28" fmla="*/ 0 w 9754882"/>
              <a:gd name="connsiteY28" fmla="*/ 923330 h 923330"/>
              <a:gd name="connsiteX29" fmla="*/ 0 w 9754882"/>
              <a:gd name="connsiteY29" fmla="*/ 452432 h 923330"/>
              <a:gd name="connsiteX30" fmla="*/ 0 w 9754882"/>
              <a:gd name="connsiteY30" fmla="*/ 0 h 92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754882" h="923330" extrusionOk="0">
                <a:moveTo>
                  <a:pt x="0" y="0"/>
                </a:moveTo>
                <a:cubicBezTo>
                  <a:pt x="357432" y="-18775"/>
                  <a:pt x="453992" y="6846"/>
                  <a:pt x="891875" y="0"/>
                </a:cubicBezTo>
                <a:cubicBezTo>
                  <a:pt x="1329759" y="-6846"/>
                  <a:pt x="1442440" y="-1978"/>
                  <a:pt x="1686201" y="0"/>
                </a:cubicBezTo>
                <a:cubicBezTo>
                  <a:pt x="1929962" y="1978"/>
                  <a:pt x="2328102" y="18434"/>
                  <a:pt x="2578076" y="0"/>
                </a:cubicBezTo>
                <a:cubicBezTo>
                  <a:pt x="2828051" y="-18434"/>
                  <a:pt x="2977514" y="-18862"/>
                  <a:pt x="3177304" y="0"/>
                </a:cubicBezTo>
                <a:cubicBezTo>
                  <a:pt x="3377094" y="18862"/>
                  <a:pt x="3691964" y="-6275"/>
                  <a:pt x="3874082" y="0"/>
                </a:cubicBezTo>
                <a:cubicBezTo>
                  <a:pt x="4056200" y="6275"/>
                  <a:pt x="4257904" y="-24225"/>
                  <a:pt x="4375761" y="0"/>
                </a:cubicBezTo>
                <a:cubicBezTo>
                  <a:pt x="4493618" y="24225"/>
                  <a:pt x="4993353" y="17647"/>
                  <a:pt x="5170087" y="0"/>
                </a:cubicBezTo>
                <a:cubicBezTo>
                  <a:pt x="5346821" y="-17647"/>
                  <a:pt x="5683836" y="-33418"/>
                  <a:pt x="5866865" y="0"/>
                </a:cubicBezTo>
                <a:cubicBezTo>
                  <a:pt x="6049894" y="33418"/>
                  <a:pt x="6319093" y="-27622"/>
                  <a:pt x="6758740" y="0"/>
                </a:cubicBezTo>
                <a:cubicBezTo>
                  <a:pt x="7198387" y="27622"/>
                  <a:pt x="7325236" y="13226"/>
                  <a:pt x="7553066" y="0"/>
                </a:cubicBezTo>
                <a:cubicBezTo>
                  <a:pt x="7780896" y="-13226"/>
                  <a:pt x="7964665" y="17795"/>
                  <a:pt x="8347392" y="0"/>
                </a:cubicBezTo>
                <a:cubicBezTo>
                  <a:pt x="8730119" y="-17795"/>
                  <a:pt x="9417978" y="8272"/>
                  <a:pt x="9754882" y="0"/>
                </a:cubicBezTo>
                <a:cubicBezTo>
                  <a:pt x="9739413" y="167735"/>
                  <a:pt x="9735201" y="264367"/>
                  <a:pt x="9754882" y="443198"/>
                </a:cubicBezTo>
                <a:cubicBezTo>
                  <a:pt x="9774563" y="622029"/>
                  <a:pt x="9735054" y="817604"/>
                  <a:pt x="9754882" y="923330"/>
                </a:cubicBezTo>
                <a:cubicBezTo>
                  <a:pt x="9348496" y="906911"/>
                  <a:pt x="9170344" y="893866"/>
                  <a:pt x="8863007" y="923330"/>
                </a:cubicBezTo>
                <a:cubicBezTo>
                  <a:pt x="8555671" y="952794"/>
                  <a:pt x="8287263" y="892391"/>
                  <a:pt x="7971132" y="923330"/>
                </a:cubicBezTo>
                <a:cubicBezTo>
                  <a:pt x="7655002" y="954269"/>
                  <a:pt x="7629836" y="927574"/>
                  <a:pt x="7469453" y="923330"/>
                </a:cubicBezTo>
                <a:cubicBezTo>
                  <a:pt x="7309070" y="919086"/>
                  <a:pt x="7163828" y="947954"/>
                  <a:pt x="6870224" y="923330"/>
                </a:cubicBezTo>
                <a:cubicBezTo>
                  <a:pt x="6576620" y="898706"/>
                  <a:pt x="6487241" y="899469"/>
                  <a:pt x="6368544" y="923330"/>
                </a:cubicBezTo>
                <a:cubicBezTo>
                  <a:pt x="6249847" y="947191"/>
                  <a:pt x="5840763" y="934532"/>
                  <a:pt x="5671767" y="923330"/>
                </a:cubicBezTo>
                <a:cubicBezTo>
                  <a:pt x="5502771" y="912128"/>
                  <a:pt x="5227404" y="942760"/>
                  <a:pt x="4877441" y="923330"/>
                </a:cubicBezTo>
                <a:cubicBezTo>
                  <a:pt x="4527478" y="903900"/>
                  <a:pt x="4656926" y="906281"/>
                  <a:pt x="4473310" y="923330"/>
                </a:cubicBezTo>
                <a:cubicBezTo>
                  <a:pt x="4289694" y="940379"/>
                  <a:pt x="4090563" y="950927"/>
                  <a:pt x="3776533" y="923330"/>
                </a:cubicBezTo>
                <a:cubicBezTo>
                  <a:pt x="3462503" y="895733"/>
                  <a:pt x="3469450" y="910089"/>
                  <a:pt x="3372402" y="923330"/>
                </a:cubicBezTo>
                <a:cubicBezTo>
                  <a:pt x="3275354" y="936571"/>
                  <a:pt x="2910686" y="924566"/>
                  <a:pt x="2480527" y="923330"/>
                </a:cubicBezTo>
                <a:cubicBezTo>
                  <a:pt x="2050369" y="922094"/>
                  <a:pt x="2083995" y="935958"/>
                  <a:pt x="1783750" y="923330"/>
                </a:cubicBezTo>
                <a:cubicBezTo>
                  <a:pt x="1483505" y="910702"/>
                  <a:pt x="1434856" y="922913"/>
                  <a:pt x="1184521" y="923330"/>
                </a:cubicBezTo>
                <a:cubicBezTo>
                  <a:pt x="934186" y="923747"/>
                  <a:pt x="348936" y="953940"/>
                  <a:pt x="0" y="923330"/>
                </a:cubicBezTo>
                <a:cubicBezTo>
                  <a:pt x="-10968" y="709368"/>
                  <a:pt x="5272" y="619932"/>
                  <a:pt x="0" y="452432"/>
                </a:cubicBezTo>
                <a:cubicBezTo>
                  <a:pt x="-5272" y="284932"/>
                  <a:pt x="-16876" y="211105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const </a:t>
            </a:r>
            <a:r>
              <a:rPr lang="en-US" dirty="0" err="1">
                <a:latin typeface="Consolas" panose="020B0609020204030204" pitchFamily="49" charset="0"/>
              </a:rPr>
              <a:t>StudentCourseResult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sequelize.define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chemeClr val="accent6"/>
                </a:solidFill>
                <a:latin typeface="Consolas" panose="020B0609020204030204" pitchFamily="49" charset="0"/>
              </a:rPr>
              <a:t>StudentCourseResult</a:t>
            </a:r>
            <a:r>
              <a:rPr lang="en-US" dirty="0">
                <a:latin typeface="Consolas" panose="020B0609020204030204" pitchFamily="49" charset="0"/>
              </a:rPr>
              <a:t>', {</a:t>
            </a:r>
          </a:p>
          <a:p>
            <a:r>
              <a:rPr lang="en-US" dirty="0">
                <a:latin typeface="Consolas" panose="020B0609020204030204" pitchFamily="49" charset="0"/>
              </a:rPr>
              <a:t>  finalGrade: </a:t>
            </a:r>
            <a:r>
              <a:rPr lang="en-US" dirty="0" err="1">
                <a:latin typeface="Consolas" panose="020B0609020204030204" pitchFamily="49" charset="0"/>
              </a:rPr>
              <a:t>DataTypes.FLOAT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24487-0634-1327-643A-4BA8EB3FBB42}"/>
              </a:ext>
            </a:extLst>
          </p:cNvPr>
          <p:cNvSpPr txBox="1"/>
          <p:nvPr/>
        </p:nvSpPr>
        <p:spPr>
          <a:xfrm>
            <a:off x="572422" y="1691227"/>
            <a:ext cx="7740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 we define a dedicated model as a junction for Students-Courses association: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841380-48A4-0C6A-1009-408BC2513635}"/>
              </a:ext>
            </a:extLst>
          </p:cNvPr>
          <p:cNvSpPr txBox="1"/>
          <p:nvPr/>
        </p:nvSpPr>
        <p:spPr>
          <a:xfrm>
            <a:off x="572422" y="3664956"/>
            <a:ext cx="9754882" cy="645433"/>
          </a:xfrm>
          <a:custGeom>
            <a:avLst/>
            <a:gdLst>
              <a:gd name="connsiteX0" fmla="*/ 0 w 9754882"/>
              <a:gd name="connsiteY0" fmla="*/ 0 h 645433"/>
              <a:gd name="connsiteX1" fmla="*/ 891875 w 9754882"/>
              <a:gd name="connsiteY1" fmla="*/ 0 h 645433"/>
              <a:gd name="connsiteX2" fmla="*/ 1686201 w 9754882"/>
              <a:gd name="connsiteY2" fmla="*/ 0 h 645433"/>
              <a:gd name="connsiteX3" fmla="*/ 2578076 w 9754882"/>
              <a:gd name="connsiteY3" fmla="*/ 0 h 645433"/>
              <a:gd name="connsiteX4" fmla="*/ 3177304 w 9754882"/>
              <a:gd name="connsiteY4" fmla="*/ 0 h 645433"/>
              <a:gd name="connsiteX5" fmla="*/ 3874082 w 9754882"/>
              <a:gd name="connsiteY5" fmla="*/ 0 h 645433"/>
              <a:gd name="connsiteX6" fmla="*/ 4375761 w 9754882"/>
              <a:gd name="connsiteY6" fmla="*/ 0 h 645433"/>
              <a:gd name="connsiteX7" fmla="*/ 5170087 w 9754882"/>
              <a:gd name="connsiteY7" fmla="*/ 0 h 645433"/>
              <a:gd name="connsiteX8" fmla="*/ 5866865 w 9754882"/>
              <a:gd name="connsiteY8" fmla="*/ 0 h 645433"/>
              <a:gd name="connsiteX9" fmla="*/ 6758740 w 9754882"/>
              <a:gd name="connsiteY9" fmla="*/ 0 h 645433"/>
              <a:gd name="connsiteX10" fmla="*/ 7553066 w 9754882"/>
              <a:gd name="connsiteY10" fmla="*/ 0 h 645433"/>
              <a:gd name="connsiteX11" fmla="*/ 8347392 w 9754882"/>
              <a:gd name="connsiteY11" fmla="*/ 0 h 645433"/>
              <a:gd name="connsiteX12" fmla="*/ 9754882 w 9754882"/>
              <a:gd name="connsiteY12" fmla="*/ 0 h 645433"/>
              <a:gd name="connsiteX13" fmla="*/ 9754882 w 9754882"/>
              <a:gd name="connsiteY13" fmla="*/ 645433 h 645433"/>
              <a:gd name="connsiteX14" fmla="*/ 9350751 w 9754882"/>
              <a:gd name="connsiteY14" fmla="*/ 645433 h 645433"/>
              <a:gd name="connsiteX15" fmla="*/ 8946620 w 9754882"/>
              <a:gd name="connsiteY15" fmla="*/ 645433 h 645433"/>
              <a:gd name="connsiteX16" fmla="*/ 8054745 w 9754882"/>
              <a:gd name="connsiteY16" fmla="*/ 645433 h 645433"/>
              <a:gd name="connsiteX17" fmla="*/ 7553066 w 9754882"/>
              <a:gd name="connsiteY17" fmla="*/ 645433 h 645433"/>
              <a:gd name="connsiteX18" fmla="*/ 6953837 w 9754882"/>
              <a:gd name="connsiteY18" fmla="*/ 645433 h 645433"/>
              <a:gd name="connsiteX19" fmla="*/ 6452158 w 9754882"/>
              <a:gd name="connsiteY19" fmla="*/ 645433 h 645433"/>
              <a:gd name="connsiteX20" fmla="*/ 5755380 w 9754882"/>
              <a:gd name="connsiteY20" fmla="*/ 645433 h 645433"/>
              <a:gd name="connsiteX21" fmla="*/ 4961054 w 9754882"/>
              <a:gd name="connsiteY21" fmla="*/ 645433 h 645433"/>
              <a:gd name="connsiteX22" fmla="*/ 4556923 w 9754882"/>
              <a:gd name="connsiteY22" fmla="*/ 645433 h 645433"/>
              <a:gd name="connsiteX23" fmla="*/ 3860146 w 9754882"/>
              <a:gd name="connsiteY23" fmla="*/ 645433 h 645433"/>
              <a:gd name="connsiteX24" fmla="*/ 3456015 w 9754882"/>
              <a:gd name="connsiteY24" fmla="*/ 645433 h 645433"/>
              <a:gd name="connsiteX25" fmla="*/ 2564140 w 9754882"/>
              <a:gd name="connsiteY25" fmla="*/ 645433 h 645433"/>
              <a:gd name="connsiteX26" fmla="*/ 1867363 w 9754882"/>
              <a:gd name="connsiteY26" fmla="*/ 645433 h 645433"/>
              <a:gd name="connsiteX27" fmla="*/ 1268135 w 9754882"/>
              <a:gd name="connsiteY27" fmla="*/ 645433 h 645433"/>
              <a:gd name="connsiteX28" fmla="*/ 668906 w 9754882"/>
              <a:gd name="connsiteY28" fmla="*/ 645433 h 645433"/>
              <a:gd name="connsiteX29" fmla="*/ 0 w 9754882"/>
              <a:gd name="connsiteY29" fmla="*/ 645433 h 645433"/>
              <a:gd name="connsiteX30" fmla="*/ 0 w 9754882"/>
              <a:gd name="connsiteY30" fmla="*/ 0 h 64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9754882" h="645433" extrusionOk="0">
                <a:moveTo>
                  <a:pt x="0" y="0"/>
                </a:moveTo>
                <a:cubicBezTo>
                  <a:pt x="357432" y="-18775"/>
                  <a:pt x="453992" y="6846"/>
                  <a:pt x="891875" y="0"/>
                </a:cubicBezTo>
                <a:cubicBezTo>
                  <a:pt x="1329759" y="-6846"/>
                  <a:pt x="1442440" y="-1978"/>
                  <a:pt x="1686201" y="0"/>
                </a:cubicBezTo>
                <a:cubicBezTo>
                  <a:pt x="1929962" y="1978"/>
                  <a:pt x="2328102" y="18434"/>
                  <a:pt x="2578076" y="0"/>
                </a:cubicBezTo>
                <a:cubicBezTo>
                  <a:pt x="2828051" y="-18434"/>
                  <a:pt x="2977514" y="-18862"/>
                  <a:pt x="3177304" y="0"/>
                </a:cubicBezTo>
                <a:cubicBezTo>
                  <a:pt x="3377094" y="18862"/>
                  <a:pt x="3691964" y="-6275"/>
                  <a:pt x="3874082" y="0"/>
                </a:cubicBezTo>
                <a:cubicBezTo>
                  <a:pt x="4056200" y="6275"/>
                  <a:pt x="4257904" y="-24225"/>
                  <a:pt x="4375761" y="0"/>
                </a:cubicBezTo>
                <a:cubicBezTo>
                  <a:pt x="4493618" y="24225"/>
                  <a:pt x="4993353" y="17647"/>
                  <a:pt x="5170087" y="0"/>
                </a:cubicBezTo>
                <a:cubicBezTo>
                  <a:pt x="5346821" y="-17647"/>
                  <a:pt x="5683836" y="-33418"/>
                  <a:pt x="5866865" y="0"/>
                </a:cubicBezTo>
                <a:cubicBezTo>
                  <a:pt x="6049894" y="33418"/>
                  <a:pt x="6319093" y="-27622"/>
                  <a:pt x="6758740" y="0"/>
                </a:cubicBezTo>
                <a:cubicBezTo>
                  <a:pt x="7198387" y="27622"/>
                  <a:pt x="7325236" y="13226"/>
                  <a:pt x="7553066" y="0"/>
                </a:cubicBezTo>
                <a:cubicBezTo>
                  <a:pt x="7780896" y="-13226"/>
                  <a:pt x="7964665" y="17795"/>
                  <a:pt x="8347392" y="0"/>
                </a:cubicBezTo>
                <a:cubicBezTo>
                  <a:pt x="8730119" y="-17795"/>
                  <a:pt x="9417978" y="8272"/>
                  <a:pt x="9754882" y="0"/>
                </a:cubicBezTo>
                <a:cubicBezTo>
                  <a:pt x="9738301" y="158247"/>
                  <a:pt x="9781517" y="414445"/>
                  <a:pt x="9754882" y="645433"/>
                </a:cubicBezTo>
                <a:cubicBezTo>
                  <a:pt x="9667844" y="655124"/>
                  <a:pt x="9513754" y="651136"/>
                  <a:pt x="9350751" y="645433"/>
                </a:cubicBezTo>
                <a:cubicBezTo>
                  <a:pt x="9187748" y="639730"/>
                  <a:pt x="9102939" y="652845"/>
                  <a:pt x="8946620" y="645433"/>
                </a:cubicBezTo>
                <a:cubicBezTo>
                  <a:pt x="8790301" y="638021"/>
                  <a:pt x="8370876" y="614494"/>
                  <a:pt x="8054745" y="645433"/>
                </a:cubicBezTo>
                <a:cubicBezTo>
                  <a:pt x="7738615" y="676372"/>
                  <a:pt x="7713449" y="649677"/>
                  <a:pt x="7553066" y="645433"/>
                </a:cubicBezTo>
                <a:cubicBezTo>
                  <a:pt x="7392683" y="641189"/>
                  <a:pt x="7247441" y="670057"/>
                  <a:pt x="6953837" y="645433"/>
                </a:cubicBezTo>
                <a:cubicBezTo>
                  <a:pt x="6660233" y="620809"/>
                  <a:pt x="6568587" y="668742"/>
                  <a:pt x="6452158" y="645433"/>
                </a:cubicBezTo>
                <a:cubicBezTo>
                  <a:pt x="6335729" y="622124"/>
                  <a:pt x="5926575" y="662308"/>
                  <a:pt x="5755380" y="645433"/>
                </a:cubicBezTo>
                <a:cubicBezTo>
                  <a:pt x="5584185" y="628558"/>
                  <a:pt x="5311017" y="664863"/>
                  <a:pt x="4961054" y="645433"/>
                </a:cubicBezTo>
                <a:cubicBezTo>
                  <a:pt x="4611091" y="626003"/>
                  <a:pt x="4740539" y="628384"/>
                  <a:pt x="4556923" y="645433"/>
                </a:cubicBezTo>
                <a:cubicBezTo>
                  <a:pt x="4373307" y="662482"/>
                  <a:pt x="4174176" y="673030"/>
                  <a:pt x="3860146" y="645433"/>
                </a:cubicBezTo>
                <a:cubicBezTo>
                  <a:pt x="3546116" y="617836"/>
                  <a:pt x="3553063" y="632192"/>
                  <a:pt x="3456015" y="645433"/>
                </a:cubicBezTo>
                <a:cubicBezTo>
                  <a:pt x="3358967" y="658674"/>
                  <a:pt x="2994299" y="646669"/>
                  <a:pt x="2564140" y="645433"/>
                </a:cubicBezTo>
                <a:cubicBezTo>
                  <a:pt x="2133982" y="644197"/>
                  <a:pt x="2167608" y="658061"/>
                  <a:pt x="1867363" y="645433"/>
                </a:cubicBezTo>
                <a:cubicBezTo>
                  <a:pt x="1567118" y="632805"/>
                  <a:pt x="1513514" y="637872"/>
                  <a:pt x="1268135" y="645433"/>
                </a:cubicBezTo>
                <a:cubicBezTo>
                  <a:pt x="1022756" y="652994"/>
                  <a:pt x="910298" y="662254"/>
                  <a:pt x="668906" y="645433"/>
                </a:cubicBezTo>
                <a:cubicBezTo>
                  <a:pt x="427514" y="628612"/>
                  <a:pt x="185754" y="651248"/>
                  <a:pt x="0" y="645433"/>
                </a:cubicBezTo>
                <a:cubicBezTo>
                  <a:pt x="4233" y="344206"/>
                  <a:pt x="2232" y="21546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dirty="0">
                <a:latin typeface="Consolas" panose="020B0609020204030204" pitchFamily="49" charset="0"/>
              </a:rPr>
              <a:t>await </a:t>
            </a:r>
            <a:r>
              <a:rPr lang="en-US" dirty="0" err="1">
                <a:latin typeface="Consolas" panose="020B0609020204030204" pitchFamily="49" charset="0"/>
              </a:rPr>
              <a:t>math.addStudent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alice</a:t>
            </a:r>
            <a:r>
              <a:rPr lang="en-US" dirty="0">
                <a:latin typeface="Consolas" panose="020B0609020204030204" pitchFamily="49" charset="0"/>
              </a:rPr>
              <a:t>, { through: { finalGrade: 85 } } );</a:t>
            </a:r>
          </a:p>
          <a:p>
            <a:pPr>
              <a:lnSpc>
                <a:spcPts val="1425"/>
              </a:lnSpc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AD8F6D-533F-47A0-7749-93F812067952}"/>
              </a:ext>
            </a:extLst>
          </p:cNvPr>
          <p:cNvSpPr txBox="1"/>
          <p:nvPr/>
        </p:nvSpPr>
        <p:spPr>
          <a:xfrm>
            <a:off x="540841" y="3295624"/>
            <a:ext cx="601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student is added to each course with his/her final grade 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3B075B-4FF0-3CA0-3E5A-1C916713E844}"/>
              </a:ext>
            </a:extLst>
          </p:cNvPr>
          <p:cNvSpPr txBox="1"/>
          <p:nvPr/>
        </p:nvSpPr>
        <p:spPr>
          <a:xfrm>
            <a:off x="3352921" y="776400"/>
            <a:ext cx="56799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start code  (ACTIVITY-5 . ZIP) and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npm install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the code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match requirements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9D2864-D277-AB2D-B8C5-851D68AD4917}"/>
              </a:ext>
            </a:extLst>
          </p:cNvPr>
          <p:cNvSpPr txBox="1"/>
          <p:nvPr/>
        </p:nvSpPr>
        <p:spPr>
          <a:xfrm>
            <a:off x="540841" y="4507103"/>
            <a:ext cx="63584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Your task </a:t>
            </a:r>
            <a:r>
              <a:rPr lang="en-US" dirty="0"/>
              <a:t>: 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Display for each course , the average of all students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Display for each students , the average of all course score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5C9D75-93A8-70A4-A5D0-7D3DDAA50C32}"/>
              </a:ext>
            </a:extLst>
          </p:cNvPr>
          <p:cNvSpPr txBox="1"/>
          <p:nvPr/>
        </p:nvSpPr>
        <p:spPr>
          <a:xfrm rot="20578447">
            <a:off x="5178932" y="5334759"/>
            <a:ext cx="3852756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Course Math average:  75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Course Physics average:  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7A8139-99B0-F281-08DE-FD50255E167F}"/>
              </a:ext>
            </a:extLst>
          </p:cNvPr>
          <p:cNvSpPr txBox="1"/>
          <p:nvPr/>
        </p:nvSpPr>
        <p:spPr>
          <a:xfrm rot="20578447">
            <a:off x="7646167" y="5329364"/>
            <a:ext cx="3852756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Student Alice average:  75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Student Bob average:  60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Student Ronan average:  55</a:t>
            </a:r>
          </a:p>
        </p:txBody>
      </p:sp>
    </p:spTree>
    <p:extLst>
      <p:ext uri="{BB962C8B-B14F-4D97-AF65-F5344CB8AC3E}">
        <p14:creationId xmlns:p14="http://schemas.microsoft.com/office/powerpoint/2010/main" val="30598327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0315-BDDF-A305-95D8-7B39E9B3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A0E6844-2E65-2691-2841-1F409F3112C3}"/>
              </a:ext>
            </a:extLst>
          </p:cNvPr>
          <p:cNvSpPr txBox="1"/>
          <p:nvPr/>
        </p:nvSpPr>
        <p:spPr>
          <a:xfrm>
            <a:off x="2892408" y="261682"/>
            <a:ext cx="78224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Calculate </a:t>
            </a:r>
            <a:r>
              <a:rPr lang="en-US" sz="3200" b="1" dirty="0"/>
              <a:t>Averages</a:t>
            </a:r>
            <a:r>
              <a:rPr lang="en-US" sz="3200" dirty="0"/>
              <a:t> (students and courses)</a:t>
            </a:r>
            <a:endParaRPr lang="en-US" sz="3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3EC0AB-F2BA-A070-F36F-D1E8F35F3193}"/>
              </a:ext>
            </a:extLst>
          </p:cNvPr>
          <p:cNvSpPr txBox="1"/>
          <p:nvPr/>
        </p:nvSpPr>
        <p:spPr>
          <a:xfrm>
            <a:off x="184502" y="1374083"/>
            <a:ext cx="55369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Display for each course , the average of all students score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04E76B23-29D3-EF28-6C21-5419C1B6C4D5}"/>
              </a:ext>
            </a:extLst>
          </p:cNvPr>
          <p:cNvSpPr txBox="1"/>
          <p:nvPr/>
        </p:nvSpPr>
        <p:spPr>
          <a:xfrm rot="20091581">
            <a:off x="180815" y="430191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33F1E-FDE0-3365-B0ED-ACD4893555B3}"/>
              </a:ext>
            </a:extLst>
          </p:cNvPr>
          <p:cNvSpPr txBox="1"/>
          <p:nvPr/>
        </p:nvSpPr>
        <p:spPr>
          <a:xfrm>
            <a:off x="184503" y="1885799"/>
            <a:ext cx="5605344" cy="3554819"/>
          </a:xfrm>
          <a:custGeom>
            <a:avLst/>
            <a:gdLst>
              <a:gd name="connsiteX0" fmla="*/ 0 w 5605344"/>
              <a:gd name="connsiteY0" fmla="*/ 0 h 3554819"/>
              <a:gd name="connsiteX1" fmla="*/ 734923 w 5605344"/>
              <a:gd name="connsiteY1" fmla="*/ 0 h 3554819"/>
              <a:gd name="connsiteX2" fmla="*/ 1413792 w 5605344"/>
              <a:gd name="connsiteY2" fmla="*/ 0 h 3554819"/>
              <a:gd name="connsiteX3" fmla="*/ 2148715 w 5605344"/>
              <a:gd name="connsiteY3" fmla="*/ 0 h 3554819"/>
              <a:gd name="connsiteX4" fmla="*/ 2715478 w 5605344"/>
              <a:gd name="connsiteY4" fmla="*/ 0 h 3554819"/>
              <a:gd name="connsiteX5" fmla="*/ 3338294 w 5605344"/>
              <a:gd name="connsiteY5" fmla="*/ 0 h 3554819"/>
              <a:gd name="connsiteX6" fmla="*/ 3849003 w 5605344"/>
              <a:gd name="connsiteY6" fmla="*/ 0 h 3554819"/>
              <a:gd name="connsiteX7" fmla="*/ 4527872 w 5605344"/>
              <a:gd name="connsiteY7" fmla="*/ 0 h 3554819"/>
              <a:gd name="connsiteX8" fmla="*/ 5605344 w 5605344"/>
              <a:gd name="connsiteY8" fmla="*/ 0 h 3554819"/>
              <a:gd name="connsiteX9" fmla="*/ 5605344 w 5605344"/>
              <a:gd name="connsiteY9" fmla="*/ 663566 h 3554819"/>
              <a:gd name="connsiteX10" fmla="*/ 5605344 w 5605344"/>
              <a:gd name="connsiteY10" fmla="*/ 1220488 h 3554819"/>
              <a:gd name="connsiteX11" fmla="*/ 5605344 w 5605344"/>
              <a:gd name="connsiteY11" fmla="*/ 1812958 h 3554819"/>
              <a:gd name="connsiteX12" fmla="*/ 5605344 w 5605344"/>
              <a:gd name="connsiteY12" fmla="*/ 2334331 h 3554819"/>
              <a:gd name="connsiteX13" fmla="*/ 5605344 w 5605344"/>
              <a:gd name="connsiteY13" fmla="*/ 2891253 h 3554819"/>
              <a:gd name="connsiteX14" fmla="*/ 5605344 w 5605344"/>
              <a:gd name="connsiteY14" fmla="*/ 3554819 h 3554819"/>
              <a:gd name="connsiteX15" fmla="*/ 4870421 w 5605344"/>
              <a:gd name="connsiteY15" fmla="*/ 3554819 h 3554819"/>
              <a:gd name="connsiteX16" fmla="*/ 4135498 w 5605344"/>
              <a:gd name="connsiteY16" fmla="*/ 3554819 h 3554819"/>
              <a:gd name="connsiteX17" fmla="*/ 3624789 w 5605344"/>
              <a:gd name="connsiteY17" fmla="*/ 3554819 h 3554819"/>
              <a:gd name="connsiteX18" fmla="*/ 3058027 w 5605344"/>
              <a:gd name="connsiteY18" fmla="*/ 3554819 h 3554819"/>
              <a:gd name="connsiteX19" fmla="*/ 2547317 w 5605344"/>
              <a:gd name="connsiteY19" fmla="*/ 3554819 h 3554819"/>
              <a:gd name="connsiteX20" fmla="*/ 1924501 w 5605344"/>
              <a:gd name="connsiteY20" fmla="*/ 3554819 h 3554819"/>
              <a:gd name="connsiteX21" fmla="*/ 1245632 w 5605344"/>
              <a:gd name="connsiteY21" fmla="*/ 3554819 h 3554819"/>
              <a:gd name="connsiteX22" fmla="*/ 790976 w 5605344"/>
              <a:gd name="connsiteY22" fmla="*/ 3554819 h 3554819"/>
              <a:gd name="connsiteX23" fmla="*/ 0 w 5605344"/>
              <a:gd name="connsiteY23" fmla="*/ 3554819 h 3554819"/>
              <a:gd name="connsiteX24" fmla="*/ 0 w 5605344"/>
              <a:gd name="connsiteY24" fmla="*/ 3068994 h 3554819"/>
              <a:gd name="connsiteX25" fmla="*/ 0 w 5605344"/>
              <a:gd name="connsiteY25" fmla="*/ 2405428 h 3554819"/>
              <a:gd name="connsiteX26" fmla="*/ 0 w 5605344"/>
              <a:gd name="connsiteY26" fmla="*/ 1884054 h 3554819"/>
              <a:gd name="connsiteX27" fmla="*/ 0 w 5605344"/>
              <a:gd name="connsiteY27" fmla="*/ 1398229 h 3554819"/>
              <a:gd name="connsiteX28" fmla="*/ 0 w 5605344"/>
              <a:gd name="connsiteY28" fmla="*/ 805759 h 3554819"/>
              <a:gd name="connsiteX29" fmla="*/ 0 w 5605344"/>
              <a:gd name="connsiteY29" fmla="*/ 0 h 3554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605344" h="3554819" extrusionOk="0">
                <a:moveTo>
                  <a:pt x="0" y="0"/>
                </a:moveTo>
                <a:cubicBezTo>
                  <a:pt x="326066" y="-5190"/>
                  <a:pt x="534731" y="23058"/>
                  <a:pt x="734923" y="0"/>
                </a:cubicBezTo>
                <a:cubicBezTo>
                  <a:pt x="935115" y="-23058"/>
                  <a:pt x="1191648" y="-10965"/>
                  <a:pt x="1413792" y="0"/>
                </a:cubicBezTo>
                <a:cubicBezTo>
                  <a:pt x="1635936" y="10965"/>
                  <a:pt x="1839113" y="-3811"/>
                  <a:pt x="2148715" y="0"/>
                </a:cubicBezTo>
                <a:cubicBezTo>
                  <a:pt x="2458317" y="3811"/>
                  <a:pt x="2538847" y="-17682"/>
                  <a:pt x="2715478" y="0"/>
                </a:cubicBezTo>
                <a:cubicBezTo>
                  <a:pt x="2892109" y="17682"/>
                  <a:pt x="3194999" y="11721"/>
                  <a:pt x="3338294" y="0"/>
                </a:cubicBezTo>
                <a:cubicBezTo>
                  <a:pt x="3481589" y="-11721"/>
                  <a:pt x="3623095" y="18038"/>
                  <a:pt x="3849003" y="0"/>
                </a:cubicBezTo>
                <a:cubicBezTo>
                  <a:pt x="4074911" y="-18038"/>
                  <a:pt x="4305607" y="8227"/>
                  <a:pt x="4527872" y="0"/>
                </a:cubicBezTo>
                <a:cubicBezTo>
                  <a:pt x="4750137" y="-8227"/>
                  <a:pt x="5082627" y="-13795"/>
                  <a:pt x="5605344" y="0"/>
                </a:cubicBezTo>
                <a:cubicBezTo>
                  <a:pt x="5623931" y="265722"/>
                  <a:pt x="5605169" y="382988"/>
                  <a:pt x="5605344" y="663566"/>
                </a:cubicBezTo>
                <a:cubicBezTo>
                  <a:pt x="5605519" y="944144"/>
                  <a:pt x="5608135" y="960021"/>
                  <a:pt x="5605344" y="1220488"/>
                </a:cubicBezTo>
                <a:cubicBezTo>
                  <a:pt x="5602553" y="1480955"/>
                  <a:pt x="5589758" y="1610144"/>
                  <a:pt x="5605344" y="1812958"/>
                </a:cubicBezTo>
                <a:cubicBezTo>
                  <a:pt x="5620931" y="2015772"/>
                  <a:pt x="5615156" y="2175994"/>
                  <a:pt x="5605344" y="2334331"/>
                </a:cubicBezTo>
                <a:cubicBezTo>
                  <a:pt x="5595532" y="2492668"/>
                  <a:pt x="5595141" y="2754714"/>
                  <a:pt x="5605344" y="2891253"/>
                </a:cubicBezTo>
                <a:cubicBezTo>
                  <a:pt x="5615547" y="3027792"/>
                  <a:pt x="5631667" y="3253754"/>
                  <a:pt x="5605344" y="3554819"/>
                </a:cubicBezTo>
                <a:cubicBezTo>
                  <a:pt x="5418061" y="3572585"/>
                  <a:pt x="5182344" y="3556217"/>
                  <a:pt x="4870421" y="3554819"/>
                </a:cubicBezTo>
                <a:cubicBezTo>
                  <a:pt x="4558498" y="3553421"/>
                  <a:pt x="4447010" y="3559461"/>
                  <a:pt x="4135498" y="3554819"/>
                </a:cubicBezTo>
                <a:cubicBezTo>
                  <a:pt x="3823986" y="3550177"/>
                  <a:pt x="3876997" y="3570275"/>
                  <a:pt x="3624789" y="3554819"/>
                </a:cubicBezTo>
                <a:cubicBezTo>
                  <a:pt x="3372581" y="3539363"/>
                  <a:pt x="3236604" y="3547808"/>
                  <a:pt x="3058027" y="3554819"/>
                </a:cubicBezTo>
                <a:cubicBezTo>
                  <a:pt x="2879450" y="3561830"/>
                  <a:pt x="2770398" y="3532108"/>
                  <a:pt x="2547317" y="3554819"/>
                </a:cubicBezTo>
                <a:cubicBezTo>
                  <a:pt x="2324236" y="3577531"/>
                  <a:pt x="2203346" y="3540012"/>
                  <a:pt x="1924501" y="3554819"/>
                </a:cubicBezTo>
                <a:cubicBezTo>
                  <a:pt x="1645656" y="3569626"/>
                  <a:pt x="1495541" y="3548727"/>
                  <a:pt x="1245632" y="3554819"/>
                </a:cubicBezTo>
                <a:cubicBezTo>
                  <a:pt x="995723" y="3560911"/>
                  <a:pt x="925726" y="3560688"/>
                  <a:pt x="790976" y="3554819"/>
                </a:cubicBezTo>
                <a:cubicBezTo>
                  <a:pt x="656226" y="3548950"/>
                  <a:pt x="204624" y="3569165"/>
                  <a:pt x="0" y="3554819"/>
                </a:cubicBezTo>
                <a:cubicBezTo>
                  <a:pt x="15501" y="3382815"/>
                  <a:pt x="20811" y="3180094"/>
                  <a:pt x="0" y="3068994"/>
                </a:cubicBezTo>
                <a:cubicBezTo>
                  <a:pt x="-20811" y="2957894"/>
                  <a:pt x="-5814" y="2715532"/>
                  <a:pt x="0" y="2405428"/>
                </a:cubicBezTo>
                <a:cubicBezTo>
                  <a:pt x="5814" y="2095324"/>
                  <a:pt x="-21079" y="2072351"/>
                  <a:pt x="0" y="1884054"/>
                </a:cubicBezTo>
                <a:cubicBezTo>
                  <a:pt x="21079" y="1695757"/>
                  <a:pt x="22705" y="1531608"/>
                  <a:pt x="0" y="1398229"/>
                </a:cubicBezTo>
                <a:cubicBezTo>
                  <a:pt x="-22705" y="1264850"/>
                  <a:pt x="27665" y="1065460"/>
                  <a:pt x="0" y="805759"/>
                </a:cubicBezTo>
                <a:cubicBezTo>
                  <a:pt x="-27665" y="546058"/>
                  <a:pt x="-16783" y="353928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onsolas" panose="020B0609020204030204" pitchFamily="49" charset="0"/>
              </a:rPr>
              <a:t>const courses = await </a:t>
            </a:r>
            <a:r>
              <a:rPr lang="en-US" sz="1500" dirty="0" err="1">
                <a:latin typeface="Consolas" panose="020B0609020204030204" pitchFamily="49" charset="0"/>
              </a:rPr>
              <a:t>Course.findAll</a:t>
            </a:r>
            <a:r>
              <a:rPr lang="en-US" sz="1500" dirty="0">
                <a:latin typeface="Consolas" panose="020B0609020204030204" pitchFamily="49" charset="0"/>
              </a:rPr>
              <a:t>({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include: Student,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});</a:t>
            </a:r>
          </a:p>
          <a:p>
            <a:br>
              <a:rPr lang="en-US" sz="1500" dirty="0">
                <a:latin typeface="Consolas" panose="020B0609020204030204" pitchFamily="49" charset="0"/>
              </a:rPr>
            </a:br>
            <a:r>
              <a:rPr lang="en-US" sz="1500" dirty="0">
                <a:latin typeface="Consolas" panose="020B0609020204030204" pitchFamily="49" charset="0"/>
              </a:rPr>
              <a:t>for (const course of courses) {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let sum = 0;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for (const student of </a:t>
            </a:r>
            <a:r>
              <a:rPr lang="en-US" sz="1500" dirty="0" err="1">
                <a:latin typeface="Consolas" panose="020B0609020204030204" pitchFamily="49" charset="0"/>
              </a:rPr>
              <a:t>course.Students</a:t>
            </a:r>
            <a:r>
              <a:rPr lang="en-US" sz="15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  sum += </a:t>
            </a:r>
            <a:r>
              <a:rPr lang="en-US" sz="1500" dirty="0" err="1">
                <a:latin typeface="Consolas" panose="020B0609020204030204" pitchFamily="49" charset="0"/>
              </a:rPr>
              <a:t>student.StudentCourseResult.finalGrade</a:t>
            </a:r>
            <a:r>
              <a:rPr lang="en-US" sz="15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}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let </a:t>
            </a:r>
            <a:r>
              <a:rPr lang="en-US" sz="1500" dirty="0" err="1">
                <a:latin typeface="Consolas" panose="020B0609020204030204" pitchFamily="49" charset="0"/>
              </a:rPr>
              <a:t>courseAverage</a:t>
            </a:r>
            <a:r>
              <a:rPr lang="en-US" sz="1500" dirty="0">
                <a:latin typeface="Consolas" panose="020B0609020204030204" pitchFamily="49" charset="0"/>
              </a:rPr>
              <a:t> = sum / </a:t>
            </a:r>
            <a:r>
              <a:rPr lang="en-US" sz="1500" dirty="0" err="1">
                <a:latin typeface="Consolas" panose="020B0609020204030204" pitchFamily="49" charset="0"/>
              </a:rPr>
              <a:t>course.Students.length</a:t>
            </a:r>
            <a:r>
              <a:rPr lang="en-US" sz="15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console.log(`Course ${</a:t>
            </a:r>
            <a:r>
              <a:rPr lang="en-US" sz="1500" dirty="0" err="1">
                <a:latin typeface="Consolas" panose="020B0609020204030204" pitchFamily="49" charset="0"/>
              </a:rPr>
              <a:t>course.title</a:t>
            </a:r>
            <a:r>
              <a:rPr lang="en-US" sz="1500" dirty="0">
                <a:latin typeface="Consolas" panose="020B0609020204030204" pitchFamily="49" charset="0"/>
              </a:rPr>
              <a:t>} average:  ${</a:t>
            </a:r>
            <a:r>
              <a:rPr lang="en-US" sz="1500" dirty="0" err="1">
                <a:latin typeface="Consolas" panose="020B0609020204030204" pitchFamily="49" charset="0"/>
              </a:rPr>
              <a:t>courseAverage</a:t>
            </a:r>
            <a:r>
              <a:rPr lang="en-US" sz="1500" dirty="0">
                <a:latin typeface="Consolas" panose="020B0609020204030204" pitchFamily="49" charset="0"/>
              </a:rPr>
              <a:t>}`);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}</a:t>
            </a:r>
          </a:p>
          <a:p>
            <a:br>
              <a:rPr lang="en-US" sz="1500" dirty="0">
                <a:latin typeface="Consolas" panose="020B0609020204030204" pitchFamily="49" charset="0"/>
              </a:rPr>
            </a:br>
            <a:endParaRPr lang="en-US" sz="15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31104-2258-103A-FCC5-6715E40BA71B}"/>
              </a:ext>
            </a:extLst>
          </p:cNvPr>
          <p:cNvSpPr txBox="1"/>
          <p:nvPr/>
        </p:nvSpPr>
        <p:spPr>
          <a:xfrm>
            <a:off x="6348946" y="1380957"/>
            <a:ext cx="55369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Display for each students , the average of all course score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7363C8-2402-7472-05B2-10D789A4DCCB}"/>
              </a:ext>
            </a:extLst>
          </p:cNvPr>
          <p:cNvSpPr txBox="1"/>
          <p:nvPr/>
        </p:nvSpPr>
        <p:spPr>
          <a:xfrm>
            <a:off x="6280502" y="1885799"/>
            <a:ext cx="5605344" cy="3554819"/>
          </a:xfrm>
          <a:custGeom>
            <a:avLst/>
            <a:gdLst>
              <a:gd name="connsiteX0" fmla="*/ 0 w 5605344"/>
              <a:gd name="connsiteY0" fmla="*/ 0 h 3554819"/>
              <a:gd name="connsiteX1" fmla="*/ 734923 w 5605344"/>
              <a:gd name="connsiteY1" fmla="*/ 0 h 3554819"/>
              <a:gd name="connsiteX2" fmla="*/ 1413792 w 5605344"/>
              <a:gd name="connsiteY2" fmla="*/ 0 h 3554819"/>
              <a:gd name="connsiteX3" fmla="*/ 2148715 w 5605344"/>
              <a:gd name="connsiteY3" fmla="*/ 0 h 3554819"/>
              <a:gd name="connsiteX4" fmla="*/ 2715478 w 5605344"/>
              <a:gd name="connsiteY4" fmla="*/ 0 h 3554819"/>
              <a:gd name="connsiteX5" fmla="*/ 3338294 w 5605344"/>
              <a:gd name="connsiteY5" fmla="*/ 0 h 3554819"/>
              <a:gd name="connsiteX6" fmla="*/ 3849003 w 5605344"/>
              <a:gd name="connsiteY6" fmla="*/ 0 h 3554819"/>
              <a:gd name="connsiteX7" fmla="*/ 4527872 w 5605344"/>
              <a:gd name="connsiteY7" fmla="*/ 0 h 3554819"/>
              <a:gd name="connsiteX8" fmla="*/ 5605344 w 5605344"/>
              <a:gd name="connsiteY8" fmla="*/ 0 h 3554819"/>
              <a:gd name="connsiteX9" fmla="*/ 5605344 w 5605344"/>
              <a:gd name="connsiteY9" fmla="*/ 663566 h 3554819"/>
              <a:gd name="connsiteX10" fmla="*/ 5605344 w 5605344"/>
              <a:gd name="connsiteY10" fmla="*/ 1220488 h 3554819"/>
              <a:gd name="connsiteX11" fmla="*/ 5605344 w 5605344"/>
              <a:gd name="connsiteY11" fmla="*/ 1812958 h 3554819"/>
              <a:gd name="connsiteX12" fmla="*/ 5605344 w 5605344"/>
              <a:gd name="connsiteY12" fmla="*/ 2334331 h 3554819"/>
              <a:gd name="connsiteX13" fmla="*/ 5605344 w 5605344"/>
              <a:gd name="connsiteY13" fmla="*/ 2891253 h 3554819"/>
              <a:gd name="connsiteX14" fmla="*/ 5605344 w 5605344"/>
              <a:gd name="connsiteY14" fmla="*/ 3554819 h 3554819"/>
              <a:gd name="connsiteX15" fmla="*/ 4870421 w 5605344"/>
              <a:gd name="connsiteY15" fmla="*/ 3554819 h 3554819"/>
              <a:gd name="connsiteX16" fmla="*/ 4135498 w 5605344"/>
              <a:gd name="connsiteY16" fmla="*/ 3554819 h 3554819"/>
              <a:gd name="connsiteX17" fmla="*/ 3624789 w 5605344"/>
              <a:gd name="connsiteY17" fmla="*/ 3554819 h 3554819"/>
              <a:gd name="connsiteX18" fmla="*/ 3058027 w 5605344"/>
              <a:gd name="connsiteY18" fmla="*/ 3554819 h 3554819"/>
              <a:gd name="connsiteX19" fmla="*/ 2547317 w 5605344"/>
              <a:gd name="connsiteY19" fmla="*/ 3554819 h 3554819"/>
              <a:gd name="connsiteX20" fmla="*/ 1924501 w 5605344"/>
              <a:gd name="connsiteY20" fmla="*/ 3554819 h 3554819"/>
              <a:gd name="connsiteX21" fmla="*/ 1245632 w 5605344"/>
              <a:gd name="connsiteY21" fmla="*/ 3554819 h 3554819"/>
              <a:gd name="connsiteX22" fmla="*/ 790976 w 5605344"/>
              <a:gd name="connsiteY22" fmla="*/ 3554819 h 3554819"/>
              <a:gd name="connsiteX23" fmla="*/ 0 w 5605344"/>
              <a:gd name="connsiteY23" fmla="*/ 3554819 h 3554819"/>
              <a:gd name="connsiteX24" fmla="*/ 0 w 5605344"/>
              <a:gd name="connsiteY24" fmla="*/ 3068994 h 3554819"/>
              <a:gd name="connsiteX25" fmla="*/ 0 w 5605344"/>
              <a:gd name="connsiteY25" fmla="*/ 2405428 h 3554819"/>
              <a:gd name="connsiteX26" fmla="*/ 0 w 5605344"/>
              <a:gd name="connsiteY26" fmla="*/ 1884054 h 3554819"/>
              <a:gd name="connsiteX27" fmla="*/ 0 w 5605344"/>
              <a:gd name="connsiteY27" fmla="*/ 1398229 h 3554819"/>
              <a:gd name="connsiteX28" fmla="*/ 0 w 5605344"/>
              <a:gd name="connsiteY28" fmla="*/ 805759 h 3554819"/>
              <a:gd name="connsiteX29" fmla="*/ 0 w 5605344"/>
              <a:gd name="connsiteY29" fmla="*/ 0 h 3554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605344" h="3554819" extrusionOk="0">
                <a:moveTo>
                  <a:pt x="0" y="0"/>
                </a:moveTo>
                <a:cubicBezTo>
                  <a:pt x="326066" y="-5190"/>
                  <a:pt x="534731" y="23058"/>
                  <a:pt x="734923" y="0"/>
                </a:cubicBezTo>
                <a:cubicBezTo>
                  <a:pt x="935115" y="-23058"/>
                  <a:pt x="1191648" y="-10965"/>
                  <a:pt x="1413792" y="0"/>
                </a:cubicBezTo>
                <a:cubicBezTo>
                  <a:pt x="1635936" y="10965"/>
                  <a:pt x="1839113" y="-3811"/>
                  <a:pt x="2148715" y="0"/>
                </a:cubicBezTo>
                <a:cubicBezTo>
                  <a:pt x="2458317" y="3811"/>
                  <a:pt x="2538847" y="-17682"/>
                  <a:pt x="2715478" y="0"/>
                </a:cubicBezTo>
                <a:cubicBezTo>
                  <a:pt x="2892109" y="17682"/>
                  <a:pt x="3194999" y="11721"/>
                  <a:pt x="3338294" y="0"/>
                </a:cubicBezTo>
                <a:cubicBezTo>
                  <a:pt x="3481589" y="-11721"/>
                  <a:pt x="3623095" y="18038"/>
                  <a:pt x="3849003" y="0"/>
                </a:cubicBezTo>
                <a:cubicBezTo>
                  <a:pt x="4074911" y="-18038"/>
                  <a:pt x="4305607" y="8227"/>
                  <a:pt x="4527872" y="0"/>
                </a:cubicBezTo>
                <a:cubicBezTo>
                  <a:pt x="4750137" y="-8227"/>
                  <a:pt x="5082627" y="-13795"/>
                  <a:pt x="5605344" y="0"/>
                </a:cubicBezTo>
                <a:cubicBezTo>
                  <a:pt x="5623931" y="265722"/>
                  <a:pt x="5605169" y="382988"/>
                  <a:pt x="5605344" y="663566"/>
                </a:cubicBezTo>
                <a:cubicBezTo>
                  <a:pt x="5605519" y="944144"/>
                  <a:pt x="5608135" y="960021"/>
                  <a:pt x="5605344" y="1220488"/>
                </a:cubicBezTo>
                <a:cubicBezTo>
                  <a:pt x="5602553" y="1480955"/>
                  <a:pt x="5589758" y="1610144"/>
                  <a:pt x="5605344" y="1812958"/>
                </a:cubicBezTo>
                <a:cubicBezTo>
                  <a:pt x="5620931" y="2015772"/>
                  <a:pt x="5615156" y="2175994"/>
                  <a:pt x="5605344" y="2334331"/>
                </a:cubicBezTo>
                <a:cubicBezTo>
                  <a:pt x="5595532" y="2492668"/>
                  <a:pt x="5595141" y="2754714"/>
                  <a:pt x="5605344" y="2891253"/>
                </a:cubicBezTo>
                <a:cubicBezTo>
                  <a:pt x="5615547" y="3027792"/>
                  <a:pt x="5631667" y="3253754"/>
                  <a:pt x="5605344" y="3554819"/>
                </a:cubicBezTo>
                <a:cubicBezTo>
                  <a:pt x="5418061" y="3572585"/>
                  <a:pt x="5182344" y="3556217"/>
                  <a:pt x="4870421" y="3554819"/>
                </a:cubicBezTo>
                <a:cubicBezTo>
                  <a:pt x="4558498" y="3553421"/>
                  <a:pt x="4447010" y="3559461"/>
                  <a:pt x="4135498" y="3554819"/>
                </a:cubicBezTo>
                <a:cubicBezTo>
                  <a:pt x="3823986" y="3550177"/>
                  <a:pt x="3876997" y="3570275"/>
                  <a:pt x="3624789" y="3554819"/>
                </a:cubicBezTo>
                <a:cubicBezTo>
                  <a:pt x="3372581" y="3539363"/>
                  <a:pt x="3236604" y="3547808"/>
                  <a:pt x="3058027" y="3554819"/>
                </a:cubicBezTo>
                <a:cubicBezTo>
                  <a:pt x="2879450" y="3561830"/>
                  <a:pt x="2770398" y="3532108"/>
                  <a:pt x="2547317" y="3554819"/>
                </a:cubicBezTo>
                <a:cubicBezTo>
                  <a:pt x="2324236" y="3577531"/>
                  <a:pt x="2203346" y="3540012"/>
                  <a:pt x="1924501" y="3554819"/>
                </a:cubicBezTo>
                <a:cubicBezTo>
                  <a:pt x="1645656" y="3569626"/>
                  <a:pt x="1495541" y="3548727"/>
                  <a:pt x="1245632" y="3554819"/>
                </a:cubicBezTo>
                <a:cubicBezTo>
                  <a:pt x="995723" y="3560911"/>
                  <a:pt x="925726" y="3560688"/>
                  <a:pt x="790976" y="3554819"/>
                </a:cubicBezTo>
                <a:cubicBezTo>
                  <a:pt x="656226" y="3548950"/>
                  <a:pt x="204624" y="3569165"/>
                  <a:pt x="0" y="3554819"/>
                </a:cubicBezTo>
                <a:cubicBezTo>
                  <a:pt x="15501" y="3382815"/>
                  <a:pt x="20811" y="3180094"/>
                  <a:pt x="0" y="3068994"/>
                </a:cubicBezTo>
                <a:cubicBezTo>
                  <a:pt x="-20811" y="2957894"/>
                  <a:pt x="-5814" y="2715532"/>
                  <a:pt x="0" y="2405428"/>
                </a:cubicBezTo>
                <a:cubicBezTo>
                  <a:pt x="5814" y="2095324"/>
                  <a:pt x="-21079" y="2072351"/>
                  <a:pt x="0" y="1884054"/>
                </a:cubicBezTo>
                <a:cubicBezTo>
                  <a:pt x="21079" y="1695757"/>
                  <a:pt x="22705" y="1531608"/>
                  <a:pt x="0" y="1398229"/>
                </a:cubicBezTo>
                <a:cubicBezTo>
                  <a:pt x="-22705" y="1264850"/>
                  <a:pt x="27665" y="1065460"/>
                  <a:pt x="0" y="805759"/>
                </a:cubicBezTo>
                <a:cubicBezTo>
                  <a:pt x="-27665" y="546058"/>
                  <a:pt x="-16783" y="353928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onsolas" panose="020B0609020204030204" pitchFamily="49" charset="0"/>
              </a:rPr>
              <a:t> const students = await </a:t>
            </a:r>
            <a:r>
              <a:rPr lang="en-US" sz="1500" dirty="0" err="1">
                <a:latin typeface="Consolas" panose="020B0609020204030204" pitchFamily="49" charset="0"/>
              </a:rPr>
              <a:t>Student.findAll</a:t>
            </a:r>
            <a:r>
              <a:rPr lang="en-US" sz="1500" dirty="0">
                <a:latin typeface="Consolas" panose="020B0609020204030204" pitchFamily="49" charset="0"/>
              </a:rPr>
              <a:t>({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include: Course,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});</a:t>
            </a:r>
          </a:p>
          <a:p>
            <a:br>
              <a:rPr lang="en-US" sz="1500" dirty="0">
                <a:latin typeface="Consolas" panose="020B0609020204030204" pitchFamily="49" charset="0"/>
              </a:rPr>
            </a:br>
            <a:r>
              <a:rPr lang="en-US" sz="1500" dirty="0">
                <a:latin typeface="Consolas" panose="020B0609020204030204" pitchFamily="49" charset="0"/>
              </a:rPr>
              <a:t>for (const student of students) {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let sum = 0;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for (const course of </a:t>
            </a:r>
            <a:r>
              <a:rPr lang="en-US" sz="1500" dirty="0" err="1">
                <a:latin typeface="Consolas" panose="020B0609020204030204" pitchFamily="49" charset="0"/>
              </a:rPr>
              <a:t>student.Courses</a:t>
            </a:r>
            <a:r>
              <a:rPr lang="en-US" sz="15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  sum += </a:t>
            </a:r>
            <a:r>
              <a:rPr lang="en-US" sz="1500" dirty="0" err="1">
                <a:latin typeface="Consolas" panose="020B0609020204030204" pitchFamily="49" charset="0"/>
              </a:rPr>
              <a:t>course.StudentCourseResult.finalGrade</a:t>
            </a:r>
            <a:r>
              <a:rPr lang="en-US" sz="15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}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let </a:t>
            </a:r>
            <a:r>
              <a:rPr lang="en-US" sz="1500" dirty="0" err="1">
                <a:latin typeface="Consolas" panose="020B0609020204030204" pitchFamily="49" charset="0"/>
              </a:rPr>
              <a:t>studentAverage</a:t>
            </a:r>
            <a:r>
              <a:rPr lang="en-US" sz="1500" dirty="0">
                <a:latin typeface="Consolas" panose="020B0609020204030204" pitchFamily="49" charset="0"/>
              </a:rPr>
              <a:t> = sum / </a:t>
            </a:r>
            <a:r>
              <a:rPr lang="en-US" sz="1500" dirty="0" err="1">
                <a:latin typeface="Consolas" panose="020B0609020204030204" pitchFamily="49" charset="0"/>
              </a:rPr>
              <a:t>student.Courses.length</a:t>
            </a:r>
            <a:r>
              <a:rPr lang="en-US" sz="15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  console.log(`Student ${student.name} average:  ${</a:t>
            </a:r>
            <a:r>
              <a:rPr lang="en-US" sz="1500" dirty="0" err="1">
                <a:latin typeface="Consolas" panose="020B0609020204030204" pitchFamily="49" charset="0"/>
              </a:rPr>
              <a:t>studentAverage</a:t>
            </a:r>
            <a:r>
              <a:rPr lang="en-US" sz="1500" dirty="0">
                <a:latin typeface="Consolas" panose="020B0609020204030204" pitchFamily="49" charset="0"/>
              </a:rPr>
              <a:t>}`);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}</a:t>
            </a:r>
          </a:p>
          <a:p>
            <a:endParaRPr lang="en-US" sz="15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B392FD-6800-F191-C30B-C1A98AC99EEB}"/>
              </a:ext>
            </a:extLst>
          </p:cNvPr>
          <p:cNvSpPr txBox="1"/>
          <p:nvPr/>
        </p:nvSpPr>
        <p:spPr>
          <a:xfrm rot="20578447">
            <a:off x="467232" y="5431800"/>
            <a:ext cx="3852756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Course Math average:  75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Course Physics average:  50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D8F9A6-05CF-F169-3771-1386154E926E}"/>
              </a:ext>
            </a:extLst>
          </p:cNvPr>
          <p:cNvSpPr txBox="1"/>
          <p:nvPr/>
        </p:nvSpPr>
        <p:spPr>
          <a:xfrm rot="20578447">
            <a:off x="7156796" y="5219481"/>
            <a:ext cx="3852756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Student Alice average:  75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Student Bob average:  60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Student Ronan average:  55</a:t>
            </a:r>
          </a:p>
        </p:txBody>
      </p:sp>
    </p:spTree>
    <p:extLst>
      <p:ext uri="{BB962C8B-B14F-4D97-AF65-F5344CB8AC3E}">
        <p14:creationId xmlns:p14="http://schemas.microsoft.com/office/powerpoint/2010/main" val="153754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C0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DA335-A2B9-D406-29DD-CFA21D851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593C90-D8FB-A6A4-60A1-2D3DE47FB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99"/>
            <a:ext cx="12192000" cy="6400801"/>
          </a:xfrm>
          <a:prstGeom prst="rect">
            <a:avLst/>
          </a:prstGeom>
        </p:spPr>
      </p:pic>
      <p:sp>
        <p:nvSpPr>
          <p:cNvPr id="5" name="Google Shape;111;p2">
            <a:extLst>
              <a:ext uri="{FF2B5EF4-FFF2-40B4-BE49-F238E27FC236}">
                <a16:creationId xmlns:a16="http://schemas.microsoft.com/office/drawing/2014/main" id="{487AACE0-EC36-581D-3CD4-1A980970E38C}"/>
              </a:ext>
            </a:extLst>
          </p:cNvPr>
          <p:cNvSpPr txBox="1"/>
          <p:nvPr/>
        </p:nvSpPr>
        <p:spPr>
          <a:xfrm rot="20299114">
            <a:off x="237245" y="1058602"/>
            <a:ext cx="4254841" cy="9232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54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QUESTIONS</a:t>
            </a:r>
            <a:endParaRPr lang="en-US" sz="54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11;p2">
            <a:extLst>
              <a:ext uri="{FF2B5EF4-FFF2-40B4-BE49-F238E27FC236}">
                <a16:creationId xmlns:a16="http://schemas.microsoft.com/office/drawing/2014/main" id="{D03D64CC-C045-7494-227E-C6CF717392B4}"/>
              </a:ext>
            </a:extLst>
          </p:cNvPr>
          <p:cNvSpPr txBox="1"/>
          <p:nvPr/>
        </p:nvSpPr>
        <p:spPr>
          <a:xfrm rot="1098843">
            <a:off x="6542870" y="1037914"/>
            <a:ext cx="4811832" cy="9232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2800"/>
            </a:pPr>
            <a:r>
              <a:rPr lang="en-US" sz="54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SEQUELIZE </a:t>
            </a:r>
            <a:endParaRPr lang="en-US" sz="5400" b="1" i="1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324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B4C98-DEC2-42D5-84A7-488003393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A2A5D1A3-1E6C-F263-FABF-F6B65641F67A}"/>
              </a:ext>
            </a:extLst>
          </p:cNvPr>
          <p:cNvSpPr txBox="1"/>
          <p:nvPr/>
        </p:nvSpPr>
        <p:spPr>
          <a:xfrm>
            <a:off x="0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B6E8A6-F66D-B545-A964-4E5177B92F7B}"/>
              </a:ext>
            </a:extLst>
          </p:cNvPr>
          <p:cNvSpPr txBox="1"/>
          <p:nvPr/>
        </p:nvSpPr>
        <p:spPr>
          <a:xfrm>
            <a:off x="0" y="45888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33B7D5-99A8-87B3-5C89-5B8FA4DFFF0B}"/>
              </a:ext>
            </a:extLst>
          </p:cNvPr>
          <p:cNvSpPr txBox="1"/>
          <p:nvPr/>
        </p:nvSpPr>
        <p:spPr>
          <a:xfrm>
            <a:off x="1828800" y="1488445"/>
            <a:ext cx="8204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Which is a sign of </a:t>
            </a:r>
            <a:r>
              <a:rPr lang="en-US" sz="2800" b="1" dirty="0"/>
              <a:t>inefficient lazy loading </a:t>
            </a:r>
            <a:r>
              <a:rPr lang="en-US" sz="2800" dirty="0"/>
              <a:t>in a </a:t>
            </a:r>
            <a:r>
              <a:rPr lang="en-US" sz="2800" b="1" dirty="0"/>
              <a:t>loop</a:t>
            </a:r>
            <a:r>
              <a:rPr lang="en-US" sz="2800" dirty="0"/>
              <a:t>?</a:t>
            </a:r>
          </a:p>
        </p:txBody>
      </p:sp>
      <p:sp>
        <p:nvSpPr>
          <p:cNvPr id="15" name="Google Shape;111;p2">
            <a:extLst>
              <a:ext uri="{FF2B5EF4-FFF2-40B4-BE49-F238E27FC236}">
                <a16:creationId xmlns:a16="http://schemas.microsoft.com/office/drawing/2014/main" id="{30BE619D-B71C-561D-1652-1AE1349B1F70}"/>
              </a:ext>
            </a:extLst>
          </p:cNvPr>
          <p:cNvSpPr txBox="1"/>
          <p:nvPr/>
        </p:nvSpPr>
        <p:spPr>
          <a:xfrm>
            <a:off x="1695892" y="2711678"/>
            <a:ext cx="847056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A.	 Using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findAll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include })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B. 	Accessing .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getCourses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() in a for loop over students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C. 	Querying with Op.gt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D.	 Using through option in an association</a:t>
            </a:r>
          </a:p>
        </p:txBody>
      </p:sp>
    </p:spTree>
    <p:extLst>
      <p:ext uri="{BB962C8B-B14F-4D97-AF65-F5344CB8AC3E}">
        <p14:creationId xmlns:p14="http://schemas.microsoft.com/office/powerpoint/2010/main" val="52019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59275-BB1E-A0E3-6181-3A50743FB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FA48570-88D7-512A-FD59-8047B3AE602A}"/>
              </a:ext>
            </a:extLst>
          </p:cNvPr>
          <p:cNvSpPr txBox="1"/>
          <p:nvPr/>
        </p:nvSpPr>
        <p:spPr>
          <a:xfrm>
            <a:off x="1828800" y="1488445"/>
            <a:ext cx="8204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Which is a sign of </a:t>
            </a:r>
            <a:r>
              <a:rPr lang="en-US" sz="2800" b="1" dirty="0"/>
              <a:t>inefficient lazy loading </a:t>
            </a:r>
            <a:r>
              <a:rPr lang="en-US" sz="2800" dirty="0"/>
              <a:t>in a </a:t>
            </a:r>
            <a:r>
              <a:rPr lang="en-US" sz="2800" b="1" dirty="0"/>
              <a:t>loop</a:t>
            </a:r>
            <a:r>
              <a:rPr lang="en-US" sz="2800" dirty="0"/>
              <a:t>?</a:t>
            </a:r>
          </a:p>
        </p:txBody>
      </p:sp>
      <p:sp>
        <p:nvSpPr>
          <p:cNvPr id="15" name="Google Shape;111;p2">
            <a:extLst>
              <a:ext uri="{FF2B5EF4-FFF2-40B4-BE49-F238E27FC236}">
                <a16:creationId xmlns:a16="http://schemas.microsoft.com/office/drawing/2014/main" id="{FEB45D68-FDAC-A974-A1D1-661812DFA21B}"/>
              </a:ext>
            </a:extLst>
          </p:cNvPr>
          <p:cNvSpPr txBox="1"/>
          <p:nvPr/>
        </p:nvSpPr>
        <p:spPr>
          <a:xfrm>
            <a:off x="1695892" y="2711678"/>
            <a:ext cx="847056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A.	 Using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findAll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include })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B. 	Accessing .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getCourses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() in a for loop over students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C. 	Querying with Op.gt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D.	 Using through option in an association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51B40902-0FC9-80B0-D6B0-281F4F5D33B9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89CF3DD-A4AD-20ED-647A-7E8CDC205B33}"/>
              </a:ext>
            </a:extLst>
          </p:cNvPr>
          <p:cNvSpPr/>
          <p:nvPr/>
        </p:nvSpPr>
        <p:spPr>
          <a:xfrm>
            <a:off x="1595407" y="3399034"/>
            <a:ext cx="466786" cy="466786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762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5F140-A47E-0D32-FE9C-0C259DF64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D9F7397D-7F77-8316-6AC8-AB56BF7A0F55}"/>
              </a:ext>
            </a:extLst>
          </p:cNvPr>
          <p:cNvSpPr txBox="1"/>
          <p:nvPr/>
        </p:nvSpPr>
        <p:spPr>
          <a:xfrm>
            <a:off x="0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20A91E-574D-962C-83A9-45B6F94CE1E6}"/>
              </a:ext>
            </a:extLst>
          </p:cNvPr>
          <p:cNvSpPr txBox="1"/>
          <p:nvPr/>
        </p:nvSpPr>
        <p:spPr>
          <a:xfrm>
            <a:off x="0" y="45888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645181-6CE5-DFD1-BB0C-39A602810A10}"/>
              </a:ext>
            </a:extLst>
          </p:cNvPr>
          <p:cNvSpPr txBox="1"/>
          <p:nvPr/>
        </p:nvSpPr>
        <p:spPr>
          <a:xfrm>
            <a:off x="1955800" y="1386845"/>
            <a:ext cx="7680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Which retrieves courses with credits ≥ 3 and ≤ 5?</a:t>
            </a:r>
          </a:p>
        </p:txBody>
      </p:sp>
      <p:sp>
        <p:nvSpPr>
          <p:cNvPr id="15" name="Google Shape;111;p2">
            <a:extLst>
              <a:ext uri="{FF2B5EF4-FFF2-40B4-BE49-F238E27FC236}">
                <a16:creationId xmlns:a16="http://schemas.microsoft.com/office/drawing/2014/main" id="{BE4C5ACC-9B6C-EF44-F3D2-31F8E6820768}"/>
              </a:ext>
            </a:extLst>
          </p:cNvPr>
          <p:cNvSpPr txBox="1"/>
          <p:nvPr/>
        </p:nvSpPr>
        <p:spPr>
          <a:xfrm>
            <a:off x="2203892" y="2368778"/>
            <a:ext cx="8470562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A. where: { credits: 3 || 5 }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B. where: { credits: [3, 4, 5] }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C. where: { credits: { [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Op.between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]: [3, 5] } }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D. where: { credits: { $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gte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3, $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lte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5 } }</a:t>
            </a:r>
          </a:p>
        </p:txBody>
      </p:sp>
    </p:spTree>
    <p:extLst>
      <p:ext uri="{BB962C8B-B14F-4D97-AF65-F5344CB8AC3E}">
        <p14:creationId xmlns:p14="http://schemas.microsoft.com/office/powerpoint/2010/main" val="33437221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6D9F5-96E2-C654-EDA2-1DF20BC3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BA7A247-79BB-C522-7AA9-DCB679BA6BEC}"/>
              </a:ext>
            </a:extLst>
          </p:cNvPr>
          <p:cNvSpPr txBox="1"/>
          <p:nvPr/>
        </p:nvSpPr>
        <p:spPr>
          <a:xfrm>
            <a:off x="1955800" y="1386845"/>
            <a:ext cx="7680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Which retrieves courses with credits ≥ 3 and ≤ 5?</a:t>
            </a:r>
          </a:p>
        </p:txBody>
      </p:sp>
      <p:sp>
        <p:nvSpPr>
          <p:cNvPr id="15" name="Google Shape;111;p2">
            <a:extLst>
              <a:ext uri="{FF2B5EF4-FFF2-40B4-BE49-F238E27FC236}">
                <a16:creationId xmlns:a16="http://schemas.microsoft.com/office/drawing/2014/main" id="{76D3CC69-EBEC-A2C2-4242-960EB253AC34}"/>
              </a:ext>
            </a:extLst>
          </p:cNvPr>
          <p:cNvSpPr txBox="1"/>
          <p:nvPr/>
        </p:nvSpPr>
        <p:spPr>
          <a:xfrm>
            <a:off x="2203892" y="2368778"/>
            <a:ext cx="8470562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A. where: { credits: 3 || 5 }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B. where: { credits: [3, 4, 5] }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C. where: { credits: { [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Op.between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]: [3, 5] } }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D. where: { credits: { $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gte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3, $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lte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 5 } }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B5BD650B-C6A2-22BC-1377-94DE3BF82B0C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4458DF0-DCC5-491E-468D-19D54E3CB6FD}"/>
              </a:ext>
            </a:extLst>
          </p:cNvPr>
          <p:cNvSpPr/>
          <p:nvPr/>
        </p:nvSpPr>
        <p:spPr>
          <a:xfrm>
            <a:off x="2203892" y="3805434"/>
            <a:ext cx="466786" cy="466786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235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FE786-626B-60B2-6E5A-1D34DA1EF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16D34D89-E241-9F1D-8E73-B5F33B51FA57}"/>
              </a:ext>
            </a:extLst>
          </p:cNvPr>
          <p:cNvSpPr txBox="1"/>
          <p:nvPr/>
        </p:nvSpPr>
        <p:spPr>
          <a:xfrm>
            <a:off x="0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53D31A-1B88-EF00-9015-D51C55FB2F86}"/>
              </a:ext>
            </a:extLst>
          </p:cNvPr>
          <p:cNvSpPr txBox="1"/>
          <p:nvPr/>
        </p:nvSpPr>
        <p:spPr>
          <a:xfrm>
            <a:off x="0" y="45888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FFD18F-9FFD-446F-27F6-95D113D93A4B}"/>
              </a:ext>
            </a:extLst>
          </p:cNvPr>
          <p:cNvSpPr txBox="1"/>
          <p:nvPr/>
        </p:nvSpPr>
        <p:spPr>
          <a:xfrm>
            <a:off x="1047919" y="1285245"/>
            <a:ext cx="9654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How do you find </a:t>
            </a:r>
            <a:r>
              <a:rPr lang="en-US" sz="2800" b="1" dirty="0"/>
              <a:t>students enrolled in a course </a:t>
            </a:r>
            <a:r>
              <a:rPr lang="en-US" sz="2800" dirty="0"/>
              <a:t>titled "Math"?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6B9BEB-8ED4-39D8-02EF-6D28A29B6D39}"/>
              </a:ext>
            </a:extLst>
          </p:cNvPr>
          <p:cNvSpPr txBox="1"/>
          <p:nvPr/>
        </p:nvSpPr>
        <p:spPr>
          <a:xfrm>
            <a:off x="239008" y="2680781"/>
            <a:ext cx="59436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students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Student.findAll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dirty="0" err="1">
                <a:latin typeface="Consolas" panose="020B0609020204030204" pitchFamily="49" charset="0"/>
              </a:rPr>
              <a:t>mathStudents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students.filter</a:t>
            </a:r>
            <a:r>
              <a:rPr lang="en-US" sz="1600" dirty="0">
                <a:latin typeface="Consolas" panose="020B0609020204030204" pitchFamily="49" charset="0"/>
              </a:rPr>
              <a:t>(s =&gt;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s.Courses.some</a:t>
            </a:r>
            <a:r>
              <a:rPr lang="en-US" sz="1600" dirty="0">
                <a:latin typeface="Consolas" panose="020B0609020204030204" pitchFamily="49" charset="0"/>
              </a:rPr>
              <a:t>(c =&gt; </a:t>
            </a:r>
            <a:r>
              <a:rPr lang="en-US" sz="1600" dirty="0" err="1">
                <a:latin typeface="Consolas" panose="020B0609020204030204" pitchFamily="49" charset="0"/>
              </a:rPr>
              <a:t>c.title</a:t>
            </a:r>
            <a:r>
              <a:rPr lang="en-US" sz="1600" dirty="0">
                <a:latin typeface="Consolas" panose="020B0609020204030204" pitchFamily="49" charset="0"/>
              </a:rPr>
              <a:t> === "Math")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A7E7C-5159-CE8B-CA73-5DE7D82FD857}"/>
              </a:ext>
            </a:extLst>
          </p:cNvPr>
          <p:cNvSpPr txBox="1"/>
          <p:nvPr/>
        </p:nvSpPr>
        <p:spPr>
          <a:xfrm>
            <a:off x="317555" y="4469010"/>
            <a:ext cx="57026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students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Student.findAll</a:t>
            </a:r>
            <a:r>
              <a:rPr lang="en-US" sz="1600" dirty="0">
                <a:latin typeface="Consolas" panose="020B0609020204030204" pitchFamily="49" charset="0"/>
              </a:rPr>
              <a:t>({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include: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model: Course,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where: { title: "Math"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94B37-B7C8-A3DA-76D9-A7A28D681416}"/>
              </a:ext>
            </a:extLst>
          </p:cNvPr>
          <p:cNvSpPr txBox="1"/>
          <p:nvPr/>
        </p:nvSpPr>
        <p:spPr>
          <a:xfrm>
            <a:off x="6400438" y="2598003"/>
            <a:ext cx="57026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students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Student.findAll</a:t>
            </a:r>
            <a:r>
              <a:rPr lang="en-US" sz="1600" dirty="0">
                <a:latin typeface="Consolas" panose="020B0609020204030204" pitchFamily="49" charset="0"/>
              </a:rPr>
              <a:t>({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include: Course with title: "Math"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AA6D0-53CF-CABB-5D0C-96E8334BD21E}"/>
              </a:ext>
            </a:extLst>
          </p:cNvPr>
          <p:cNvSpPr txBox="1"/>
          <p:nvPr/>
        </p:nvSpPr>
        <p:spPr>
          <a:xfrm>
            <a:off x="6400438" y="4464759"/>
            <a:ext cx="55657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students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Course.findAll</a:t>
            </a:r>
            <a:r>
              <a:rPr lang="en-US" sz="1600" dirty="0">
                <a:latin typeface="Consolas" panose="020B0609020204030204" pitchFamily="49" charset="0"/>
              </a:rPr>
              <a:t>({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where: { title: "Math" },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include: Student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F08B95-AC6D-AAB3-079A-6CC9B6EA7F41}"/>
              </a:ext>
            </a:extLst>
          </p:cNvPr>
          <p:cNvSpPr txBox="1"/>
          <p:nvPr/>
        </p:nvSpPr>
        <p:spPr>
          <a:xfrm>
            <a:off x="317555" y="231144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5811D-4343-052A-9CD2-FB3C673B9B90}"/>
              </a:ext>
            </a:extLst>
          </p:cNvPr>
          <p:cNvSpPr txBox="1"/>
          <p:nvPr/>
        </p:nvSpPr>
        <p:spPr>
          <a:xfrm>
            <a:off x="6537200" y="231144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5DA463-F746-4E1C-F3B2-95F39D190220}"/>
              </a:ext>
            </a:extLst>
          </p:cNvPr>
          <p:cNvSpPr txBox="1"/>
          <p:nvPr/>
        </p:nvSpPr>
        <p:spPr>
          <a:xfrm>
            <a:off x="355599" y="409542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E9D9B5-FB5C-F982-A852-D52AB56B1F45}"/>
              </a:ext>
            </a:extLst>
          </p:cNvPr>
          <p:cNvSpPr txBox="1"/>
          <p:nvPr/>
        </p:nvSpPr>
        <p:spPr>
          <a:xfrm>
            <a:off x="6537200" y="418776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3277406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E143C-830E-1298-4577-78809C41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AD8AE6C-2E61-2988-D232-9A2F0997AFE7}"/>
              </a:ext>
            </a:extLst>
          </p:cNvPr>
          <p:cNvSpPr txBox="1"/>
          <p:nvPr/>
        </p:nvSpPr>
        <p:spPr>
          <a:xfrm>
            <a:off x="1047919" y="1285245"/>
            <a:ext cx="9654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How do you find </a:t>
            </a:r>
            <a:r>
              <a:rPr lang="en-US" sz="2800" b="1" dirty="0"/>
              <a:t>students enrolled in a course </a:t>
            </a:r>
            <a:r>
              <a:rPr lang="en-US" sz="2800" dirty="0"/>
              <a:t>titled "Math"?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AE28B-E8A5-7D42-7AF8-7A76FA5038D5}"/>
              </a:ext>
            </a:extLst>
          </p:cNvPr>
          <p:cNvSpPr txBox="1"/>
          <p:nvPr/>
        </p:nvSpPr>
        <p:spPr>
          <a:xfrm>
            <a:off x="239008" y="2680781"/>
            <a:ext cx="59436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students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Student.findAll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dirty="0" err="1">
                <a:latin typeface="Consolas" panose="020B0609020204030204" pitchFamily="49" charset="0"/>
              </a:rPr>
              <a:t>mathStudents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students.filter</a:t>
            </a:r>
            <a:r>
              <a:rPr lang="en-US" sz="1600" dirty="0">
                <a:latin typeface="Consolas" panose="020B0609020204030204" pitchFamily="49" charset="0"/>
              </a:rPr>
              <a:t>(s =&gt;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s.Courses.some</a:t>
            </a:r>
            <a:r>
              <a:rPr lang="en-US" sz="1600" dirty="0">
                <a:latin typeface="Consolas" panose="020B0609020204030204" pitchFamily="49" charset="0"/>
              </a:rPr>
              <a:t>(c =&gt; </a:t>
            </a:r>
            <a:r>
              <a:rPr lang="en-US" sz="1600" dirty="0" err="1">
                <a:latin typeface="Consolas" panose="020B0609020204030204" pitchFamily="49" charset="0"/>
              </a:rPr>
              <a:t>c.title</a:t>
            </a:r>
            <a:r>
              <a:rPr lang="en-US" sz="1600" dirty="0">
                <a:latin typeface="Consolas" panose="020B0609020204030204" pitchFamily="49" charset="0"/>
              </a:rPr>
              <a:t> === "Math")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886C00-D432-0964-DDEB-7197E3BF4D7C}"/>
              </a:ext>
            </a:extLst>
          </p:cNvPr>
          <p:cNvSpPr txBox="1"/>
          <p:nvPr/>
        </p:nvSpPr>
        <p:spPr>
          <a:xfrm>
            <a:off x="317555" y="4469010"/>
            <a:ext cx="57026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students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Student.findAll</a:t>
            </a:r>
            <a:r>
              <a:rPr lang="en-US" sz="1600" dirty="0">
                <a:latin typeface="Consolas" panose="020B0609020204030204" pitchFamily="49" charset="0"/>
              </a:rPr>
              <a:t>({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include: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model: Course,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where: { title: "Math"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71FEA4-FF1A-8ABB-27E1-358E85C86339}"/>
              </a:ext>
            </a:extLst>
          </p:cNvPr>
          <p:cNvSpPr txBox="1"/>
          <p:nvPr/>
        </p:nvSpPr>
        <p:spPr>
          <a:xfrm>
            <a:off x="6400438" y="2598003"/>
            <a:ext cx="57026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students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Student.findAll</a:t>
            </a:r>
            <a:r>
              <a:rPr lang="en-US" sz="1600" dirty="0">
                <a:latin typeface="Consolas" panose="020B0609020204030204" pitchFamily="49" charset="0"/>
              </a:rPr>
              <a:t>({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include: Course with title: "Math"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14D774-78DD-13B6-DC72-3601F1B37272}"/>
              </a:ext>
            </a:extLst>
          </p:cNvPr>
          <p:cNvSpPr txBox="1"/>
          <p:nvPr/>
        </p:nvSpPr>
        <p:spPr>
          <a:xfrm>
            <a:off x="6400438" y="4464759"/>
            <a:ext cx="55657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const </a:t>
            </a:r>
            <a:r>
              <a:rPr lang="en-US" sz="1600" b="1" dirty="0">
                <a:solidFill>
                  <a:schemeClr val="accent2"/>
                </a:solidFill>
                <a:latin typeface="Consolas" panose="020B0609020204030204" pitchFamily="49" charset="0"/>
              </a:rPr>
              <a:t>students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chemeClr val="accent4"/>
                </a:solidFill>
                <a:latin typeface="Consolas" panose="020B0609020204030204" pitchFamily="49" charset="0"/>
              </a:rPr>
              <a:t>await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Course.findAll</a:t>
            </a:r>
            <a:r>
              <a:rPr lang="en-US" sz="1600" dirty="0">
                <a:latin typeface="Consolas" panose="020B0609020204030204" pitchFamily="49" charset="0"/>
              </a:rPr>
              <a:t>({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where: { title: "Math" },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include: Student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4FD4B3-1DCF-7104-B900-0B982389AFD2}"/>
              </a:ext>
            </a:extLst>
          </p:cNvPr>
          <p:cNvSpPr txBox="1"/>
          <p:nvPr/>
        </p:nvSpPr>
        <p:spPr>
          <a:xfrm>
            <a:off x="317555" y="231144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3F2E3-03C9-4AF2-EE25-3792E62BE78E}"/>
              </a:ext>
            </a:extLst>
          </p:cNvPr>
          <p:cNvSpPr txBox="1"/>
          <p:nvPr/>
        </p:nvSpPr>
        <p:spPr>
          <a:xfrm>
            <a:off x="6537200" y="231144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449F98-3EDC-EDD3-1149-CB24D2FC7220}"/>
              </a:ext>
            </a:extLst>
          </p:cNvPr>
          <p:cNvSpPr txBox="1"/>
          <p:nvPr/>
        </p:nvSpPr>
        <p:spPr>
          <a:xfrm>
            <a:off x="355599" y="409542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085851-AEB6-1D7B-ABBA-E62C00DDA61D}"/>
              </a:ext>
            </a:extLst>
          </p:cNvPr>
          <p:cNvSpPr txBox="1"/>
          <p:nvPr/>
        </p:nvSpPr>
        <p:spPr>
          <a:xfrm>
            <a:off x="6537200" y="418776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</a:t>
            </a:r>
          </a:p>
        </p:txBody>
      </p:sp>
      <p:sp>
        <p:nvSpPr>
          <p:cNvPr id="11" name="Google Shape;107;p2">
            <a:extLst>
              <a:ext uri="{FF2B5EF4-FFF2-40B4-BE49-F238E27FC236}">
                <a16:creationId xmlns:a16="http://schemas.microsoft.com/office/drawing/2014/main" id="{7FA34C4B-4A5A-A537-7782-0898999DFD2B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FBDC3BF-D1A9-CA68-22B9-102BADBD18DB}"/>
              </a:ext>
            </a:extLst>
          </p:cNvPr>
          <p:cNvSpPr/>
          <p:nvPr/>
        </p:nvSpPr>
        <p:spPr>
          <a:xfrm>
            <a:off x="294689" y="4046700"/>
            <a:ext cx="466786" cy="466786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063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DB21C-27A6-010D-F1CD-E0F2EB63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AB70E8F5-C0DA-F3CC-2696-F3C903F1EB15}"/>
              </a:ext>
            </a:extLst>
          </p:cNvPr>
          <p:cNvSpPr txBox="1"/>
          <p:nvPr/>
        </p:nvSpPr>
        <p:spPr>
          <a:xfrm>
            <a:off x="0" y="0"/>
            <a:ext cx="2095838" cy="369332"/>
          </a:xfrm>
          <a:prstGeom prst="rect">
            <a:avLst/>
          </a:prstGeom>
          <a:solidFill>
            <a:srgbClr val="FF0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EC1B1B-208D-9730-37FC-3F09D1F0306C}"/>
              </a:ext>
            </a:extLst>
          </p:cNvPr>
          <p:cNvSpPr txBox="1"/>
          <p:nvPr/>
        </p:nvSpPr>
        <p:spPr>
          <a:xfrm>
            <a:off x="0" y="45888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7A51B-1979-BFB9-55CC-1646BD17892B}"/>
              </a:ext>
            </a:extLst>
          </p:cNvPr>
          <p:cNvSpPr txBox="1"/>
          <p:nvPr/>
        </p:nvSpPr>
        <p:spPr>
          <a:xfrm>
            <a:off x="1957180" y="1023635"/>
            <a:ext cx="8126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Which code eagerly loads courses with instructors?</a:t>
            </a:r>
          </a:p>
        </p:txBody>
      </p:sp>
      <p:sp>
        <p:nvSpPr>
          <p:cNvPr id="11" name="Google Shape;111;p2">
            <a:extLst>
              <a:ext uri="{FF2B5EF4-FFF2-40B4-BE49-F238E27FC236}">
                <a16:creationId xmlns:a16="http://schemas.microsoft.com/office/drawing/2014/main" id="{43137869-B47D-F8F6-6B9D-0F466E353220}"/>
              </a:ext>
            </a:extLst>
          </p:cNvPr>
          <p:cNvSpPr txBox="1"/>
          <p:nvPr/>
        </p:nvSpPr>
        <p:spPr>
          <a:xfrm>
            <a:off x="2203892" y="2368778"/>
            <a:ext cx="8470562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indent="-514350">
              <a:lnSpc>
                <a:spcPct val="150000"/>
              </a:lnSpc>
              <a:buClr>
                <a:schemeClr val="dk1"/>
              </a:buClr>
              <a:buSzPts val="2800"/>
              <a:buFont typeface="+mj-lt"/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Course.findAll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include: "Instructor" })</a:t>
            </a:r>
          </a:p>
          <a:p>
            <a:pPr marL="514350" indent="-514350">
              <a:lnSpc>
                <a:spcPct val="150000"/>
              </a:lnSpc>
              <a:buClr>
                <a:schemeClr val="dk1"/>
              </a:buClr>
              <a:buSzPts val="2800"/>
              <a:buFont typeface="+mj-lt"/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Course.findAll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include: [{ model: Instructor }] })</a:t>
            </a:r>
          </a:p>
          <a:p>
            <a:pPr marL="514350" indent="-514350">
              <a:lnSpc>
                <a:spcPct val="150000"/>
              </a:lnSpc>
              <a:buClr>
                <a:schemeClr val="dk1"/>
              </a:buClr>
              <a:buSzPts val="2800"/>
              <a:buFont typeface="+mj-lt"/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Instructor.findAll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include: Course })</a:t>
            </a:r>
          </a:p>
          <a:p>
            <a:pPr marL="514350" indent="-514350">
              <a:lnSpc>
                <a:spcPct val="150000"/>
              </a:lnSpc>
              <a:buClr>
                <a:schemeClr val="dk1"/>
              </a:buClr>
              <a:buSzPts val="2800"/>
              <a:buFont typeface="+mj-lt"/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Course.findOne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().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getInstructor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346706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3BAE2-5A6A-4A67-D675-42E54E1C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DFEAB64-1AA8-7698-A3CB-1CA027D67BDE}"/>
              </a:ext>
            </a:extLst>
          </p:cNvPr>
          <p:cNvSpPr txBox="1"/>
          <p:nvPr/>
        </p:nvSpPr>
        <p:spPr>
          <a:xfrm>
            <a:off x="1957180" y="1023635"/>
            <a:ext cx="8126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Which code eagerly loads courses with instructors?</a:t>
            </a:r>
          </a:p>
        </p:txBody>
      </p:sp>
      <p:sp>
        <p:nvSpPr>
          <p:cNvPr id="11" name="Google Shape;111;p2">
            <a:extLst>
              <a:ext uri="{FF2B5EF4-FFF2-40B4-BE49-F238E27FC236}">
                <a16:creationId xmlns:a16="http://schemas.microsoft.com/office/drawing/2014/main" id="{029BB1FD-D3DA-89D5-7D2C-F484A9F28356}"/>
              </a:ext>
            </a:extLst>
          </p:cNvPr>
          <p:cNvSpPr txBox="1"/>
          <p:nvPr/>
        </p:nvSpPr>
        <p:spPr>
          <a:xfrm>
            <a:off x="2203892" y="2368778"/>
            <a:ext cx="8470562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indent="-514350">
              <a:lnSpc>
                <a:spcPct val="150000"/>
              </a:lnSpc>
              <a:buClr>
                <a:schemeClr val="dk1"/>
              </a:buClr>
              <a:buSzPts val="2800"/>
              <a:buFont typeface="+mj-lt"/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Course.findAll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include: "Instructor" })</a:t>
            </a:r>
          </a:p>
          <a:p>
            <a:pPr marL="514350" indent="-514350">
              <a:lnSpc>
                <a:spcPct val="150000"/>
              </a:lnSpc>
              <a:buClr>
                <a:schemeClr val="dk1"/>
              </a:buClr>
              <a:buSzPts val="2800"/>
              <a:buFont typeface="+mj-lt"/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Course.findAll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include: [{ model: Instructor }] })</a:t>
            </a:r>
          </a:p>
          <a:p>
            <a:pPr marL="514350" indent="-514350">
              <a:lnSpc>
                <a:spcPct val="150000"/>
              </a:lnSpc>
              <a:buClr>
                <a:schemeClr val="dk1"/>
              </a:buClr>
              <a:buSzPts val="2800"/>
              <a:buFont typeface="+mj-lt"/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Instructor.findAll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({ include: Course })</a:t>
            </a:r>
          </a:p>
          <a:p>
            <a:pPr marL="514350" indent="-514350">
              <a:lnSpc>
                <a:spcPct val="150000"/>
              </a:lnSpc>
              <a:buClr>
                <a:schemeClr val="dk1"/>
              </a:buClr>
              <a:buSzPts val="2800"/>
              <a:buFont typeface="+mj-lt"/>
              <a:buAutoNum type="alphaUcPeriod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Course.findOne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().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getInstructor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()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4E0038CC-8ABD-A281-F0F1-006277447E80}"/>
              </a:ext>
            </a:extLst>
          </p:cNvPr>
          <p:cNvSpPr txBox="1"/>
          <p:nvPr/>
        </p:nvSpPr>
        <p:spPr>
          <a:xfrm rot="20091581">
            <a:off x="-3688" y="367737"/>
            <a:ext cx="1734209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4CA1AC0-EA90-6D64-4BA8-8D2C2D7543F4}"/>
              </a:ext>
            </a:extLst>
          </p:cNvPr>
          <p:cNvSpPr/>
          <p:nvPr/>
        </p:nvSpPr>
        <p:spPr>
          <a:xfrm>
            <a:off x="2203892" y="3195607"/>
            <a:ext cx="466786" cy="466786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445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68516-8BED-66F0-552F-77EC66DB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;p2">
            <a:extLst>
              <a:ext uri="{FF2B5EF4-FFF2-40B4-BE49-F238E27FC236}">
                <a16:creationId xmlns:a16="http://schemas.microsoft.com/office/drawing/2014/main" id="{68911BB4-442D-1B3C-0D8F-0FC8D89C571A}"/>
              </a:ext>
            </a:extLst>
          </p:cNvPr>
          <p:cNvSpPr txBox="1"/>
          <p:nvPr/>
        </p:nvSpPr>
        <p:spPr>
          <a:xfrm>
            <a:off x="3134558" y="506899"/>
            <a:ext cx="588733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HAVE LEARNT</a:t>
            </a:r>
            <a:endParaRPr sz="4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99;p2">
            <a:extLst>
              <a:ext uri="{FF2B5EF4-FFF2-40B4-BE49-F238E27FC236}">
                <a16:creationId xmlns:a16="http://schemas.microsoft.com/office/drawing/2014/main" id="{727F4677-C720-1F90-334D-F015ADD6EC5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266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0;p2">
            <a:extLst>
              <a:ext uri="{FF2B5EF4-FFF2-40B4-BE49-F238E27FC236}">
                <a16:creationId xmlns:a16="http://schemas.microsoft.com/office/drawing/2014/main" id="{33384FB1-62D9-2FFC-F1B8-602F8BCE089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5698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0;p3">
            <a:extLst>
              <a:ext uri="{FF2B5EF4-FFF2-40B4-BE49-F238E27FC236}">
                <a16:creationId xmlns:a16="http://schemas.microsoft.com/office/drawing/2014/main" id="{768C1081-CDA3-9E06-FE4C-733CB0EE178B}"/>
              </a:ext>
            </a:extLst>
          </p:cNvPr>
          <p:cNvSpPr txBox="1"/>
          <p:nvPr/>
        </p:nvSpPr>
        <p:spPr>
          <a:xfrm>
            <a:off x="2873657" y="1852726"/>
            <a:ext cx="8637335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Add methods for </a:t>
            </a: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computed data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Querying with </a:t>
            </a:r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Options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Handle Many to many relationships 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Querying with associations : lazy loading VS eager loading</a:t>
            </a:r>
            <a:endParaRPr lang="en-US" sz="2600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33951C-4F3C-B42F-4B44-05952BF96EC5}"/>
              </a:ext>
            </a:extLst>
          </p:cNvPr>
          <p:cNvSpPr/>
          <p:nvPr/>
        </p:nvSpPr>
        <p:spPr>
          <a:xfrm>
            <a:off x="861587" y="2089283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091AD-C83A-A0C2-941A-B19838FD0FF2}"/>
              </a:ext>
            </a:extLst>
          </p:cNvPr>
          <p:cNvSpPr/>
          <p:nvPr/>
        </p:nvSpPr>
        <p:spPr>
          <a:xfrm>
            <a:off x="861586" y="2671708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E9B38B-98A7-EFDF-7328-EB5EF9977FEF}"/>
              </a:ext>
            </a:extLst>
          </p:cNvPr>
          <p:cNvSpPr/>
          <p:nvPr/>
        </p:nvSpPr>
        <p:spPr>
          <a:xfrm>
            <a:off x="861586" y="3254133"/>
            <a:ext cx="1837161" cy="3441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DBF86D-019F-D2B0-3910-D292951A6FD0}"/>
              </a:ext>
            </a:extLst>
          </p:cNvPr>
          <p:cNvSpPr/>
          <p:nvPr/>
        </p:nvSpPr>
        <p:spPr>
          <a:xfrm>
            <a:off x="861585" y="3836558"/>
            <a:ext cx="1837161" cy="34415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33286493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1;p2">
            <a:extLst>
              <a:ext uri="{FF2B5EF4-FFF2-40B4-BE49-F238E27FC236}">
                <a16:creationId xmlns:a16="http://schemas.microsoft.com/office/drawing/2014/main" id="{47525548-CEDF-4A00-862D-E2069FE28934}"/>
              </a:ext>
            </a:extLst>
          </p:cNvPr>
          <p:cNvSpPr txBox="1"/>
          <p:nvPr/>
        </p:nvSpPr>
        <p:spPr>
          <a:xfrm>
            <a:off x="2687003" y="310299"/>
            <a:ext cx="695547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60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GO </a:t>
            </a:r>
            <a:r>
              <a:rPr lang="en-US" sz="36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FURTHER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AA968E-803C-41CB-84DE-C020829A543A}"/>
              </a:ext>
            </a:extLst>
          </p:cNvPr>
          <p:cNvSpPr txBox="1"/>
          <p:nvPr/>
        </p:nvSpPr>
        <p:spPr>
          <a:xfrm>
            <a:off x="614410" y="1318156"/>
            <a:ext cx="5878095" cy="4855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OFFICAL DOCUMENTATIONS</a:t>
            </a:r>
          </a:p>
          <a:p>
            <a:pPr>
              <a:lnSpc>
                <a:spcPct val="150000"/>
              </a:lnSpc>
            </a:pPr>
            <a:r>
              <a:rPr lang="en-US" sz="16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https://sequelize.org/docs/v6/</a:t>
            </a:r>
            <a:endParaRPr lang="en-US" sz="16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TUTORIALS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https://www.digitalocean.com/community/tutorials/how-to-use-sequelize-with-node-js-and-mysql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https://www.youtube.com/watch?v=YNyGD4rakmc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https://www.youtube.com/watch?v=3_9-JFXTVDE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https://www.youtube.com/watch?v=ZAk1YKzKkL4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BFDC2-9FBB-4BD9-80DE-1E80F7DBF1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4381" y="5943697"/>
            <a:ext cx="1156237" cy="60400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ACBE511-1C19-22F9-C80E-10BB3633D8AA}"/>
              </a:ext>
            </a:extLst>
          </p:cNvPr>
          <p:cNvGrpSpPr/>
          <p:nvPr/>
        </p:nvGrpSpPr>
        <p:grpSpPr>
          <a:xfrm rot="20927207">
            <a:off x="7834744" y="2248298"/>
            <a:ext cx="3615463" cy="2403689"/>
            <a:chOff x="7702394" y="3804553"/>
            <a:chExt cx="3615463" cy="2403689"/>
          </a:xfrm>
        </p:grpSpPr>
        <p:pic>
          <p:nvPicPr>
            <p:cNvPr id="11" name="Picture 10">
              <a:hlinkClick r:id="rId5"/>
              <a:extLst>
                <a:ext uri="{FF2B5EF4-FFF2-40B4-BE49-F238E27FC236}">
                  <a16:creationId xmlns:a16="http://schemas.microsoft.com/office/drawing/2014/main" id="{4EAFEBB3-5E2D-0B5E-FD6D-41D534EE5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702394" y="3804553"/>
              <a:ext cx="3615463" cy="203435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BDE5EF-929F-933E-91C4-0EAB17D94EA2}"/>
                </a:ext>
              </a:extLst>
            </p:cNvPr>
            <p:cNvSpPr txBox="1"/>
            <p:nvPr/>
          </p:nvSpPr>
          <p:spPr>
            <a:xfrm>
              <a:off x="8332338" y="5838910"/>
              <a:ext cx="26202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i="1" dirty="0"/>
                <a:t>Sequelize Tutorial Series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35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4104</TotalTime>
  <Words>5093</Words>
  <Application>Microsoft Office PowerPoint</Application>
  <PresentationFormat>Widescreen</PresentationFormat>
  <Paragraphs>973</Paragraphs>
  <Slides>48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Aptos</vt:lpstr>
      <vt:lpstr>Aptos Display</vt:lpstr>
      <vt:lpstr>Arial</vt:lpstr>
      <vt:lpstr>Calibri</vt:lpstr>
      <vt:lpstr>Comic Sans MS</vt:lpstr>
      <vt:lpstr>Consolas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2</cp:revision>
  <dcterms:created xsi:type="dcterms:W3CDTF">2025-04-24T10:54:23Z</dcterms:created>
  <dcterms:modified xsi:type="dcterms:W3CDTF">2025-06-29T16:58:47Z</dcterms:modified>
</cp:coreProperties>
</file>