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4579" r:id="rId2"/>
    <p:sldId id="4549" r:id="rId3"/>
    <p:sldId id="4584" r:id="rId4"/>
    <p:sldId id="4628" r:id="rId5"/>
    <p:sldId id="4724" r:id="rId6"/>
    <p:sldId id="4624" r:id="rId7"/>
    <p:sldId id="4632" r:id="rId8"/>
    <p:sldId id="4629" r:id="rId9"/>
    <p:sldId id="4625" r:id="rId10"/>
    <p:sldId id="4633" r:id="rId11"/>
    <p:sldId id="4630" r:id="rId12"/>
    <p:sldId id="4634" r:id="rId13"/>
    <p:sldId id="4631" r:id="rId14"/>
    <p:sldId id="4638" r:id="rId15"/>
    <p:sldId id="4626" r:id="rId16"/>
    <p:sldId id="4640" r:id="rId17"/>
    <p:sldId id="4639" r:id="rId18"/>
    <p:sldId id="4635" r:id="rId19"/>
    <p:sldId id="4641" r:id="rId20"/>
    <p:sldId id="4636" r:id="rId21"/>
    <p:sldId id="4725" r:id="rId22"/>
    <p:sldId id="4727" r:id="rId23"/>
    <p:sldId id="4637" r:id="rId24"/>
    <p:sldId id="4728" r:id="rId25"/>
    <p:sldId id="4731" r:id="rId26"/>
    <p:sldId id="4722" r:id="rId27"/>
    <p:sldId id="4585" r:id="rId28"/>
    <p:sldId id="4735" r:id="rId29"/>
    <p:sldId id="4737" r:id="rId30"/>
    <p:sldId id="4736" r:id="rId31"/>
    <p:sldId id="4738" r:id="rId32"/>
    <p:sldId id="4739" r:id="rId33"/>
    <p:sldId id="4740" r:id="rId34"/>
    <p:sldId id="4741" r:id="rId35"/>
    <p:sldId id="4742" r:id="rId36"/>
    <p:sldId id="4642" r:id="rId37"/>
    <p:sldId id="4743" r:id="rId38"/>
    <p:sldId id="4745" r:id="rId39"/>
    <p:sldId id="4744" r:id="rId40"/>
    <p:sldId id="4747" r:id="rId41"/>
    <p:sldId id="4748" r:id="rId42"/>
    <p:sldId id="4732" r:id="rId43"/>
    <p:sldId id="4733" r:id="rId44"/>
    <p:sldId id="4746" r:id="rId45"/>
    <p:sldId id="4749" r:id="rId46"/>
    <p:sldId id="4750" r:id="rId47"/>
    <p:sldId id="4751" r:id="rId48"/>
    <p:sldId id="4752" r:id="rId49"/>
    <p:sldId id="4753" r:id="rId50"/>
    <p:sldId id="4754" r:id="rId51"/>
    <p:sldId id="4755" r:id="rId52"/>
    <p:sldId id="4756" r:id="rId53"/>
    <p:sldId id="4757" r:id="rId54"/>
    <p:sldId id="4758" r:id="rId55"/>
    <p:sldId id="4760" r:id="rId56"/>
    <p:sldId id="4761" r:id="rId57"/>
    <p:sldId id="4762" r:id="rId58"/>
    <p:sldId id="4763" r:id="rId59"/>
    <p:sldId id="4759" r:id="rId60"/>
    <p:sldId id="4564" r:id="rId61"/>
    <p:sldId id="4623" r:id="rId62"/>
    <p:sldId id="294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C053"/>
    <a:srgbClr val="0F9ED5"/>
    <a:srgbClr val="97D2CE"/>
    <a:srgbClr val="FF66CC"/>
    <a:srgbClr val="00AFEF"/>
    <a:srgbClr val="37B64B"/>
    <a:srgbClr val="016AB1"/>
    <a:srgbClr val="FFFFFF"/>
    <a:srgbClr val="F6EBDA"/>
    <a:srgbClr val="5971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3BE842-08DA-449C-8451-E1B261B729ED}" v="1177" dt="2025-06-17T11:16:22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64" autoAdjust="0"/>
    <p:restoredTop sz="95033" autoAdjust="0"/>
  </p:normalViewPr>
  <p:slideViewPr>
    <p:cSldViewPr snapToGrid="0">
      <p:cViewPr varScale="1">
        <p:scale>
          <a:sx n="110" d="100"/>
          <a:sy n="110" d="100"/>
        </p:scale>
        <p:origin x="23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an Ogor" userId="473d6ea9-be06-4609-b78d-125cc115ecf4" providerId="ADAL" clId="{403BE842-08DA-449C-8451-E1B261B729ED}"/>
    <pc:docChg chg="undo custSel addSld delSld modSld sldOrd">
      <pc:chgData name="Ronan Ogor" userId="473d6ea9-be06-4609-b78d-125cc115ecf4" providerId="ADAL" clId="{403BE842-08DA-449C-8451-E1B261B729ED}" dt="2025-06-24T08:02:46.879" v="12539" actId="14100"/>
      <pc:docMkLst>
        <pc:docMk/>
      </pc:docMkLst>
      <pc:sldChg chg="addSp delSp modSp mod">
        <pc:chgData name="Ronan Ogor" userId="473d6ea9-be06-4609-b78d-125cc115ecf4" providerId="ADAL" clId="{403BE842-08DA-449C-8451-E1B261B729ED}" dt="2025-06-16T13:37:47.905" v="9145" actId="1076"/>
        <pc:sldMkLst>
          <pc:docMk/>
          <pc:sldMk cId="381353966" sldId="294"/>
        </pc:sldMkLst>
        <pc:spChg chg="mod">
          <ac:chgData name="Ronan Ogor" userId="473d6ea9-be06-4609-b78d-125cc115ecf4" providerId="ADAL" clId="{403BE842-08DA-449C-8451-E1B261B729ED}" dt="2025-06-16T13:37:47.905" v="9145" actId="1076"/>
          <ac:spMkLst>
            <pc:docMk/>
            <pc:sldMk cId="381353966" sldId="294"/>
            <ac:spMk id="2" creationId="{46AA968E-803C-41CB-84DE-C020829A543A}"/>
          </ac:spMkLst>
        </pc:spChg>
        <pc:spChg chg="add mod">
          <ac:chgData name="Ronan Ogor" userId="473d6ea9-be06-4609-b78d-125cc115ecf4" providerId="ADAL" clId="{403BE842-08DA-449C-8451-E1B261B729ED}" dt="2025-06-16T13:37:26.471" v="9138" actId="164"/>
          <ac:spMkLst>
            <pc:docMk/>
            <pc:sldMk cId="381353966" sldId="294"/>
            <ac:spMk id="13" creationId="{EFBDE5EF-929F-933E-91C4-0EAB17D94EA2}"/>
          </ac:spMkLst>
        </pc:spChg>
        <pc:grpChg chg="add mod">
          <ac:chgData name="Ronan Ogor" userId="473d6ea9-be06-4609-b78d-125cc115ecf4" providerId="ADAL" clId="{403BE842-08DA-449C-8451-E1B261B729ED}" dt="2025-06-16T13:37:45.508" v="9144" actId="1076"/>
          <ac:grpSpMkLst>
            <pc:docMk/>
            <pc:sldMk cId="381353966" sldId="294"/>
            <ac:grpSpMk id="14" creationId="{AACBE511-1C19-22F9-C80E-10BB3633D8AA}"/>
          </ac:grpSpMkLst>
        </pc:grpChg>
        <pc:picChg chg="mod">
          <ac:chgData name="Ronan Ogor" userId="473d6ea9-be06-4609-b78d-125cc115ecf4" providerId="ADAL" clId="{403BE842-08DA-449C-8451-E1B261B729ED}" dt="2025-06-16T13:37:44.281" v="9143" actId="1076"/>
          <ac:picMkLst>
            <pc:docMk/>
            <pc:sldMk cId="381353966" sldId="294"/>
            <ac:picMk id="5" creationId="{A0FBFDC2-9FBB-4BD9-80DE-1E80F7DBF12C}"/>
          </ac:picMkLst>
        </pc:picChg>
        <pc:picChg chg="add mod">
          <ac:chgData name="Ronan Ogor" userId="473d6ea9-be06-4609-b78d-125cc115ecf4" providerId="ADAL" clId="{403BE842-08DA-449C-8451-E1B261B729ED}" dt="2025-06-16T13:37:35.798" v="9139"/>
          <ac:picMkLst>
            <pc:docMk/>
            <pc:sldMk cId="381353966" sldId="294"/>
            <ac:picMk id="11" creationId="{4EAFEBB3-5E2D-0B5E-FD6D-41D534EE5E02}"/>
          </ac:picMkLst>
        </pc:picChg>
      </pc:sldChg>
      <pc:sldChg chg="addSp modSp mod modTransition modAnim">
        <pc:chgData name="Ronan Ogor" userId="473d6ea9-be06-4609-b78d-125cc115ecf4" providerId="ADAL" clId="{403BE842-08DA-449C-8451-E1B261B729ED}" dt="2025-06-17T11:16:22.148" v="12517"/>
        <pc:sldMkLst>
          <pc:docMk/>
          <pc:sldMk cId="0" sldId="4549"/>
        </pc:sldMkLst>
        <pc:spChg chg="add mod">
          <ac:chgData name="Ronan Ogor" userId="473d6ea9-be06-4609-b78d-125cc115ecf4" providerId="ADAL" clId="{403BE842-08DA-449C-8451-E1B261B729ED}" dt="2025-06-16T05:14:10.901" v="6808" actId="1037"/>
          <ac:spMkLst>
            <pc:docMk/>
            <pc:sldMk cId="0" sldId="4549"/>
            <ac:spMk id="5" creationId="{35D1629B-5FE9-A8F9-B1BB-7CCE660EC55D}"/>
          </ac:spMkLst>
        </pc:spChg>
        <pc:spChg chg="add mod">
          <ac:chgData name="Ronan Ogor" userId="473d6ea9-be06-4609-b78d-125cc115ecf4" providerId="ADAL" clId="{403BE842-08DA-449C-8451-E1B261B729ED}" dt="2025-06-16T05:14:10.901" v="6808" actId="1037"/>
          <ac:spMkLst>
            <pc:docMk/>
            <pc:sldMk cId="0" sldId="4549"/>
            <ac:spMk id="6" creationId="{110B1B40-F9F9-3532-5409-92E80F742445}"/>
          </ac:spMkLst>
        </pc:spChg>
        <pc:spChg chg="add mod">
          <ac:chgData name="Ronan Ogor" userId="473d6ea9-be06-4609-b78d-125cc115ecf4" providerId="ADAL" clId="{403BE842-08DA-449C-8451-E1B261B729ED}" dt="2025-06-16T05:14:10.901" v="6808" actId="1037"/>
          <ac:spMkLst>
            <pc:docMk/>
            <pc:sldMk cId="0" sldId="4549"/>
            <ac:spMk id="7" creationId="{CCEB6977-5D66-07F0-D9BD-120401B39BD1}"/>
          </ac:spMkLst>
        </pc:spChg>
        <pc:spChg chg="add mod">
          <ac:chgData name="Ronan Ogor" userId="473d6ea9-be06-4609-b78d-125cc115ecf4" providerId="ADAL" clId="{403BE842-08DA-449C-8451-E1B261B729ED}" dt="2025-06-16T05:14:10.901" v="6808" actId="1037"/>
          <ac:spMkLst>
            <pc:docMk/>
            <pc:sldMk cId="0" sldId="4549"/>
            <ac:spMk id="8" creationId="{9DD6B9C3-CF85-7470-E370-3F8BB6EF6A21}"/>
          </ac:spMkLst>
        </pc:spChg>
        <pc:spChg chg="add mod">
          <ac:chgData name="Ronan Ogor" userId="473d6ea9-be06-4609-b78d-125cc115ecf4" providerId="ADAL" clId="{403BE842-08DA-449C-8451-E1B261B729ED}" dt="2025-06-16T05:14:10.901" v="6808" actId="1037"/>
          <ac:spMkLst>
            <pc:docMk/>
            <pc:sldMk cId="0" sldId="4549"/>
            <ac:spMk id="9" creationId="{B5149765-6FF7-9BA9-8509-4E4E2919ECCA}"/>
          </ac:spMkLst>
        </pc:spChg>
        <pc:spChg chg="mod">
          <ac:chgData name="Ronan Ogor" userId="473d6ea9-be06-4609-b78d-125cc115ecf4" providerId="ADAL" clId="{403BE842-08DA-449C-8451-E1B261B729ED}" dt="2025-06-16T06:07:02.451" v="7210" actId="14100"/>
          <ac:spMkLst>
            <pc:docMk/>
            <pc:sldMk cId="0" sldId="4549"/>
            <ac:spMk id="120" creationId="{00000000-0000-0000-0000-000000000000}"/>
          </ac:spMkLst>
        </pc:spChg>
      </pc:sldChg>
      <pc:sldChg chg="addSp delSp modSp mod">
        <pc:chgData name="Ronan Ogor" userId="473d6ea9-be06-4609-b78d-125cc115ecf4" providerId="ADAL" clId="{403BE842-08DA-449C-8451-E1B261B729ED}" dt="2025-06-16T06:07:21.557" v="7213" actId="1076"/>
        <pc:sldMkLst>
          <pc:docMk/>
          <pc:sldMk cId="3328649386" sldId="4564"/>
        </pc:sldMkLst>
        <pc:spChg chg="add mod">
          <ac:chgData name="Ronan Ogor" userId="473d6ea9-be06-4609-b78d-125cc115ecf4" providerId="ADAL" clId="{403BE842-08DA-449C-8451-E1B261B729ED}" dt="2025-06-16T06:07:21.557" v="7213" actId="1076"/>
          <ac:spMkLst>
            <pc:docMk/>
            <pc:sldMk cId="3328649386" sldId="4564"/>
            <ac:spMk id="5" creationId="{8C5282C2-3667-44AA-29E0-CCE77406FD09}"/>
          </ac:spMkLst>
        </pc:spChg>
        <pc:spChg chg="add mod">
          <ac:chgData name="Ronan Ogor" userId="473d6ea9-be06-4609-b78d-125cc115ecf4" providerId="ADAL" clId="{403BE842-08DA-449C-8451-E1B261B729ED}" dt="2025-06-16T06:07:21.557" v="7213" actId="1076"/>
          <ac:spMkLst>
            <pc:docMk/>
            <pc:sldMk cId="3328649386" sldId="4564"/>
            <ac:spMk id="6" creationId="{87B51E69-D23E-96A8-57D0-236211E8FDA4}"/>
          </ac:spMkLst>
        </pc:spChg>
        <pc:spChg chg="add mod">
          <ac:chgData name="Ronan Ogor" userId="473d6ea9-be06-4609-b78d-125cc115ecf4" providerId="ADAL" clId="{403BE842-08DA-449C-8451-E1B261B729ED}" dt="2025-06-16T06:07:21.557" v="7213" actId="1076"/>
          <ac:spMkLst>
            <pc:docMk/>
            <pc:sldMk cId="3328649386" sldId="4564"/>
            <ac:spMk id="8" creationId="{8829AD63-23EA-78E0-08CD-8AD111A126CA}"/>
          </ac:spMkLst>
        </pc:spChg>
        <pc:spChg chg="add mod">
          <ac:chgData name="Ronan Ogor" userId="473d6ea9-be06-4609-b78d-125cc115ecf4" providerId="ADAL" clId="{403BE842-08DA-449C-8451-E1B261B729ED}" dt="2025-06-16T06:07:21.557" v="7213" actId="1076"/>
          <ac:spMkLst>
            <pc:docMk/>
            <pc:sldMk cId="3328649386" sldId="4564"/>
            <ac:spMk id="9" creationId="{83E1273D-78ED-427E-983B-1D7560F3C8F5}"/>
          </ac:spMkLst>
        </pc:spChg>
        <pc:spChg chg="add mod">
          <ac:chgData name="Ronan Ogor" userId="473d6ea9-be06-4609-b78d-125cc115ecf4" providerId="ADAL" clId="{403BE842-08DA-449C-8451-E1B261B729ED}" dt="2025-06-16T06:07:21.557" v="7213" actId="1076"/>
          <ac:spMkLst>
            <pc:docMk/>
            <pc:sldMk cId="3328649386" sldId="4564"/>
            <ac:spMk id="10" creationId="{41C9F183-7613-753F-170E-DDA7A7C0F04D}"/>
          </ac:spMkLst>
        </pc:spChg>
        <pc:spChg chg="add mod">
          <ac:chgData name="Ronan Ogor" userId="473d6ea9-be06-4609-b78d-125cc115ecf4" providerId="ADAL" clId="{403BE842-08DA-449C-8451-E1B261B729ED}" dt="2025-06-16T06:07:21.557" v="7213" actId="1076"/>
          <ac:spMkLst>
            <pc:docMk/>
            <pc:sldMk cId="3328649386" sldId="4564"/>
            <ac:spMk id="11" creationId="{10C9C074-7BC7-F20D-3BFF-64E8ECDF358F}"/>
          </ac:spMkLst>
        </pc:spChg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1948772146" sldId="4566"/>
        </pc:sldMkLst>
      </pc:sldChg>
      <pc:sldChg chg="addSp delSp modSp mod modAnim">
        <pc:chgData name="Ronan Ogor" userId="473d6ea9-be06-4609-b78d-125cc115ecf4" providerId="ADAL" clId="{403BE842-08DA-449C-8451-E1B261B729ED}" dt="2025-06-17T11:14:51.917" v="12497"/>
        <pc:sldMkLst>
          <pc:docMk/>
          <pc:sldMk cId="0" sldId="4579"/>
        </pc:sldMkLst>
        <pc:spChg chg="mod">
          <ac:chgData name="Ronan Ogor" userId="473d6ea9-be06-4609-b78d-125cc115ecf4" providerId="ADAL" clId="{403BE842-08DA-449C-8451-E1B261B729ED}" dt="2025-06-15T15:09:02.081" v="121" actId="20577"/>
          <ac:spMkLst>
            <pc:docMk/>
            <pc:sldMk cId="0" sldId="4579"/>
            <ac:spMk id="89" creationId="{00000000-0000-0000-0000-000000000000}"/>
          </ac:spMkLst>
        </pc:spChg>
        <pc:picChg chg="mod">
          <ac:chgData name="Ronan Ogor" userId="473d6ea9-be06-4609-b78d-125cc115ecf4" providerId="ADAL" clId="{403BE842-08DA-449C-8451-E1B261B729ED}" dt="2025-06-15T15:09:15.671" v="122" actId="1076"/>
          <ac:picMkLst>
            <pc:docMk/>
            <pc:sldMk cId="0" sldId="4579"/>
            <ac:picMk id="7" creationId="{C574D5CA-8FA1-45CA-99CB-E92DF91C7D88}"/>
          </ac:picMkLst>
        </pc:picChg>
        <pc:picChg chg="add mod">
          <ac:chgData name="Ronan Ogor" userId="473d6ea9-be06-4609-b78d-125cc115ecf4" providerId="ADAL" clId="{403BE842-08DA-449C-8451-E1B261B729ED}" dt="2025-06-15T15:08:51.390" v="111" actId="1076"/>
          <ac:picMkLst>
            <pc:docMk/>
            <pc:sldMk cId="0" sldId="4579"/>
            <ac:picMk id="1026" creationId="{19EC70B5-1AA0-6DE9-9CC1-CE4B1D0EEDF5}"/>
          </ac:picMkLst>
        </pc:picChg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3343501504" sldId="4580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1236426333" sldId="4581"/>
        </pc:sldMkLst>
      </pc:sldChg>
      <pc:sldChg chg="addSp delSp modSp del mod">
        <pc:chgData name="Ronan Ogor" userId="473d6ea9-be06-4609-b78d-125cc115ecf4" providerId="ADAL" clId="{403BE842-08DA-449C-8451-E1B261B729ED}" dt="2025-06-16T06:57:44.367" v="7257" actId="47"/>
        <pc:sldMkLst>
          <pc:docMk/>
          <pc:sldMk cId="0" sldId="4582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3662263730" sldId="4583"/>
        </pc:sldMkLst>
      </pc:sldChg>
      <pc:sldChg chg="addSp delSp modSp mod ord modAnim">
        <pc:chgData name="Ronan Ogor" userId="473d6ea9-be06-4609-b78d-125cc115ecf4" providerId="ADAL" clId="{403BE842-08DA-449C-8451-E1B261B729ED}" dt="2025-06-16T05:16:30.827" v="6827" actId="1076"/>
        <pc:sldMkLst>
          <pc:docMk/>
          <pc:sldMk cId="87027135" sldId="4584"/>
        </pc:sldMkLst>
        <pc:spChg chg="mod">
          <ac:chgData name="Ronan Ogor" userId="473d6ea9-be06-4609-b78d-125cc115ecf4" providerId="ADAL" clId="{403BE842-08DA-449C-8451-E1B261B729ED}" dt="2025-06-16T05:10:31.522" v="6736" actId="1076"/>
          <ac:spMkLst>
            <pc:docMk/>
            <pc:sldMk cId="87027135" sldId="4584"/>
            <ac:spMk id="2" creationId="{32210EA2-8F93-8B46-022A-2B04CCCC2F59}"/>
          </ac:spMkLst>
        </pc:spChg>
        <pc:spChg chg="mod">
          <ac:chgData name="Ronan Ogor" userId="473d6ea9-be06-4609-b78d-125cc115ecf4" providerId="ADAL" clId="{403BE842-08DA-449C-8451-E1B261B729ED}" dt="2025-06-16T05:15:19.483" v="6818" actId="688"/>
          <ac:spMkLst>
            <pc:docMk/>
            <pc:sldMk cId="87027135" sldId="4584"/>
            <ac:spMk id="4" creationId="{61714EF6-505A-E5FF-CAA0-0DEC72508AE8}"/>
          </ac:spMkLst>
        </pc:spChg>
        <pc:spChg chg="add mod">
          <ac:chgData name="Ronan Ogor" userId="473d6ea9-be06-4609-b78d-125cc115ecf4" providerId="ADAL" clId="{403BE842-08DA-449C-8451-E1B261B729ED}" dt="2025-06-16T05:15:34.993" v="6820" actId="122"/>
          <ac:spMkLst>
            <pc:docMk/>
            <pc:sldMk cId="87027135" sldId="4584"/>
            <ac:spMk id="27" creationId="{8C56500D-4E0C-02E6-325B-022E8B69896B}"/>
          </ac:spMkLst>
        </pc:spChg>
        <pc:spChg chg="add mod">
          <ac:chgData name="Ronan Ogor" userId="473d6ea9-be06-4609-b78d-125cc115ecf4" providerId="ADAL" clId="{403BE842-08DA-449C-8451-E1B261B729ED}" dt="2025-06-16T02:43:06.854" v="5225" actId="14100"/>
          <ac:spMkLst>
            <pc:docMk/>
            <pc:sldMk cId="87027135" sldId="4584"/>
            <ac:spMk id="30" creationId="{E553C967-BCA5-47E4-3682-95B82A0BB5D1}"/>
          </ac:spMkLst>
        </pc:spChg>
        <pc:spChg chg="add mod">
          <ac:chgData name="Ronan Ogor" userId="473d6ea9-be06-4609-b78d-125cc115ecf4" providerId="ADAL" clId="{403BE842-08DA-449C-8451-E1B261B729ED}" dt="2025-06-16T05:15:29.405" v="6819" actId="1076"/>
          <ac:spMkLst>
            <pc:docMk/>
            <pc:sldMk cId="87027135" sldId="4584"/>
            <ac:spMk id="35" creationId="{B16AA9FF-CAAB-BBCF-D68B-6DC65E23FD32}"/>
          </ac:spMkLst>
        </pc:spChg>
        <pc:spChg chg="add mod">
          <ac:chgData name="Ronan Ogor" userId="473d6ea9-be06-4609-b78d-125cc115ecf4" providerId="ADAL" clId="{403BE842-08DA-449C-8451-E1B261B729ED}" dt="2025-06-16T05:15:29.405" v="6819" actId="1076"/>
          <ac:spMkLst>
            <pc:docMk/>
            <pc:sldMk cId="87027135" sldId="4584"/>
            <ac:spMk id="37" creationId="{E475D8E0-5A03-1E6F-175F-2791B8AF0FD2}"/>
          </ac:spMkLst>
        </pc:spChg>
        <pc:spChg chg="add mod">
          <ac:chgData name="Ronan Ogor" userId="473d6ea9-be06-4609-b78d-125cc115ecf4" providerId="ADAL" clId="{403BE842-08DA-449C-8451-E1B261B729ED}" dt="2025-06-16T05:15:29.405" v="6819" actId="1076"/>
          <ac:spMkLst>
            <pc:docMk/>
            <pc:sldMk cId="87027135" sldId="4584"/>
            <ac:spMk id="38" creationId="{E1A289F9-4D54-8404-E765-96E77C8BEAFB}"/>
          </ac:spMkLst>
        </pc:spChg>
        <pc:spChg chg="add mod">
          <ac:chgData name="Ronan Ogor" userId="473d6ea9-be06-4609-b78d-125cc115ecf4" providerId="ADAL" clId="{403BE842-08DA-449C-8451-E1B261B729ED}" dt="2025-06-16T05:15:29.405" v="6819" actId="1076"/>
          <ac:spMkLst>
            <pc:docMk/>
            <pc:sldMk cId="87027135" sldId="4584"/>
            <ac:spMk id="39" creationId="{72BF37A8-E34A-32F6-80F9-FA59E598A38D}"/>
          </ac:spMkLst>
        </pc:spChg>
        <pc:spChg chg="add mod">
          <ac:chgData name="Ronan Ogor" userId="473d6ea9-be06-4609-b78d-125cc115ecf4" providerId="ADAL" clId="{403BE842-08DA-449C-8451-E1B261B729ED}" dt="2025-06-16T05:15:29.405" v="6819" actId="1076"/>
          <ac:spMkLst>
            <pc:docMk/>
            <pc:sldMk cId="87027135" sldId="4584"/>
            <ac:spMk id="40" creationId="{F80CBE3C-8230-0A64-C8B4-D5F347F8FE3F}"/>
          </ac:spMkLst>
        </pc:spChg>
        <pc:spChg chg="add mod">
          <ac:chgData name="Ronan Ogor" userId="473d6ea9-be06-4609-b78d-125cc115ecf4" providerId="ADAL" clId="{403BE842-08DA-449C-8451-E1B261B729ED}" dt="2025-06-16T05:15:29.405" v="6819" actId="1076"/>
          <ac:spMkLst>
            <pc:docMk/>
            <pc:sldMk cId="87027135" sldId="4584"/>
            <ac:spMk id="42" creationId="{B509D0CA-7F45-7D45-50CB-D7A983308293}"/>
          </ac:spMkLst>
        </pc:spChg>
        <pc:spChg chg="add mod">
          <ac:chgData name="Ronan Ogor" userId="473d6ea9-be06-4609-b78d-125cc115ecf4" providerId="ADAL" clId="{403BE842-08DA-449C-8451-E1B261B729ED}" dt="2025-06-16T05:15:29.405" v="6819" actId="1076"/>
          <ac:spMkLst>
            <pc:docMk/>
            <pc:sldMk cId="87027135" sldId="4584"/>
            <ac:spMk id="43" creationId="{ECE94278-49E7-6C2F-12FC-9E5CB37007CC}"/>
          </ac:spMkLst>
        </pc:spChg>
        <pc:spChg chg="add mod">
          <ac:chgData name="Ronan Ogor" userId="473d6ea9-be06-4609-b78d-125cc115ecf4" providerId="ADAL" clId="{403BE842-08DA-449C-8451-E1B261B729ED}" dt="2025-06-16T05:11:51.590" v="6756"/>
          <ac:spMkLst>
            <pc:docMk/>
            <pc:sldMk cId="87027135" sldId="4584"/>
            <ac:spMk id="52" creationId="{D3AAE371-853E-15F2-6E8F-A69D4902C519}"/>
          </ac:spMkLst>
        </pc:spChg>
        <pc:grpChg chg="add mod">
          <ac:chgData name="Ronan Ogor" userId="473d6ea9-be06-4609-b78d-125cc115ecf4" providerId="ADAL" clId="{403BE842-08DA-449C-8451-E1B261B729ED}" dt="2025-06-16T05:15:29.405" v="6819" actId="1076"/>
          <ac:grpSpMkLst>
            <pc:docMk/>
            <pc:sldMk cId="87027135" sldId="4584"/>
            <ac:grpSpMk id="36" creationId="{E4D250F4-2109-A028-FF9D-E2623105D127}"/>
          </ac:grpSpMkLst>
        </pc:grpChg>
        <pc:graphicFrameChg chg="add mod modGraphic">
          <ac:chgData name="Ronan Ogor" userId="473d6ea9-be06-4609-b78d-125cc115ecf4" providerId="ADAL" clId="{403BE842-08DA-449C-8451-E1B261B729ED}" dt="2025-06-16T05:15:29.405" v="6819" actId="1076"/>
          <ac:graphicFrameMkLst>
            <pc:docMk/>
            <pc:sldMk cId="87027135" sldId="4584"/>
            <ac:graphicFrameMk id="41" creationId="{70719168-B87D-0523-0589-4FF6CBC74EEB}"/>
          </ac:graphicFrameMkLst>
        </pc:graphicFrameChg>
        <pc:cxnChg chg="add mod">
          <ac:chgData name="Ronan Ogor" userId="473d6ea9-be06-4609-b78d-125cc115ecf4" providerId="ADAL" clId="{403BE842-08DA-449C-8451-E1B261B729ED}" dt="2025-06-15T15:26:22.454" v="407" actId="164"/>
          <ac:cxnSpMkLst>
            <pc:docMk/>
            <pc:sldMk cId="87027135" sldId="4584"/>
            <ac:cxnSpMk id="32" creationId="{7C0B1F6F-007D-5F0E-8DA7-3F747D945BA7}"/>
          </ac:cxnSpMkLst>
        </pc:cxnChg>
        <pc:cxnChg chg="add mod">
          <ac:chgData name="Ronan Ogor" userId="473d6ea9-be06-4609-b78d-125cc115ecf4" providerId="ADAL" clId="{403BE842-08DA-449C-8451-E1B261B729ED}" dt="2025-06-16T05:16:30.827" v="6827" actId="1076"/>
          <ac:cxnSpMkLst>
            <pc:docMk/>
            <pc:sldMk cId="87027135" sldId="4584"/>
            <ac:cxnSpMk id="49" creationId="{99FF61AD-F7F7-DB99-7973-637458E72BDC}"/>
          </ac:cxnSpMkLst>
        </pc:cxnChg>
      </pc:sldChg>
      <pc:sldChg chg="addSp delSp modSp mod ord">
        <pc:chgData name="Ronan Ogor" userId="473d6ea9-be06-4609-b78d-125cc115ecf4" providerId="ADAL" clId="{403BE842-08DA-449C-8451-E1B261B729ED}" dt="2025-06-16T13:58:25.847" v="9307" actId="1076"/>
        <pc:sldMkLst>
          <pc:docMk/>
          <pc:sldMk cId="4091423166" sldId="4585"/>
        </pc:sldMkLst>
        <pc:spChg chg="mod">
          <ac:chgData name="Ronan Ogor" userId="473d6ea9-be06-4609-b78d-125cc115ecf4" providerId="ADAL" clId="{403BE842-08DA-449C-8451-E1B261B729ED}" dt="2025-06-16T13:58:19.857" v="9303" actId="1076"/>
          <ac:spMkLst>
            <pc:docMk/>
            <pc:sldMk cId="4091423166" sldId="4585"/>
            <ac:spMk id="3" creationId="{95D70469-A44F-48BA-7D69-06FD18A39520}"/>
          </ac:spMkLst>
        </pc:spChg>
        <pc:spChg chg="add del mod">
          <ac:chgData name="Ronan Ogor" userId="473d6ea9-be06-4609-b78d-125cc115ecf4" providerId="ADAL" clId="{403BE842-08DA-449C-8451-E1B261B729ED}" dt="2025-06-16T13:58:25.847" v="9307" actId="1076"/>
          <ac:spMkLst>
            <pc:docMk/>
            <pc:sldMk cId="4091423166" sldId="4585"/>
            <ac:spMk id="6" creationId="{A4626AF9-0F05-6860-9609-042BE09C877C}"/>
          </ac:spMkLst>
        </pc:spChg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861721776" sldId="4588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2425655690" sldId="4589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3388518053" sldId="4590"/>
        </pc:sldMkLst>
      </pc:sldChg>
      <pc:sldChg chg="del">
        <pc:chgData name="Ronan Ogor" userId="473d6ea9-be06-4609-b78d-125cc115ecf4" providerId="ADAL" clId="{403BE842-08DA-449C-8451-E1B261B729ED}" dt="2025-06-15T19:46:15.632" v="4949" actId="47"/>
        <pc:sldMkLst>
          <pc:docMk/>
          <pc:sldMk cId="3647061615" sldId="4591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3309402344" sldId="4593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4222151610" sldId="4594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3075273277" sldId="4596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269556159" sldId="4597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1505562821" sldId="4598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331154220" sldId="4599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812999759" sldId="4600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4034333683" sldId="4601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278885178" sldId="4603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813707957" sldId="4604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3762396305" sldId="4605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1320157237" sldId="4606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714485998" sldId="4607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494570661" sldId="4608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2014799186" sldId="4609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1902654069" sldId="4610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3140561895" sldId="4611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3107681159" sldId="4612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2015239594" sldId="4613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1965313820" sldId="4614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3445271640" sldId="4615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1690775588" sldId="4616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572960343" sldId="4618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1215600073" sldId="4619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1502843682" sldId="4620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2972050235" sldId="4621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1507359175" sldId="4622"/>
        </pc:sldMkLst>
      </pc:sldChg>
      <pc:sldChg chg="addSp delSp modSp mod delAnim">
        <pc:chgData name="Ronan Ogor" userId="473d6ea9-be06-4609-b78d-125cc115ecf4" providerId="ADAL" clId="{403BE842-08DA-449C-8451-E1B261B729ED}" dt="2025-06-16T13:37:19.756" v="9137" actId="113"/>
        <pc:sldMkLst>
          <pc:docMk/>
          <pc:sldMk cId="4143899511" sldId="4623"/>
        </pc:sldMkLst>
        <pc:spChg chg="add mod">
          <ac:chgData name="Ronan Ogor" userId="473d6ea9-be06-4609-b78d-125cc115ecf4" providerId="ADAL" clId="{403BE842-08DA-449C-8451-E1B261B729ED}" dt="2025-06-16T06:08:11.727" v="7250" actId="1076"/>
          <ac:spMkLst>
            <pc:docMk/>
            <pc:sldMk cId="4143899511" sldId="4623"/>
            <ac:spMk id="3" creationId="{D6C6F751-62CB-4DB7-52E6-57AD43FFB1A0}"/>
          </ac:spMkLst>
        </pc:spChg>
        <pc:spChg chg="mod">
          <ac:chgData name="Ronan Ogor" userId="473d6ea9-be06-4609-b78d-125cc115ecf4" providerId="ADAL" clId="{403BE842-08DA-449C-8451-E1B261B729ED}" dt="2025-06-16T06:08:14.078" v="7251" actId="1076"/>
          <ac:spMkLst>
            <pc:docMk/>
            <pc:sldMk cId="4143899511" sldId="4623"/>
            <ac:spMk id="5" creationId="{9C06A17A-6C2B-06A2-5D12-8DDA2A013810}"/>
          </ac:spMkLst>
        </pc:spChg>
        <pc:spChg chg="add mod">
          <ac:chgData name="Ronan Ogor" userId="473d6ea9-be06-4609-b78d-125cc115ecf4" providerId="ADAL" clId="{403BE842-08DA-449C-8451-E1B261B729ED}" dt="2025-06-15T19:44:30.667" v="4897"/>
          <ac:spMkLst>
            <pc:docMk/>
            <pc:sldMk cId="4143899511" sldId="4623"/>
            <ac:spMk id="6" creationId="{FE0EAC9E-2D49-CE31-DD22-7DBF2BEE30E1}"/>
          </ac:spMkLst>
        </pc:spChg>
        <pc:spChg chg="add mod">
          <ac:chgData name="Ronan Ogor" userId="473d6ea9-be06-4609-b78d-125cc115ecf4" providerId="ADAL" clId="{403BE842-08DA-449C-8451-E1B261B729ED}" dt="2025-06-16T13:37:19.756" v="9137" actId="113"/>
          <ac:spMkLst>
            <pc:docMk/>
            <pc:sldMk cId="4143899511" sldId="4623"/>
            <ac:spMk id="11" creationId="{72540710-CD91-2203-273A-8B2F3CC784C3}"/>
          </ac:spMkLst>
        </pc:spChg>
      </pc:sldChg>
      <pc:sldChg chg="addSp delSp modSp new mod modAnim">
        <pc:chgData name="Ronan Ogor" userId="473d6ea9-be06-4609-b78d-125cc115ecf4" providerId="ADAL" clId="{403BE842-08DA-449C-8451-E1B261B729ED}" dt="2025-06-16T05:12:32.360" v="6774" actId="20577"/>
        <pc:sldMkLst>
          <pc:docMk/>
          <pc:sldMk cId="3633839783" sldId="4624"/>
        </pc:sldMkLst>
        <pc:spChg chg="add mod">
          <ac:chgData name="Ronan Ogor" userId="473d6ea9-be06-4609-b78d-125cc115ecf4" providerId="ADAL" clId="{403BE842-08DA-449C-8451-E1B261B729ED}" dt="2025-06-16T02:41:24.021" v="5185" actId="1076"/>
          <ac:spMkLst>
            <pc:docMk/>
            <pc:sldMk cId="3633839783" sldId="4624"/>
            <ac:spMk id="2" creationId="{632B7284-F98C-258C-9AA7-756E8B1242A7}"/>
          </ac:spMkLst>
        </pc:spChg>
        <pc:spChg chg="add mod">
          <ac:chgData name="Ronan Ogor" userId="473d6ea9-be06-4609-b78d-125cc115ecf4" providerId="ADAL" clId="{403BE842-08DA-449C-8451-E1B261B729ED}" dt="2025-06-16T05:12:14.575" v="6763" actId="1076"/>
          <ac:spMkLst>
            <pc:docMk/>
            <pc:sldMk cId="3633839783" sldId="4624"/>
            <ac:spMk id="4" creationId="{1DD17A7B-5669-678D-5985-E93F82BF33C9}"/>
          </ac:spMkLst>
        </pc:spChg>
        <pc:spChg chg="add mod">
          <ac:chgData name="Ronan Ogor" userId="473d6ea9-be06-4609-b78d-125cc115ecf4" providerId="ADAL" clId="{403BE842-08DA-449C-8451-E1B261B729ED}" dt="2025-06-16T05:12:32.360" v="6774" actId="20577"/>
          <ac:spMkLst>
            <pc:docMk/>
            <pc:sldMk cId="3633839783" sldId="4624"/>
            <ac:spMk id="8" creationId="{E99C7A3B-14C7-0ABA-3E13-7E1CE7A06D50}"/>
          </ac:spMkLst>
        </pc:spChg>
        <pc:spChg chg="add mod">
          <ac:chgData name="Ronan Ogor" userId="473d6ea9-be06-4609-b78d-125cc115ecf4" providerId="ADAL" clId="{403BE842-08DA-449C-8451-E1B261B729ED}" dt="2025-06-16T05:12:14.575" v="6763" actId="1076"/>
          <ac:spMkLst>
            <pc:docMk/>
            <pc:sldMk cId="3633839783" sldId="4624"/>
            <ac:spMk id="9" creationId="{BC919EFF-8F9A-0CE5-EE51-52B5AF796AB6}"/>
          </ac:spMkLst>
        </pc:spChg>
        <pc:spChg chg="add mod">
          <ac:chgData name="Ronan Ogor" userId="473d6ea9-be06-4609-b78d-125cc115ecf4" providerId="ADAL" clId="{403BE842-08DA-449C-8451-E1B261B729ED}" dt="2025-06-16T05:12:29.041" v="6767" actId="122"/>
          <ac:spMkLst>
            <pc:docMk/>
            <pc:sldMk cId="3633839783" sldId="4624"/>
            <ac:spMk id="11" creationId="{3D987193-837A-18DC-FF23-7D8F005F1548}"/>
          </ac:spMkLst>
        </pc:spChg>
        <pc:spChg chg="add mod">
          <ac:chgData name="Ronan Ogor" userId="473d6ea9-be06-4609-b78d-125cc115ecf4" providerId="ADAL" clId="{403BE842-08DA-449C-8451-E1B261B729ED}" dt="2025-06-16T05:12:14.575" v="6763" actId="1076"/>
          <ac:spMkLst>
            <pc:docMk/>
            <pc:sldMk cId="3633839783" sldId="4624"/>
            <ac:spMk id="12" creationId="{CE63F333-6F0E-CF32-22F3-B2ABC668587E}"/>
          </ac:spMkLst>
        </pc:spChg>
        <pc:spChg chg="add mod">
          <ac:chgData name="Ronan Ogor" userId="473d6ea9-be06-4609-b78d-125cc115ecf4" providerId="ADAL" clId="{403BE842-08DA-449C-8451-E1B261B729ED}" dt="2025-06-16T05:12:29.041" v="6767" actId="122"/>
          <ac:spMkLst>
            <pc:docMk/>
            <pc:sldMk cId="3633839783" sldId="4624"/>
            <ac:spMk id="14" creationId="{BACB29B9-E8E5-1475-B736-C3B0B3B42EB4}"/>
          </ac:spMkLst>
        </pc:spChg>
        <pc:spChg chg="add mod">
          <ac:chgData name="Ronan Ogor" userId="473d6ea9-be06-4609-b78d-125cc115ecf4" providerId="ADAL" clId="{403BE842-08DA-449C-8451-E1B261B729ED}" dt="2025-06-16T05:12:14.575" v="6763" actId="1076"/>
          <ac:spMkLst>
            <pc:docMk/>
            <pc:sldMk cId="3633839783" sldId="4624"/>
            <ac:spMk id="15" creationId="{E2590EFB-57CE-816E-8EBF-105E1CC665B0}"/>
          </ac:spMkLst>
        </pc:spChg>
        <pc:spChg chg="add mod">
          <ac:chgData name="Ronan Ogor" userId="473d6ea9-be06-4609-b78d-125cc115ecf4" providerId="ADAL" clId="{403BE842-08DA-449C-8451-E1B261B729ED}" dt="2025-06-16T05:12:29.041" v="6767" actId="122"/>
          <ac:spMkLst>
            <pc:docMk/>
            <pc:sldMk cId="3633839783" sldId="4624"/>
            <ac:spMk id="17" creationId="{E02E6428-73A6-9181-129B-AF20CBB5F690}"/>
          </ac:spMkLst>
        </pc:spChg>
        <pc:spChg chg="add mod">
          <ac:chgData name="Ronan Ogor" userId="473d6ea9-be06-4609-b78d-125cc115ecf4" providerId="ADAL" clId="{403BE842-08DA-449C-8451-E1B261B729ED}" dt="2025-06-16T05:12:06.200" v="6762"/>
          <ac:spMkLst>
            <pc:docMk/>
            <pc:sldMk cId="3633839783" sldId="4624"/>
            <ac:spMk id="18" creationId="{1C9590B6-A66B-E526-782A-7D91E337F9AE}"/>
          </ac:spMkLst>
        </pc:spChg>
        <pc:cxnChg chg="add mod">
          <ac:chgData name="Ronan Ogor" userId="473d6ea9-be06-4609-b78d-125cc115ecf4" providerId="ADAL" clId="{403BE842-08DA-449C-8451-E1B261B729ED}" dt="2025-06-16T05:12:14.575" v="6763" actId="1076"/>
          <ac:cxnSpMkLst>
            <pc:docMk/>
            <pc:sldMk cId="3633839783" sldId="4624"/>
            <ac:cxnSpMk id="6" creationId="{235A8119-B6E4-CC5F-8266-6C8E2767A4D6}"/>
          </ac:cxnSpMkLst>
        </pc:cxnChg>
        <pc:cxnChg chg="add mod">
          <ac:chgData name="Ronan Ogor" userId="473d6ea9-be06-4609-b78d-125cc115ecf4" providerId="ADAL" clId="{403BE842-08DA-449C-8451-E1B261B729ED}" dt="2025-06-15T15:47:42.999" v="917" actId="1076"/>
          <ac:cxnSpMkLst>
            <pc:docMk/>
            <pc:sldMk cId="3633839783" sldId="4624"/>
            <ac:cxnSpMk id="10" creationId="{A4753712-0C03-AD4F-3CD8-09A2209BDD8C}"/>
          </ac:cxnSpMkLst>
        </pc:cxnChg>
        <pc:cxnChg chg="add mod">
          <ac:chgData name="Ronan Ogor" userId="473d6ea9-be06-4609-b78d-125cc115ecf4" providerId="ADAL" clId="{403BE842-08DA-449C-8451-E1B261B729ED}" dt="2025-06-16T05:12:14.575" v="6763" actId="1076"/>
          <ac:cxnSpMkLst>
            <pc:docMk/>
            <pc:sldMk cId="3633839783" sldId="4624"/>
            <ac:cxnSpMk id="13" creationId="{4EC8BD0F-2ED1-B861-C142-77868D39F335}"/>
          </ac:cxnSpMkLst>
        </pc:cxnChg>
        <pc:cxnChg chg="add mod">
          <ac:chgData name="Ronan Ogor" userId="473d6ea9-be06-4609-b78d-125cc115ecf4" providerId="ADAL" clId="{403BE842-08DA-449C-8451-E1B261B729ED}" dt="2025-06-15T15:47:47.808" v="918" actId="571"/>
          <ac:cxnSpMkLst>
            <pc:docMk/>
            <pc:sldMk cId="3633839783" sldId="4624"/>
            <ac:cxnSpMk id="16" creationId="{2753750D-04D4-6E96-7F55-741C2D3F4D3D}"/>
          </ac:cxnSpMkLst>
        </pc:cxnChg>
      </pc:sldChg>
      <pc:sldChg chg="addSp delSp modSp add mod">
        <pc:chgData name="Ronan Ogor" userId="473d6ea9-be06-4609-b78d-125cc115ecf4" providerId="ADAL" clId="{403BE842-08DA-449C-8451-E1B261B729ED}" dt="2025-06-16T10:10:20.323" v="8538"/>
        <pc:sldMkLst>
          <pc:docMk/>
          <pc:sldMk cId="1054575162" sldId="4625"/>
        </pc:sldMkLst>
        <pc:spChg chg="add mod">
          <ac:chgData name="Ronan Ogor" userId="473d6ea9-be06-4609-b78d-125cc115ecf4" providerId="ADAL" clId="{403BE842-08DA-449C-8451-E1B261B729ED}" dt="2025-06-16T10:10:19.143" v="8537"/>
          <ac:spMkLst>
            <pc:docMk/>
            <pc:sldMk cId="1054575162" sldId="4625"/>
            <ac:spMk id="3" creationId="{76B01A41-22FC-FB7C-DBDC-6AB60D94B149}"/>
          </ac:spMkLst>
        </pc:spChg>
        <pc:spChg chg="add mod">
          <ac:chgData name="Ronan Ogor" userId="473d6ea9-be06-4609-b78d-125cc115ecf4" providerId="ADAL" clId="{403BE842-08DA-449C-8451-E1B261B729ED}" dt="2025-06-16T03:03:56.647" v="5664" actId="1076"/>
          <ac:spMkLst>
            <pc:docMk/>
            <pc:sldMk cId="1054575162" sldId="4625"/>
            <ac:spMk id="13" creationId="{8ED38D2D-DABB-9A0A-87E8-6AE5F39AB83A}"/>
          </ac:spMkLst>
        </pc:spChg>
        <pc:spChg chg="add mod">
          <ac:chgData name="Ronan Ogor" userId="473d6ea9-be06-4609-b78d-125cc115ecf4" providerId="ADAL" clId="{403BE842-08DA-449C-8451-E1B261B729ED}" dt="2025-06-16T10:10:20.323" v="8538"/>
          <ac:spMkLst>
            <pc:docMk/>
            <pc:sldMk cId="1054575162" sldId="4625"/>
            <ac:spMk id="16" creationId="{09C0D078-4F1A-C846-F578-F208614A70BD}"/>
          </ac:spMkLst>
        </pc:spChg>
        <pc:spChg chg="add mod">
          <ac:chgData name="Ronan Ogor" userId="473d6ea9-be06-4609-b78d-125cc115ecf4" providerId="ADAL" clId="{403BE842-08DA-449C-8451-E1B261B729ED}" dt="2025-06-16T03:03:56.647" v="5664" actId="1076"/>
          <ac:spMkLst>
            <pc:docMk/>
            <pc:sldMk cId="1054575162" sldId="4625"/>
            <ac:spMk id="17" creationId="{7C36F87D-98D2-B13E-2312-480BC7A3D0D6}"/>
          </ac:spMkLst>
        </pc:spChg>
        <pc:spChg chg="add mod">
          <ac:chgData name="Ronan Ogor" userId="473d6ea9-be06-4609-b78d-125cc115ecf4" providerId="ADAL" clId="{403BE842-08DA-449C-8451-E1B261B729ED}" dt="2025-06-16T03:01:39.670" v="5637" actId="14100"/>
          <ac:spMkLst>
            <pc:docMk/>
            <pc:sldMk cId="1054575162" sldId="4625"/>
            <ac:spMk id="19" creationId="{A922BB6E-6C3C-A382-FDE3-A0C2C8B510AF}"/>
          </ac:spMkLst>
        </pc:spChg>
        <pc:spChg chg="add mod">
          <ac:chgData name="Ronan Ogor" userId="473d6ea9-be06-4609-b78d-125cc115ecf4" providerId="ADAL" clId="{403BE842-08DA-449C-8451-E1B261B729ED}" dt="2025-06-15T16:42:01.159" v="1594"/>
          <ac:spMkLst>
            <pc:docMk/>
            <pc:sldMk cId="1054575162" sldId="4625"/>
            <ac:spMk id="21" creationId="{92A07B22-B3F7-475A-0ABA-5848838BA462}"/>
          </ac:spMkLst>
        </pc:spChg>
        <pc:spChg chg="add mod">
          <ac:chgData name="Ronan Ogor" userId="473d6ea9-be06-4609-b78d-125cc115ecf4" providerId="ADAL" clId="{403BE842-08DA-449C-8451-E1B261B729ED}" dt="2025-06-16T03:03:56.647" v="5664" actId="1076"/>
          <ac:spMkLst>
            <pc:docMk/>
            <pc:sldMk cId="1054575162" sldId="4625"/>
            <ac:spMk id="23" creationId="{7C4AA4B4-8982-7B82-1CE1-CA1D9A379205}"/>
          </ac:spMkLst>
        </pc:spChg>
        <pc:spChg chg="add mod">
          <ac:chgData name="Ronan Ogor" userId="473d6ea9-be06-4609-b78d-125cc115ecf4" providerId="ADAL" clId="{403BE842-08DA-449C-8451-E1B261B729ED}" dt="2025-06-16T03:05:03.889" v="5757" actId="113"/>
          <ac:spMkLst>
            <pc:docMk/>
            <pc:sldMk cId="1054575162" sldId="4625"/>
            <ac:spMk id="27" creationId="{BA93DA93-CB51-DAC4-4A2F-2E00B82DCE56}"/>
          </ac:spMkLst>
        </pc:spChg>
        <pc:spChg chg="add mod">
          <ac:chgData name="Ronan Ogor" userId="473d6ea9-be06-4609-b78d-125cc115ecf4" providerId="ADAL" clId="{403BE842-08DA-449C-8451-E1B261B729ED}" dt="2025-06-16T03:04:58.635" v="5755" actId="20577"/>
          <ac:spMkLst>
            <pc:docMk/>
            <pc:sldMk cId="1054575162" sldId="4625"/>
            <ac:spMk id="28" creationId="{75DC1FF1-AAA4-2742-4B0A-0709B14DF2F7}"/>
          </ac:spMkLst>
        </pc:spChg>
        <pc:spChg chg="add mod">
          <ac:chgData name="Ronan Ogor" userId="473d6ea9-be06-4609-b78d-125cc115ecf4" providerId="ADAL" clId="{403BE842-08DA-449C-8451-E1B261B729ED}" dt="2025-06-16T05:07:46.972" v="6662"/>
          <ac:spMkLst>
            <pc:docMk/>
            <pc:sldMk cId="1054575162" sldId="4625"/>
            <ac:spMk id="30" creationId="{128773C1-9100-DD42-CAAE-4EBFC7582F56}"/>
          </ac:spMkLst>
        </pc:spChg>
        <pc:picChg chg="add mod">
          <ac:chgData name="Ronan Ogor" userId="473d6ea9-be06-4609-b78d-125cc115ecf4" providerId="ADAL" clId="{403BE842-08DA-449C-8451-E1B261B729ED}" dt="2025-06-16T03:03:56.647" v="5664" actId="1076"/>
          <ac:picMkLst>
            <pc:docMk/>
            <pc:sldMk cId="1054575162" sldId="4625"/>
            <ac:picMk id="25" creationId="{2C41558B-DC81-1473-2C13-E8642FCAE379}"/>
          </ac:picMkLst>
        </pc:picChg>
      </pc:sldChg>
      <pc:sldChg chg="addSp delSp modSp add mod">
        <pc:chgData name="Ronan Ogor" userId="473d6ea9-be06-4609-b78d-125cc115ecf4" providerId="ADAL" clId="{403BE842-08DA-449C-8451-E1B261B729ED}" dt="2025-06-17T11:17:48.932" v="12534" actId="1076"/>
        <pc:sldMkLst>
          <pc:docMk/>
          <pc:sldMk cId="206107738" sldId="4626"/>
        </pc:sldMkLst>
        <pc:spChg chg="add mod">
          <ac:chgData name="Ronan Ogor" userId="473d6ea9-be06-4609-b78d-125cc115ecf4" providerId="ADAL" clId="{403BE842-08DA-449C-8451-E1B261B729ED}" dt="2025-06-16T10:45:34.044" v="8759" actId="113"/>
          <ac:spMkLst>
            <pc:docMk/>
            <pc:sldMk cId="206107738" sldId="4626"/>
            <ac:spMk id="2" creationId="{166867AB-F80D-4DE6-2C87-DE2CA2BB0842}"/>
          </ac:spMkLst>
        </pc:spChg>
        <pc:spChg chg="add mod">
          <ac:chgData name="Ronan Ogor" userId="473d6ea9-be06-4609-b78d-125cc115ecf4" providerId="ADAL" clId="{403BE842-08DA-449C-8451-E1B261B729ED}" dt="2025-06-16T08:49:00.526" v="8083" actId="1076"/>
          <ac:spMkLst>
            <pc:docMk/>
            <pc:sldMk cId="206107738" sldId="4626"/>
            <ac:spMk id="5" creationId="{BBCD1EA3-2C00-55CA-E661-27009DF147E9}"/>
          </ac:spMkLst>
        </pc:spChg>
        <pc:spChg chg="add mod">
          <ac:chgData name="Ronan Ogor" userId="473d6ea9-be06-4609-b78d-125cc115ecf4" providerId="ADAL" clId="{403BE842-08DA-449C-8451-E1B261B729ED}" dt="2025-06-17T11:17:43.432" v="12533" actId="20577"/>
          <ac:spMkLst>
            <pc:docMk/>
            <pc:sldMk cId="206107738" sldId="4626"/>
            <ac:spMk id="6" creationId="{99EB9915-11E1-A2D0-9121-0C896BCDEDFF}"/>
          </ac:spMkLst>
        </pc:spChg>
        <pc:spChg chg="add mod">
          <ac:chgData name="Ronan Ogor" userId="473d6ea9-be06-4609-b78d-125cc115ecf4" providerId="ADAL" clId="{403BE842-08DA-449C-8451-E1B261B729ED}" dt="2025-06-15T19:08:08.238" v="4220" actId="688"/>
          <ac:spMkLst>
            <pc:docMk/>
            <pc:sldMk cId="206107738" sldId="4626"/>
            <ac:spMk id="7" creationId="{FD5BC79B-E082-2533-87C9-AAAC48BD6D16}"/>
          </ac:spMkLst>
        </pc:spChg>
        <pc:picChg chg="add mod">
          <ac:chgData name="Ronan Ogor" userId="473d6ea9-be06-4609-b78d-125cc115ecf4" providerId="ADAL" clId="{403BE842-08DA-449C-8451-E1B261B729ED}" dt="2025-06-15T17:42:07.966" v="2546"/>
          <ac:picMkLst>
            <pc:docMk/>
            <pc:sldMk cId="206107738" sldId="4626"/>
            <ac:picMk id="3" creationId="{1D89B6FB-A179-046A-5927-167EC968D36E}"/>
          </ac:picMkLst>
        </pc:picChg>
        <pc:picChg chg="add mod">
          <ac:chgData name="Ronan Ogor" userId="473d6ea9-be06-4609-b78d-125cc115ecf4" providerId="ADAL" clId="{403BE842-08DA-449C-8451-E1B261B729ED}" dt="2025-06-15T17:42:07.966" v="2546"/>
          <ac:picMkLst>
            <pc:docMk/>
            <pc:sldMk cId="206107738" sldId="4626"/>
            <ac:picMk id="4" creationId="{87C0418C-1F76-AB46-BBE7-DB09B1000CF3}"/>
          </ac:picMkLst>
        </pc:picChg>
        <pc:picChg chg="add mod">
          <ac:chgData name="Ronan Ogor" userId="473d6ea9-be06-4609-b78d-125cc115ecf4" providerId="ADAL" clId="{403BE842-08DA-449C-8451-E1B261B729ED}" dt="2025-06-16T03:18:47.237" v="6108" actId="1076"/>
          <ac:picMkLst>
            <pc:docMk/>
            <pc:sldMk cId="206107738" sldId="4626"/>
            <ac:picMk id="12" creationId="{C5B54FD2-CC95-28A7-C588-83E29F13EAF8}"/>
          </ac:picMkLst>
        </pc:picChg>
        <pc:cxnChg chg="add mod">
          <ac:chgData name="Ronan Ogor" userId="473d6ea9-be06-4609-b78d-125cc115ecf4" providerId="ADAL" clId="{403BE842-08DA-449C-8451-E1B261B729ED}" dt="2025-06-17T11:17:48.932" v="12534" actId="1076"/>
          <ac:cxnSpMkLst>
            <pc:docMk/>
            <pc:sldMk cId="206107738" sldId="4626"/>
            <ac:cxnSpMk id="14" creationId="{3D0E00CE-3114-6CB3-292E-DEFCA21EF91B}"/>
          </ac:cxnSpMkLst>
        </pc:cxnChg>
      </pc:sldChg>
      <pc:sldChg chg="add del">
        <pc:chgData name="Ronan Ogor" userId="473d6ea9-be06-4609-b78d-125cc115ecf4" providerId="ADAL" clId="{403BE842-08DA-449C-8451-E1B261B729ED}" dt="2025-06-15T15:31:44.648" v="600" actId="47"/>
        <pc:sldMkLst>
          <pc:docMk/>
          <pc:sldMk cId="3621649235" sldId="4627"/>
        </pc:sldMkLst>
      </pc:sldChg>
      <pc:sldChg chg="addSp delSp modSp add mod modAnim">
        <pc:chgData name="Ronan Ogor" userId="473d6ea9-be06-4609-b78d-125cc115ecf4" providerId="ADAL" clId="{403BE842-08DA-449C-8451-E1B261B729ED}" dt="2025-06-16T05:52:18.596" v="7163"/>
        <pc:sldMkLst>
          <pc:docMk/>
          <pc:sldMk cId="1016433437" sldId="4628"/>
        </pc:sldMkLst>
        <pc:spChg chg="mod">
          <ac:chgData name="Ronan Ogor" userId="473d6ea9-be06-4609-b78d-125cc115ecf4" providerId="ADAL" clId="{403BE842-08DA-449C-8451-E1B261B729ED}" dt="2025-06-16T05:16:13.741" v="6823" actId="1076"/>
          <ac:spMkLst>
            <pc:docMk/>
            <pc:sldMk cId="1016433437" sldId="4628"/>
            <ac:spMk id="2" creationId="{203C9102-21CA-6341-DBE9-E4FB818C2616}"/>
          </ac:spMkLst>
        </pc:spChg>
        <pc:spChg chg="add mod">
          <ac:chgData name="Ronan Ogor" userId="473d6ea9-be06-4609-b78d-125cc115ecf4" providerId="ADAL" clId="{403BE842-08DA-449C-8451-E1B261B729ED}" dt="2025-06-16T05:12:02.971" v="6760"/>
          <ac:spMkLst>
            <pc:docMk/>
            <pc:sldMk cId="1016433437" sldId="4628"/>
            <ac:spMk id="12" creationId="{18F33F9B-547E-114F-255A-24CF59CAAE8F}"/>
          </ac:spMkLst>
        </pc:spChg>
        <pc:spChg chg="add mod">
          <ac:chgData name="Ronan Ogor" userId="473d6ea9-be06-4609-b78d-125cc115ecf4" providerId="ADAL" clId="{403BE842-08DA-449C-8451-E1B261B729ED}" dt="2025-06-16T05:31:18.929" v="7102" actId="113"/>
          <ac:spMkLst>
            <pc:docMk/>
            <pc:sldMk cId="1016433437" sldId="4628"/>
            <ac:spMk id="20" creationId="{9658AAEA-EC1B-89D5-A297-768FAF1B85EA}"/>
          </ac:spMkLst>
        </pc:spChg>
        <pc:spChg chg="add mod">
          <ac:chgData name="Ronan Ogor" userId="473d6ea9-be06-4609-b78d-125cc115ecf4" providerId="ADAL" clId="{403BE842-08DA-449C-8451-E1B261B729ED}" dt="2025-06-16T05:33:35.301" v="7140" actId="5793"/>
          <ac:spMkLst>
            <pc:docMk/>
            <pc:sldMk cId="1016433437" sldId="4628"/>
            <ac:spMk id="22" creationId="{81EFDEE8-2576-A6DE-9132-5EE8ACC28B44}"/>
          </ac:spMkLst>
        </pc:spChg>
        <pc:spChg chg="add mod">
          <ac:chgData name="Ronan Ogor" userId="473d6ea9-be06-4609-b78d-125cc115ecf4" providerId="ADAL" clId="{403BE842-08DA-449C-8451-E1B261B729ED}" dt="2025-06-16T05:33:52.486" v="7147" actId="1076"/>
          <ac:spMkLst>
            <pc:docMk/>
            <pc:sldMk cId="1016433437" sldId="4628"/>
            <ac:spMk id="25" creationId="{34AB6934-CC48-AE96-3014-A948E21679EB}"/>
          </ac:spMkLst>
        </pc:spChg>
        <pc:spChg chg="add mod">
          <ac:chgData name="Ronan Ogor" userId="473d6ea9-be06-4609-b78d-125cc115ecf4" providerId="ADAL" clId="{403BE842-08DA-449C-8451-E1B261B729ED}" dt="2025-06-16T05:34:05.684" v="7153" actId="1076"/>
          <ac:spMkLst>
            <pc:docMk/>
            <pc:sldMk cId="1016433437" sldId="4628"/>
            <ac:spMk id="28" creationId="{060A4948-586E-7DBB-7E79-83ADBBD3029E}"/>
          </ac:spMkLst>
        </pc:spChg>
        <pc:picChg chg="add mod">
          <ac:chgData name="Ronan Ogor" userId="473d6ea9-be06-4609-b78d-125cc115ecf4" providerId="ADAL" clId="{403BE842-08DA-449C-8451-E1B261B729ED}" dt="2025-06-16T05:16:26.995" v="6826" actId="1076"/>
          <ac:picMkLst>
            <pc:docMk/>
            <pc:sldMk cId="1016433437" sldId="4628"/>
            <ac:picMk id="13" creationId="{B71D675C-E7B4-9F05-1968-89B8A31933E9}"/>
          </ac:picMkLst>
        </pc:picChg>
        <pc:cxnChg chg="add mod">
          <ac:chgData name="Ronan Ogor" userId="473d6ea9-be06-4609-b78d-125cc115ecf4" providerId="ADAL" clId="{403BE842-08DA-449C-8451-E1B261B729ED}" dt="2025-06-16T05:33:48.556" v="7145" actId="14100"/>
          <ac:cxnSpMkLst>
            <pc:docMk/>
            <pc:sldMk cId="1016433437" sldId="4628"/>
            <ac:cxnSpMk id="21" creationId="{FC2AC1C0-F6D9-FEBA-FE4F-25CD44D870B6}"/>
          </ac:cxnSpMkLst>
        </pc:cxnChg>
        <pc:cxnChg chg="add mod">
          <ac:chgData name="Ronan Ogor" userId="473d6ea9-be06-4609-b78d-125cc115ecf4" providerId="ADAL" clId="{403BE842-08DA-449C-8451-E1B261B729ED}" dt="2025-06-16T05:33:43.977" v="7143" actId="14100"/>
          <ac:cxnSpMkLst>
            <pc:docMk/>
            <pc:sldMk cId="1016433437" sldId="4628"/>
            <ac:cxnSpMk id="24" creationId="{315E4E92-309A-8FE5-6420-37C8C2D5FFA5}"/>
          </ac:cxnSpMkLst>
        </pc:cxnChg>
        <pc:cxnChg chg="add mod">
          <ac:chgData name="Ronan Ogor" userId="473d6ea9-be06-4609-b78d-125cc115ecf4" providerId="ADAL" clId="{403BE842-08DA-449C-8451-E1B261B729ED}" dt="2025-06-16T05:33:57.387" v="7148" actId="14100"/>
          <ac:cxnSpMkLst>
            <pc:docMk/>
            <pc:sldMk cId="1016433437" sldId="4628"/>
            <ac:cxnSpMk id="26" creationId="{805AA5A0-4491-AB98-4F21-234630288513}"/>
          </ac:cxnSpMkLst>
        </pc:cxnChg>
      </pc:sldChg>
      <pc:sldChg chg="addSp delSp modSp add mod ord modAnim">
        <pc:chgData name="Ronan Ogor" userId="473d6ea9-be06-4609-b78d-125cc115ecf4" providerId="ADAL" clId="{403BE842-08DA-449C-8451-E1B261B729ED}" dt="2025-06-16T10:10:22.063" v="8539"/>
        <pc:sldMkLst>
          <pc:docMk/>
          <pc:sldMk cId="260834646" sldId="4629"/>
        </pc:sldMkLst>
        <pc:spChg chg="add mod">
          <ac:chgData name="Ronan Ogor" userId="473d6ea9-be06-4609-b78d-125cc115ecf4" providerId="ADAL" clId="{403BE842-08DA-449C-8451-E1B261B729ED}" dt="2025-06-16T10:10:22.063" v="8539"/>
          <ac:spMkLst>
            <pc:docMk/>
            <pc:sldMk cId="260834646" sldId="4629"/>
            <ac:spMk id="2" creationId="{50E0D504-EDE4-FDE1-18EC-254DDA738E96}"/>
          </ac:spMkLst>
        </pc:spChg>
        <pc:spChg chg="add mod">
          <ac:chgData name="Ronan Ogor" userId="473d6ea9-be06-4609-b78d-125cc115ecf4" providerId="ADAL" clId="{403BE842-08DA-449C-8451-E1B261B729ED}" dt="2025-06-15T16:21:09.745" v="1368" actId="1076"/>
          <ac:spMkLst>
            <pc:docMk/>
            <pc:sldMk cId="260834646" sldId="4629"/>
            <ac:spMk id="3" creationId="{620A1149-61B1-2C4A-5A66-6E51F74A8465}"/>
          </ac:spMkLst>
        </pc:spChg>
        <pc:spChg chg="add mod">
          <ac:chgData name="Ronan Ogor" userId="473d6ea9-be06-4609-b78d-125cc115ecf4" providerId="ADAL" clId="{403BE842-08DA-449C-8451-E1B261B729ED}" dt="2025-06-15T16:21:09.745" v="1368" actId="1076"/>
          <ac:spMkLst>
            <pc:docMk/>
            <pc:sldMk cId="260834646" sldId="4629"/>
            <ac:spMk id="6" creationId="{399A1D94-F559-C8E5-50C6-7ADC981479DC}"/>
          </ac:spMkLst>
        </pc:spChg>
        <pc:spChg chg="add mod">
          <ac:chgData name="Ronan Ogor" userId="473d6ea9-be06-4609-b78d-125cc115ecf4" providerId="ADAL" clId="{403BE842-08DA-449C-8451-E1B261B729ED}" dt="2025-06-15T16:21:09.745" v="1368" actId="1076"/>
          <ac:spMkLst>
            <pc:docMk/>
            <pc:sldMk cId="260834646" sldId="4629"/>
            <ac:spMk id="8" creationId="{43F12FB5-4D11-8F30-245A-C15E96483B41}"/>
          </ac:spMkLst>
        </pc:spChg>
        <pc:spChg chg="add mod">
          <ac:chgData name="Ronan Ogor" userId="473d6ea9-be06-4609-b78d-125cc115ecf4" providerId="ADAL" clId="{403BE842-08DA-449C-8451-E1B261B729ED}" dt="2025-06-15T16:21:09.745" v="1368" actId="1076"/>
          <ac:spMkLst>
            <pc:docMk/>
            <pc:sldMk cId="260834646" sldId="4629"/>
            <ac:spMk id="10" creationId="{23536A22-8FDB-D851-1052-6D5BC1A8FABE}"/>
          </ac:spMkLst>
        </pc:spChg>
        <pc:spChg chg="add mod">
          <ac:chgData name="Ronan Ogor" userId="473d6ea9-be06-4609-b78d-125cc115ecf4" providerId="ADAL" clId="{403BE842-08DA-449C-8451-E1B261B729ED}" dt="2025-06-16T02:41:01.557" v="5175" actId="1076"/>
          <ac:spMkLst>
            <pc:docMk/>
            <pc:sldMk cId="260834646" sldId="4629"/>
            <ac:spMk id="12" creationId="{E3093A8C-00FE-579D-A9FE-BD3B18BBE80B}"/>
          </ac:spMkLst>
        </pc:spChg>
        <pc:spChg chg="add mod">
          <ac:chgData name="Ronan Ogor" userId="473d6ea9-be06-4609-b78d-125cc115ecf4" providerId="ADAL" clId="{403BE842-08DA-449C-8451-E1B261B729ED}" dt="2025-06-16T05:07:48.989" v="6664"/>
          <ac:spMkLst>
            <pc:docMk/>
            <pc:sldMk cId="260834646" sldId="4629"/>
            <ac:spMk id="14" creationId="{973A0A31-28E7-9440-CAA4-33D264B5589C}"/>
          </ac:spMkLst>
        </pc:spChg>
        <pc:cxnChg chg="add mod">
          <ac:chgData name="Ronan Ogor" userId="473d6ea9-be06-4609-b78d-125cc115ecf4" providerId="ADAL" clId="{403BE842-08DA-449C-8451-E1B261B729ED}" dt="2025-06-15T16:21:09.745" v="1368" actId="1076"/>
          <ac:cxnSpMkLst>
            <pc:docMk/>
            <pc:sldMk cId="260834646" sldId="4629"/>
            <ac:cxnSpMk id="4" creationId="{68E85BFE-BEBF-4050-C727-2790A73A6959}"/>
          </ac:cxnSpMkLst>
        </pc:cxnChg>
        <pc:cxnChg chg="add mod">
          <ac:chgData name="Ronan Ogor" userId="473d6ea9-be06-4609-b78d-125cc115ecf4" providerId="ADAL" clId="{403BE842-08DA-449C-8451-E1B261B729ED}" dt="2025-06-15T16:21:09.745" v="1368" actId="1076"/>
          <ac:cxnSpMkLst>
            <pc:docMk/>
            <pc:sldMk cId="260834646" sldId="4629"/>
            <ac:cxnSpMk id="5" creationId="{70BC8144-D90D-CC86-59ED-3B6BC0C18A4F}"/>
          </ac:cxnSpMkLst>
        </pc:cxnChg>
        <pc:cxnChg chg="add mod">
          <ac:chgData name="Ronan Ogor" userId="473d6ea9-be06-4609-b78d-125cc115ecf4" providerId="ADAL" clId="{403BE842-08DA-449C-8451-E1B261B729ED}" dt="2025-06-15T16:21:09.745" v="1368" actId="1076"/>
          <ac:cxnSpMkLst>
            <pc:docMk/>
            <pc:sldMk cId="260834646" sldId="4629"/>
            <ac:cxnSpMk id="7" creationId="{D00A21FC-C9A3-ADB0-312D-A5F9C943DFFE}"/>
          </ac:cxnSpMkLst>
        </pc:cxnChg>
        <pc:cxnChg chg="add mod">
          <ac:chgData name="Ronan Ogor" userId="473d6ea9-be06-4609-b78d-125cc115ecf4" providerId="ADAL" clId="{403BE842-08DA-449C-8451-E1B261B729ED}" dt="2025-06-15T16:21:09.745" v="1368" actId="1076"/>
          <ac:cxnSpMkLst>
            <pc:docMk/>
            <pc:sldMk cId="260834646" sldId="4629"/>
            <ac:cxnSpMk id="9" creationId="{DFFFFF91-BB35-B588-8155-DC520DAEA4E5}"/>
          </ac:cxnSpMkLst>
        </pc:cxnChg>
      </pc:sldChg>
      <pc:sldChg chg="addSp delSp modSp add mod ord">
        <pc:chgData name="Ronan Ogor" userId="473d6ea9-be06-4609-b78d-125cc115ecf4" providerId="ADAL" clId="{403BE842-08DA-449C-8451-E1B261B729ED}" dt="2025-06-16T10:10:16.544" v="8535"/>
        <pc:sldMkLst>
          <pc:docMk/>
          <pc:sldMk cId="1090829307" sldId="4630"/>
        </pc:sldMkLst>
        <pc:spChg chg="add mod">
          <ac:chgData name="Ronan Ogor" userId="473d6ea9-be06-4609-b78d-125cc115ecf4" providerId="ADAL" clId="{403BE842-08DA-449C-8451-E1B261B729ED}" dt="2025-06-16T03:01:28.630" v="5631" actId="14100"/>
          <ac:spMkLst>
            <pc:docMk/>
            <pc:sldMk cId="1090829307" sldId="4630"/>
            <ac:spMk id="2" creationId="{6389E867-5B1B-B45B-CC7C-6B0484F7F188}"/>
          </ac:spMkLst>
        </pc:spChg>
        <pc:spChg chg="add mod">
          <ac:chgData name="Ronan Ogor" userId="473d6ea9-be06-4609-b78d-125cc115ecf4" providerId="ADAL" clId="{403BE842-08DA-449C-8451-E1B261B729ED}" dt="2025-06-16T02:40:32.847" v="5162" actId="403"/>
          <ac:spMkLst>
            <pc:docMk/>
            <pc:sldMk cId="1090829307" sldId="4630"/>
            <ac:spMk id="3" creationId="{4857E521-14D4-1BE1-C10C-1630324F2BD9}"/>
          </ac:spMkLst>
        </pc:spChg>
        <pc:spChg chg="add mod">
          <ac:chgData name="Ronan Ogor" userId="473d6ea9-be06-4609-b78d-125cc115ecf4" providerId="ADAL" clId="{403BE842-08DA-449C-8451-E1B261B729ED}" dt="2025-06-16T10:10:16.544" v="8535"/>
          <ac:spMkLst>
            <pc:docMk/>
            <pc:sldMk cId="1090829307" sldId="4630"/>
            <ac:spMk id="5" creationId="{DFA9ECE6-6D53-6B36-8736-A791383B37FA}"/>
          </ac:spMkLst>
        </pc:spChg>
        <pc:spChg chg="add mod">
          <ac:chgData name="Ronan Ogor" userId="473d6ea9-be06-4609-b78d-125cc115ecf4" providerId="ADAL" clId="{403BE842-08DA-449C-8451-E1B261B729ED}" dt="2025-06-16T02:57:44.220" v="5550" actId="1076"/>
          <ac:spMkLst>
            <pc:docMk/>
            <pc:sldMk cId="1090829307" sldId="4630"/>
            <ac:spMk id="7" creationId="{9D705303-4E7B-793D-526E-573C9D95BCA4}"/>
          </ac:spMkLst>
        </pc:spChg>
        <pc:spChg chg="add mod">
          <ac:chgData name="Ronan Ogor" userId="473d6ea9-be06-4609-b78d-125cc115ecf4" providerId="ADAL" clId="{403BE842-08DA-449C-8451-E1B261B729ED}" dt="2025-06-15T16:58:19.496" v="1765"/>
          <ac:spMkLst>
            <pc:docMk/>
            <pc:sldMk cId="1090829307" sldId="4630"/>
            <ac:spMk id="12" creationId="{60C7C151-6F19-58ED-9211-6B2EB2AB0910}"/>
          </ac:spMkLst>
        </pc:spChg>
        <pc:spChg chg="add mod">
          <ac:chgData name="Ronan Ogor" userId="473d6ea9-be06-4609-b78d-125cc115ecf4" providerId="ADAL" clId="{403BE842-08DA-449C-8451-E1B261B729ED}" dt="2025-06-16T02:59:38.630" v="5615" actId="14100"/>
          <ac:spMkLst>
            <pc:docMk/>
            <pc:sldMk cId="1090829307" sldId="4630"/>
            <ac:spMk id="14" creationId="{A435DF9C-46D0-8BCF-B74B-60C15BF348AF}"/>
          </ac:spMkLst>
        </pc:spChg>
        <pc:spChg chg="add mod">
          <ac:chgData name="Ronan Ogor" userId="473d6ea9-be06-4609-b78d-125cc115ecf4" providerId="ADAL" clId="{403BE842-08DA-449C-8451-E1B261B729ED}" dt="2025-06-16T05:07:42.838" v="6658" actId="1076"/>
          <ac:spMkLst>
            <pc:docMk/>
            <pc:sldMk cId="1090829307" sldId="4630"/>
            <ac:spMk id="29" creationId="{AF150044-B065-ED7E-EB7C-003159EB4D8E}"/>
          </ac:spMkLst>
        </pc:spChg>
        <pc:picChg chg="add mod">
          <ac:chgData name="Ronan Ogor" userId="473d6ea9-be06-4609-b78d-125cc115ecf4" providerId="ADAL" clId="{403BE842-08DA-449C-8451-E1B261B729ED}" dt="2025-06-16T03:03:44.437" v="5661" actId="1076"/>
          <ac:picMkLst>
            <pc:docMk/>
            <pc:sldMk cId="1090829307" sldId="4630"/>
            <ac:picMk id="23" creationId="{08926FE9-BA29-242B-A48B-88B8D202BF66}"/>
          </ac:picMkLst>
        </pc:picChg>
        <pc:picChg chg="add mod">
          <ac:chgData name="Ronan Ogor" userId="473d6ea9-be06-4609-b78d-125cc115ecf4" providerId="ADAL" clId="{403BE842-08DA-449C-8451-E1B261B729ED}" dt="2025-06-16T02:59:41.852" v="5616" actId="1076"/>
          <ac:picMkLst>
            <pc:docMk/>
            <pc:sldMk cId="1090829307" sldId="4630"/>
            <ac:picMk id="24" creationId="{14FA1473-75B4-0B9D-4629-B5DAAFE7910B}"/>
          </ac:picMkLst>
        </pc:picChg>
      </pc:sldChg>
      <pc:sldChg chg="addSp delSp modSp add mod">
        <pc:chgData name="Ronan Ogor" userId="473d6ea9-be06-4609-b78d-125cc115ecf4" providerId="ADAL" clId="{403BE842-08DA-449C-8451-E1B261B729ED}" dt="2025-06-16T10:10:13.943" v="8533"/>
        <pc:sldMkLst>
          <pc:docMk/>
          <pc:sldMk cId="1764722221" sldId="4631"/>
        </pc:sldMkLst>
        <pc:spChg chg="add mod">
          <ac:chgData name="Ronan Ogor" userId="473d6ea9-be06-4609-b78d-125cc115ecf4" providerId="ADAL" clId="{403BE842-08DA-449C-8451-E1B261B729ED}" dt="2025-06-16T08:49:49.918" v="8107" actId="20577"/>
          <ac:spMkLst>
            <pc:docMk/>
            <pc:sldMk cId="1764722221" sldId="4631"/>
            <ac:spMk id="2" creationId="{75CF81FD-8585-20AC-9BE7-BC784328F4BE}"/>
          </ac:spMkLst>
        </pc:spChg>
        <pc:spChg chg="add mod">
          <ac:chgData name="Ronan Ogor" userId="473d6ea9-be06-4609-b78d-125cc115ecf4" providerId="ADAL" clId="{403BE842-08DA-449C-8451-E1B261B729ED}" dt="2025-06-16T08:20:35.206" v="7413" actId="1076"/>
          <ac:spMkLst>
            <pc:docMk/>
            <pc:sldMk cId="1764722221" sldId="4631"/>
            <ac:spMk id="5" creationId="{55F1AC86-8C0A-3284-3BB9-CA1408D64E36}"/>
          </ac:spMkLst>
        </pc:spChg>
        <pc:spChg chg="add mod">
          <ac:chgData name="Ronan Ogor" userId="473d6ea9-be06-4609-b78d-125cc115ecf4" providerId="ADAL" clId="{403BE842-08DA-449C-8451-E1B261B729ED}" dt="2025-06-16T10:10:13.943" v="8533"/>
          <ac:spMkLst>
            <pc:docMk/>
            <pc:sldMk cId="1764722221" sldId="4631"/>
            <ac:spMk id="6" creationId="{660167EF-14B0-E8A1-2072-769135890022}"/>
          </ac:spMkLst>
        </pc:spChg>
        <pc:spChg chg="add mod">
          <ac:chgData name="Ronan Ogor" userId="473d6ea9-be06-4609-b78d-125cc115ecf4" providerId="ADAL" clId="{403BE842-08DA-449C-8451-E1B261B729ED}" dt="2025-06-16T08:28:19.155" v="7418" actId="1076"/>
          <ac:spMkLst>
            <pc:docMk/>
            <pc:sldMk cId="1764722221" sldId="4631"/>
            <ac:spMk id="7" creationId="{37F06B89-3012-2926-DF6B-6D86584F28C0}"/>
          </ac:spMkLst>
        </pc:spChg>
        <pc:spChg chg="add mod">
          <ac:chgData name="Ronan Ogor" userId="473d6ea9-be06-4609-b78d-125cc115ecf4" providerId="ADAL" clId="{403BE842-08DA-449C-8451-E1B261B729ED}" dt="2025-06-16T08:28:22.414" v="7419" actId="1076"/>
          <ac:spMkLst>
            <pc:docMk/>
            <pc:sldMk cId="1764722221" sldId="4631"/>
            <ac:spMk id="18" creationId="{5DDD0C1D-C3DF-B98F-3816-2569037B3A1E}"/>
          </ac:spMkLst>
        </pc:spChg>
        <pc:spChg chg="add mod">
          <ac:chgData name="Ronan Ogor" userId="473d6ea9-be06-4609-b78d-125cc115ecf4" providerId="ADAL" clId="{403BE842-08DA-449C-8451-E1B261B729ED}" dt="2025-06-16T08:28:22.414" v="7419" actId="1076"/>
          <ac:spMkLst>
            <pc:docMk/>
            <pc:sldMk cId="1764722221" sldId="4631"/>
            <ac:spMk id="25" creationId="{DC3F6285-C654-5D22-8601-F025D7C688A5}"/>
          </ac:spMkLst>
        </pc:spChg>
        <pc:spChg chg="add mod">
          <ac:chgData name="Ronan Ogor" userId="473d6ea9-be06-4609-b78d-125cc115ecf4" providerId="ADAL" clId="{403BE842-08DA-449C-8451-E1B261B729ED}" dt="2025-06-16T08:28:22.414" v="7419" actId="1076"/>
          <ac:spMkLst>
            <pc:docMk/>
            <pc:sldMk cId="1764722221" sldId="4631"/>
            <ac:spMk id="27" creationId="{F264A25F-CF64-A328-E9FB-16A60DBEEFB9}"/>
          </ac:spMkLst>
        </pc:spChg>
        <pc:spChg chg="add mod">
          <ac:chgData name="Ronan Ogor" userId="473d6ea9-be06-4609-b78d-125cc115ecf4" providerId="ADAL" clId="{403BE842-08DA-449C-8451-E1B261B729ED}" dt="2025-06-16T04:53:53.567" v="6501"/>
          <ac:spMkLst>
            <pc:docMk/>
            <pc:sldMk cId="1764722221" sldId="4631"/>
            <ac:spMk id="30" creationId="{106F4E84-0B97-2AFC-3454-27734B64E247}"/>
          </ac:spMkLst>
        </pc:spChg>
        <pc:picChg chg="add mod">
          <ac:chgData name="Ronan Ogor" userId="473d6ea9-be06-4609-b78d-125cc115ecf4" providerId="ADAL" clId="{403BE842-08DA-449C-8451-E1B261B729ED}" dt="2025-06-16T08:20:35.206" v="7413" actId="1076"/>
          <ac:picMkLst>
            <pc:docMk/>
            <pc:sldMk cId="1764722221" sldId="4631"/>
            <ac:picMk id="17" creationId="{5B1D2749-3C23-BE78-7B4D-D569FBE50858}"/>
          </ac:picMkLst>
        </pc:picChg>
        <pc:picChg chg="add mod">
          <ac:chgData name="Ronan Ogor" userId="473d6ea9-be06-4609-b78d-125cc115ecf4" providerId="ADAL" clId="{403BE842-08DA-449C-8451-E1B261B729ED}" dt="2025-06-16T08:20:35.206" v="7413" actId="1076"/>
          <ac:picMkLst>
            <pc:docMk/>
            <pc:sldMk cId="1764722221" sldId="4631"/>
            <ac:picMk id="26" creationId="{584AB132-45DE-33BC-2161-7C783F9F82F8}"/>
          </ac:picMkLst>
        </pc:picChg>
        <pc:cxnChg chg="add mod">
          <ac:chgData name="Ronan Ogor" userId="473d6ea9-be06-4609-b78d-125cc115ecf4" providerId="ADAL" clId="{403BE842-08DA-449C-8451-E1B261B729ED}" dt="2025-06-16T08:20:35.206" v="7413" actId="1076"/>
          <ac:cxnSpMkLst>
            <pc:docMk/>
            <pc:sldMk cId="1764722221" sldId="4631"/>
            <ac:cxnSpMk id="21" creationId="{0C00C28F-60D2-F4A2-DF71-6D923A4F4BCC}"/>
          </ac:cxnSpMkLst>
        </pc:cxnChg>
        <pc:cxnChg chg="add mod">
          <ac:chgData name="Ronan Ogor" userId="473d6ea9-be06-4609-b78d-125cc115ecf4" providerId="ADAL" clId="{403BE842-08DA-449C-8451-E1B261B729ED}" dt="2025-06-16T08:20:35.206" v="7413" actId="1076"/>
          <ac:cxnSpMkLst>
            <pc:docMk/>
            <pc:sldMk cId="1764722221" sldId="4631"/>
            <ac:cxnSpMk id="23" creationId="{384A1951-5BA4-BAA5-68F4-61C77C28BD3F}"/>
          </ac:cxnSpMkLst>
        </pc:cxnChg>
        <pc:cxnChg chg="add mod">
          <ac:chgData name="Ronan Ogor" userId="473d6ea9-be06-4609-b78d-125cc115ecf4" providerId="ADAL" clId="{403BE842-08DA-449C-8451-E1B261B729ED}" dt="2025-06-16T08:20:35.206" v="7413" actId="1076"/>
          <ac:cxnSpMkLst>
            <pc:docMk/>
            <pc:sldMk cId="1764722221" sldId="4631"/>
            <ac:cxnSpMk id="29" creationId="{6E128312-85F9-042C-10A2-CDAFB5F16EEB}"/>
          </ac:cxnSpMkLst>
        </pc:cxnChg>
      </pc:sldChg>
      <pc:sldChg chg="addSp delSp modSp add mod">
        <pc:chgData name="Ronan Ogor" userId="473d6ea9-be06-4609-b78d-125cc115ecf4" providerId="ADAL" clId="{403BE842-08DA-449C-8451-E1B261B729ED}" dt="2025-06-16T05:07:50.862" v="6666"/>
        <pc:sldMkLst>
          <pc:docMk/>
          <pc:sldMk cId="988720360" sldId="4632"/>
        </pc:sldMkLst>
        <pc:spChg chg="mod">
          <ac:chgData name="Ronan Ogor" userId="473d6ea9-be06-4609-b78d-125cc115ecf4" providerId="ADAL" clId="{403BE842-08DA-449C-8451-E1B261B729ED}" dt="2025-06-16T02:55:55.557" v="5511" actId="1076"/>
          <ac:spMkLst>
            <pc:docMk/>
            <pc:sldMk cId="988720360" sldId="4632"/>
            <ac:spMk id="4" creationId="{1647003C-C02C-5D0F-89C3-49B650A2F2F0}"/>
          </ac:spMkLst>
        </pc:spChg>
        <pc:spChg chg="mod">
          <ac:chgData name="Ronan Ogor" userId="473d6ea9-be06-4609-b78d-125cc115ecf4" providerId="ADAL" clId="{403BE842-08DA-449C-8451-E1B261B729ED}" dt="2025-06-15T16:11:37.007" v="1294" actId="1076"/>
          <ac:spMkLst>
            <pc:docMk/>
            <pc:sldMk cId="988720360" sldId="4632"/>
            <ac:spMk id="5" creationId="{CB4E1A7D-2456-19C5-9048-ADABA0E85CBB}"/>
          </ac:spMkLst>
        </pc:spChg>
        <pc:spChg chg="mod">
          <ac:chgData name="Ronan Ogor" userId="473d6ea9-be06-4609-b78d-125cc115ecf4" providerId="ADAL" clId="{403BE842-08DA-449C-8451-E1B261B729ED}" dt="2025-06-15T16:11:37.007" v="1294" actId="1076"/>
          <ac:spMkLst>
            <pc:docMk/>
            <pc:sldMk cId="988720360" sldId="4632"/>
            <ac:spMk id="7" creationId="{27D4F277-3B5A-7BC3-83C1-D3E2CDB3B30B}"/>
          </ac:spMkLst>
        </pc:spChg>
        <pc:spChg chg="mod">
          <ac:chgData name="Ronan Ogor" userId="473d6ea9-be06-4609-b78d-125cc115ecf4" providerId="ADAL" clId="{403BE842-08DA-449C-8451-E1B261B729ED}" dt="2025-06-15T16:11:37.007" v="1294" actId="1076"/>
          <ac:spMkLst>
            <pc:docMk/>
            <pc:sldMk cId="988720360" sldId="4632"/>
            <ac:spMk id="8" creationId="{79D3C568-A748-1AA2-E86C-F258655FAB93}"/>
          </ac:spMkLst>
        </pc:spChg>
        <pc:spChg chg="mod">
          <ac:chgData name="Ronan Ogor" userId="473d6ea9-be06-4609-b78d-125cc115ecf4" providerId="ADAL" clId="{403BE842-08DA-449C-8451-E1B261B729ED}" dt="2025-06-15T16:11:37.007" v="1294" actId="1076"/>
          <ac:spMkLst>
            <pc:docMk/>
            <pc:sldMk cId="988720360" sldId="4632"/>
            <ac:spMk id="9" creationId="{82E3817C-D033-93A7-8475-E02D2E4E54AD}"/>
          </ac:spMkLst>
        </pc:spChg>
        <pc:spChg chg="mod">
          <ac:chgData name="Ronan Ogor" userId="473d6ea9-be06-4609-b78d-125cc115ecf4" providerId="ADAL" clId="{403BE842-08DA-449C-8451-E1B261B729ED}" dt="2025-06-15T16:11:37.007" v="1294" actId="1076"/>
          <ac:spMkLst>
            <pc:docMk/>
            <pc:sldMk cId="988720360" sldId="4632"/>
            <ac:spMk id="10" creationId="{C54945F5-4E3C-EADF-3747-08D7DC929AA6}"/>
          </ac:spMkLst>
        </pc:spChg>
        <pc:spChg chg="mod">
          <ac:chgData name="Ronan Ogor" userId="473d6ea9-be06-4609-b78d-125cc115ecf4" providerId="ADAL" clId="{403BE842-08DA-449C-8451-E1B261B729ED}" dt="2025-06-15T16:11:37.007" v="1294" actId="1076"/>
          <ac:spMkLst>
            <pc:docMk/>
            <pc:sldMk cId="988720360" sldId="4632"/>
            <ac:spMk id="11" creationId="{3A34219C-23D7-7419-61C8-23568B13B0E4}"/>
          </ac:spMkLst>
        </pc:spChg>
        <pc:spChg chg="mod">
          <ac:chgData name="Ronan Ogor" userId="473d6ea9-be06-4609-b78d-125cc115ecf4" providerId="ADAL" clId="{403BE842-08DA-449C-8451-E1B261B729ED}" dt="2025-06-15T16:11:37.007" v="1294" actId="1076"/>
          <ac:spMkLst>
            <pc:docMk/>
            <pc:sldMk cId="988720360" sldId="4632"/>
            <ac:spMk id="14" creationId="{37FEABD6-5A81-B8D3-A82E-16EA03FD70A5}"/>
          </ac:spMkLst>
        </pc:spChg>
        <pc:spChg chg="add mod">
          <ac:chgData name="Ronan Ogor" userId="473d6ea9-be06-4609-b78d-125cc115ecf4" providerId="ADAL" clId="{403BE842-08DA-449C-8451-E1B261B729ED}" dt="2025-06-15T16:11:37.007" v="1294" actId="1076"/>
          <ac:spMkLst>
            <pc:docMk/>
            <pc:sldMk cId="988720360" sldId="4632"/>
            <ac:spMk id="19" creationId="{13B7C581-0F22-4C55-A223-62787266C114}"/>
          </ac:spMkLst>
        </pc:spChg>
        <pc:spChg chg="add mod">
          <ac:chgData name="Ronan Ogor" userId="473d6ea9-be06-4609-b78d-125cc115ecf4" providerId="ADAL" clId="{403BE842-08DA-449C-8451-E1B261B729ED}" dt="2025-06-15T16:11:37.007" v="1294" actId="1076"/>
          <ac:spMkLst>
            <pc:docMk/>
            <pc:sldMk cId="988720360" sldId="4632"/>
            <ac:spMk id="20" creationId="{F7C12570-1220-276B-2E81-DA1907EE4B77}"/>
          </ac:spMkLst>
        </pc:spChg>
        <pc:spChg chg="add mod">
          <ac:chgData name="Ronan Ogor" userId="473d6ea9-be06-4609-b78d-125cc115ecf4" providerId="ADAL" clId="{403BE842-08DA-449C-8451-E1B261B729ED}" dt="2025-06-16T02:55:48.828" v="5508" actId="1076"/>
          <ac:spMkLst>
            <pc:docMk/>
            <pc:sldMk cId="988720360" sldId="4632"/>
            <ac:spMk id="22" creationId="{651069AE-2CF0-A083-848D-48B81089345F}"/>
          </ac:spMkLst>
        </pc:spChg>
        <pc:spChg chg="add mod">
          <ac:chgData name="Ronan Ogor" userId="473d6ea9-be06-4609-b78d-125cc115ecf4" providerId="ADAL" clId="{403BE842-08DA-449C-8451-E1B261B729ED}" dt="2025-06-16T05:07:50.862" v="6666"/>
          <ac:spMkLst>
            <pc:docMk/>
            <pc:sldMk cId="988720360" sldId="4632"/>
            <ac:spMk id="24" creationId="{2B9F66D0-E07C-83A8-9510-A65845FEF7CC}"/>
          </ac:spMkLst>
        </pc:spChg>
        <pc:picChg chg="add mod">
          <ac:chgData name="Ronan Ogor" userId="473d6ea9-be06-4609-b78d-125cc115ecf4" providerId="ADAL" clId="{403BE842-08DA-449C-8451-E1B261B729ED}" dt="2025-06-15T15:54:58.310" v="1040" actId="1076"/>
          <ac:picMkLst>
            <pc:docMk/>
            <pc:sldMk cId="988720360" sldId="4632"/>
            <ac:picMk id="2" creationId="{75AC3ECF-57DB-9030-EF08-237985206E9C}"/>
          </ac:picMkLst>
        </pc:picChg>
        <pc:cxnChg chg="add mod">
          <ac:chgData name="Ronan Ogor" userId="473d6ea9-be06-4609-b78d-125cc115ecf4" providerId="ADAL" clId="{403BE842-08DA-449C-8451-E1B261B729ED}" dt="2025-06-15T15:55:31.167" v="1048" actId="14100"/>
          <ac:cxnSpMkLst>
            <pc:docMk/>
            <pc:sldMk cId="988720360" sldId="4632"/>
            <ac:cxnSpMk id="16" creationId="{A4E9395B-3002-A3BA-4743-526FFD339850}"/>
          </ac:cxnSpMkLst>
        </pc:cxnChg>
      </pc:sldChg>
      <pc:sldChg chg="addSp delSp modSp add mod delAnim modAnim">
        <pc:chgData name="Ronan Ogor" userId="473d6ea9-be06-4609-b78d-125cc115ecf4" providerId="ADAL" clId="{403BE842-08DA-449C-8451-E1B261B729ED}" dt="2025-06-16T10:10:17.499" v="8536"/>
        <pc:sldMkLst>
          <pc:docMk/>
          <pc:sldMk cId="3688774395" sldId="4633"/>
        </pc:sldMkLst>
        <pc:spChg chg="mod">
          <ac:chgData name="Ronan Ogor" userId="473d6ea9-be06-4609-b78d-125cc115ecf4" providerId="ADAL" clId="{403BE842-08DA-449C-8451-E1B261B729ED}" dt="2025-06-16T03:06:37.864" v="5767" actId="207"/>
          <ac:spMkLst>
            <pc:docMk/>
            <pc:sldMk cId="3688774395" sldId="4633"/>
            <ac:spMk id="2" creationId="{FE5AF676-3223-7611-4703-9472A05F48DA}"/>
          </ac:spMkLst>
        </pc:spChg>
        <pc:spChg chg="add mod">
          <ac:chgData name="Ronan Ogor" userId="473d6ea9-be06-4609-b78d-125cc115ecf4" providerId="ADAL" clId="{403BE842-08DA-449C-8451-E1B261B729ED}" dt="2025-06-16T03:01:34.918" v="5634" actId="14100"/>
          <ac:spMkLst>
            <pc:docMk/>
            <pc:sldMk cId="3688774395" sldId="4633"/>
            <ac:spMk id="7" creationId="{EC0C758B-F1DD-A893-7089-491EE773F2BB}"/>
          </ac:spMkLst>
        </pc:spChg>
        <pc:spChg chg="add mod">
          <ac:chgData name="Ronan Ogor" userId="473d6ea9-be06-4609-b78d-125cc115ecf4" providerId="ADAL" clId="{403BE842-08DA-449C-8451-E1B261B729ED}" dt="2025-06-16T10:10:17.499" v="8536"/>
          <ac:spMkLst>
            <pc:docMk/>
            <pc:sldMk cId="3688774395" sldId="4633"/>
            <ac:spMk id="9" creationId="{411497E8-5D96-A2A4-7DEC-0B6C25819037}"/>
          </ac:spMkLst>
        </pc:spChg>
        <pc:spChg chg="add mod">
          <ac:chgData name="Ronan Ogor" userId="473d6ea9-be06-4609-b78d-125cc115ecf4" providerId="ADAL" clId="{403BE842-08DA-449C-8451-E1B261B729ED}" dt="2025-06-16T02:40:49.909" v="5169" actId="1076"/>
          <ac:spMkLst>
            <pc:docMk/>
            <pc:sldMk cId="3688774395" sldId="4633"/>
            <ac:spMk id="18" creationId="{7E4BEC14-121E-8749-E71D-B36CC26D4636}"/>
          </ac:spMkLst>
        </pc:spChg>
        <pc:spChg chg="add mod">
          <ac:chgData name="Ronan Ogor" userId="473d6ea9-be06-4609-b78d-125cc115ecf4" providerId="ADAL" clId="{403BE842-08DA-449C-8451-E1B261B729ED}" dt="2025-06-15T16:41:57.012" v="1593"/>
          <ac:spMkLst>
            <pc:docMk/>
            <pc:sldMk cId="3688774395" sldId="4633"/>
            <ac:spMk id="21" creationId="{2DCCADD1-3720-F5F0-D1D9-6B9B69B09500}"/>
          </ac:spMkLst>
        </pc:spChg>
        <pc:spChg chg="add mod">
          <ac:chgData name="Ronan Ogor" userId="473d6ea9-be06-4609-b78d-125cc115ecf4" providerId="ADAL" clId="{403BE842-08DA-449C-8451-E1B261B729ED}" dt="2025-06-16T03:06:27.828" v="5766" actId="1076"/>
          <ac:spMkLst>
            <pc:docMk/>
            <pc:sldMk cId="3688774395" sldId="4633"/>
            <ac:spMk id="23" creationId="{E01C6719-7E6E-1E48-0806-7B35FDCABE87}"/>
          </ac:spMkLst>
        </pc:spChg>
        <pc:spChg chg="add mod">
          <ac:chgData name="Ronan Ogor" userId="473d6ea9-be06-4609-b78d-125cc115ecf4" providerId="ADAL" clId="{403BE842-08DA-449C-8451-E1B261B729ED}" dt="2025-06-16T05:07:44.820" v="6660"/>
          <ac:spMkLst>
            <pc:docMk/>
            <pc:sldMk cId="3688774395" sldId="4633"/>
            <ac:spMk id="27" creationId="{3910417C-3850-6154-3570-7BB4CFC41900}"/>
          </ac:spMkLst>
        </pc:spChg>
        <pc:picChg chg="add mod">
          <ac:chgData name="Ronan Ogor" userId="473d6ea9-be06-4609-b78d-125cc115ecf4" providerId="ADAL" clId="{403BE842-08DA-449C-8451-E1B261B729ED}" dt="2025-06-16T03:06:27.828" v="5766" actId="1076"/>
          <ac:picMkLst>
            <pc:docMk/>
            <pc:sldMk cId="3688774395" sldId="4633"/>
            <ac:picMk id="24" creationId="{4CC81403-8E64-6B1A-7182-19E37887C51B}"/>
          </ac:picMkLst>
        </pc:picChg>
      </pc:sldChg>
      <pc:sldChg chg="addSp delSp modSp add mod">
        <pc:chgData name="Ronan Ogor" userId="473d6ea9-be06-4609-b78d-125cc115ecf4" providerId="ADAL" clId="{403BE842-08DA-449C-8451-E1B261B729ED}" dt="2025-06-16T10:10:15.248" v="8534"/>
        <pc:sldMkLst>
          <pc:docMk/>
          <pc:sldMk cId="1194134351" sldId="4634"/>
        </pc:sldMkLst>
        <pc:spChg chg="mod">
          <ac:chgData name="Ronan Ogor" userId="473d6ea9-be06-4609-b78d-125cc115ecf4" providerId="ADAL" clId="{403BE842-08DA-449C-8451-E1B261B729ED}" dt="2025-06-16T03:06:59.953" v="5768" actId="207"/>
          <ac:spMkLst>
            <pc:docMk/>
            <pc:sldMk cId="1194134351" sldId="4634"/>
            <ac:spMk id="2" creationId="{1AB207E9-FBDE-0F5E-4E66-7A577C676226}"/>
          </ac:spMkLst>
        </pc:spChg>
        <pc:spChg chg="add mod">
          <ac:chgData name="Ronan Ogor" userId="473d6ea9-be06-4609-b78d-125cc115ecf4" providerId="ADAL" clId="{403BE842-08DA-449C-8451-E1B261B729ED}" dt="2025-06-16T03:03:02.356" v="5657" actId="1076"/>
          <ac:spMkLst>
            <pc:docMk/>
            <pc:sldMk cId="1194134351" sldId="4634"/>
            <ac:spMk id="3" creationId="{13CF832A-0ABF-1E5E-0C47-C6DC90B30065}"/>
          </ac:spMkLst>
        </pc:spChg>
        <pc:spChg chg="add mod">
          <ac:chgData name="Ronan Ogor" userId="473d6ea9-be06-4609-b78d-125cc115ecf4" providerId="ADAL" clId="{403BE842-08DA-449C-8451-E1B261B729ED}" dt="2025-06-16T03:07:13.305" v="5771" actId="403"/>
          <ac:spMkLst>
            <pc:docMk/>
            <pc:sldMk cId="1194134351" sldId="4634"/>
            <ac:spMk id="4" creationId="{D90E3567-6BBA-C7B4-46CD-3656DD64BD2C}"/>
          </ac:spMkLst>
        </pc:spChg>
        <pc:spChg chg="mod">
          <ac:chgData name="Ronan Ogor" userId="473d6ea9-be06-4609-b78d-125cc115ecf4" providerId="ADAL" clId="{403BE842-08DA-449C-8451-E1B261B729ED}" dt="2025-06-16T04:53:51.077" v="6499" actId="1076"/>
          <ac:spMkLst>
            <pc:docMk/>
            <pc:sldMk cId="1194134351" sldId="4634"/>
            <ac:spMk id="8" creationId="{4E70A47C-07EB-EDB7-64EB-92448A98F345}"/>
          </ac:spMkLst>
        </pc:spChg>
        <pc:spChg chg="mod">
          <ac:chgData name="Ronan Ogor" userId="473d6ea9-be06-4609-b78d-125cc115ecf4" providerId="ADAL" clId="{403BE842-08DA-449C-8451-E1B261B729ED}" dt="2025-06-16T10:10:15.248" v="8534"/>
          <ac:spMkLst>
            <pc:docMk/>
            <pc:sldMk cId="1194134351" sldId="4634"/>
            <ac:spMk id="9" creationId="{E9F19875-D4EA-C8CB-F6D4-86A2D66B5BE9}"/>
          </ac:spMkLst>
        </pc:spChg>
        <pc:spChg chg="mod">
          <ac:chgData name="Ronan Ogor" userId="473d6ea9-be06-4609-b78d-125cc115ecf4" providerId="ADAL" clId="{403BE842-08DA-449C-8451-E1B261B729ED}" dt="2025-06-16T08:49:57.458" v="8108" actId="1076"/>
          <ac:spMkLst>
            <pc:docMk/>
            <pc:sldMk cId="1194134351" sldId="4634"/>
            <ac:spMk id="10" creationId="{098EB035-921B-BDD5-B4A3-85F810B744CF}"/>
          </ac:spMkLst>
        </pc:spChg>
        <pc:spChg chg="add mod">
          <ac:chgData name="Ronan Ogor" userId="473d6ea9-be06-4609-b78d-125cc115ecf4" providerId="ADAL" clId="{403BE842-08DA-449C-8451-E1B261B729ED}" dt="2025-06-16T03:02:12.083" v="5644" actId="1076"/>
          <ac:spMkLst>
            <pc:docMk/>
            <pc:sldMk cId="1194134351" sldId="4634"/>
            <ac:spMk id="18" creationId="{D0D6B075-B113-CD06-2EAA-0810E29BF452}"/>
          </ac:spMkLst>
        </pc:spChg>
        <pc:spChg chg="add mod">
          <ac:chgData name="Ronan Ogor" userId="473d6ea9-be06-4609-b78d-125cc115ecf4" providerId="ADAL" clId="{403BE842-08DA-449C-8451-E1B261B729ED}" dt="2025-06-16T03:02:12.083" v="5644" actId="1076"/>
          <ac:spMkLst>
            <pc:docMk/>
            <pc:sldMk cId="1194134351" sldId="4634"/>
            <ac:spMk id="44" creationId="{E499A16D-1E70-232D-9F27-537FDCAA83F3}"/>
          </ac:spMkLst>
        </pc:spChg>
        <pc:spChg chg="add mod">
          <ac:chgData name="Ronan Ogor" userId="473d6ea9-be06-4609-b78d-125cc115ecf4" providerId="ADAL" clId="{403BE842-08DA-449C-8451-E1B261B729ED}" dt="2025-06-16T03:03:29.201" v="5660" actId="207"/>
          <ac:spMkLst>
            <pc:docMk/>
            <pc:sldMk cId="1194134351" sldId="4634"/>
            <ac:spMk id="45" creationId="{51CEBE68-F7D6-A86F-5531-929D0ECF744C}"/>
          </ac:spMkLst>
        </pc:spChg>
        <pc:picChg chg="add mod">
          <ac:chgData name="Ronan Ogor" userId="473d6ea9-be06-4609-b78d-125cc115ecf4" providerId="ADAL" clId="{403BE842-08DA-449C-8451-E1B261B729ED}" dt="2025-06-16T03:03:08.331" v="5658" actId="1076"/>
          <ac:picMkLst>
            <pc:docMk/>
            <pc:sldMk cId="1194134351" sldId="4634"/>
            <ac:picMk id="9218" creationId="{E1B51B01-5FA4-DA72-60CA-1B367B682921}"/>
          </ac:picMkLst>
        </pc:picChg>
        <pc:cxnChg chg="add mod">
          <ac:chgData name="Ronan Ogor" userId="473d6ea9-be06-4609-b78d-125cc115ecf4" providerId="ADAL" clId="{403BE842-08DA-449C-8451-E1B261B729ED}" dt="2025-06-16T03:02:12.083" v="5644" actId="1076"/>
          <ac:cxnSpMkLst>
            <pc:docMk/>
            <pc:sldMk cId="1194134351" sldId="4634"/>
            <ac:cxnSpMk id="43" creationId="{2F40207D-AC58-A82A-7A8E-824EA6A5C59D}"/>
          </ac:cxnSpMkLst>
        </pc:cxnChg>
      </pc:sldChg>
      <pc:sldChg chg="addSp delSp modSp new mod">
        <pc:chgData name="Ronan Ogor" userId="473d6ea9-be06-4609-b78d-125cc115ecf4" providerId="ADAL" clId="{403BE842-08DA-449C-8451-E1B261B729ED}" dt="2025-06-16T10:47:11.506" v="8762" actId="20577"/>
        <pc:sldMkLst>
          <pc:docMk/>
          <pc:sldMk cId="376683221" sldId="4635"/>
        </pc:sldMkLst>
        <pc:spChg chg="add mod">
          <ac:chgData name="Ronan Ogor" userId="473d6ea9-be06-4609-b78d-125cc115ecf4" providerId="ADAL" clId="{403BE842-08DA-449C-8451-E1B261B729ED}" dt="2025-06-16T02:36:01.330" v="4961" actId="1076"/>
          <ac:spMkLst>
            <pc:docMk/>
            <pc:sldMk cId="376683221" sldId="4635"/>
            <ac:spMk id="5" creationId="{601D3560-D901-8D3C-EE37-D3B653DD7437}"/>
          </ac:spMkLst>
        </pc:spChg>
        <pc:spChg chg="add mod">
          <ac:chgData name="Ronan Ogor" userId="473d6ea9-be06-4609-b78d-125cc115ecf4" providerId="ADAL" clId="{403BE842-08DA-449C-8451-E1B261B729ED}" dt="2025-06-16T08:50:06.671" v="8109" actId="1076"/>
          <ac:spMkLst>
            <pc:docMk/>
            <pc:sldMk cId="376683221" sldId="4635"/>
            <ac:spMk id="7" creationId="{C1E41F15-BE95-1265-A243-AEFCDEC9CF58}"/>
          </ac:spMkLst>
        </pc:spChg>
        <pc:spChg chg="add mod">
          <ac:chgData name="Ronan Ogor" userId="473d6ea9-be06-4609-b78d-125cc115ecf4" providerId="ADAL" clId="{403BE842-08DA-449C-8451-E1B261B729ED}" dt="2025-06-16T10:47:11.506" v="8762" actId="20577"/>
          <ac:spMkLst>
            <pc:docMk/>
            <pc:sldMk cId="376683221" sldId="4635"/>
            <ac:spMk id="16" creationId="{17DFA0F1-5F70-0990-2313-E5C2B7378335}"/>
          </ac:spMkLst>
        </pc:spChg>
        <pc:graphicFrameChg chg="add mod modGraphic">
          <ac:chgData name="Ronan Ogor" userId="473d6ea9-be06-4609-b78d-125cc115ecf4" providerId="ADAL" clId="{403BE842-08DA-449C-8451-E1B261B729ED}" dt="2025-06-15T19:12:28.240" v="4274" actId="113"/>
          <ac:graphicFrameMkLst>
            <pc:docMk/>
            <pc:sldMk cId="376683221" sldId="4635"/>
            <ac:graphicFrameMk id="15" creationId="{A884D482-1D41-289A-8888-28208CA2C590}"/>
          </ac:graphicFrameMkLst>
        </pc:graphicFrameChg>
        <pc:picChg chg="add mod">
          <ac:chgData name="Ronan Ogor" userId="473d6ea9-be06-4609-b78d-125cc115ecf4" providerId="ADAL" clId="{403BE842-08DA-449C-8451-E1B261B729ED}" dt="2025-06-15T19:04:14.030" v="4159"/>
          <ac:picMkLst>
            <pc:docMk/>
            <pc:sldMk cId="376683221" sldId="4635"/>
            <ac:picMk id="3" creationId="{4A6668D2-2D8D-3A89-3628-8736B1A56693}"/>
          </ac:picMkLst>
        </pc:picChg>
        <pc:picChg chg="add mod">
          <ac:chgData name="Ronan Ogor" userId="473d6ea9-be06-4609-b78d-125cc115ecf4" providerId="ADAL" clId="{403BE842-08DA-449C-8451-E1B261B729ED}" dt="2025-06-15T19:04:14.030" v="4159"/>
          <ac:picMkLst>
            <pc:docMk/>
            <pc:sldMk cId="376683221" sldId="4635"/>
            <ac:picMk id="4" creationId="{A4C79C08-01E2-A2C7-F7B1-B3C79C441179}"/>
          </ac:picMkLst>
        </pc:picChg>
      </pc:sldChg>
      <pc:sldChg chg="addSp delSp modSp add mod">
        <pc:chgData name="Ronan Ogor" userId="473d6ea9-be06-4609-b78d-125cc115ecf4" providerId="ADAL" clId="{403BE842-08DA-449C-8451-E1B261B729ED}" dt="2025-06-16T10:24:06.240" v="8586" actId="113"/>
        <pc:sldMkLst>
          <pc:docMk/>
          <pc:sldMk cId="362905369" sldId="4636"/>
        </pc:sldMkLst>
        <pc:spChg chg="add mod">
          <ac:chgData name="Ronan Ogor" userId="473d6ea9-be06-4609-b78d-125cc115ecf4" providerId="ADAL" clId="{403BE842-08DA-449C-8451-E1B261B729ED}" dt="2025-06-16T04:54:45.007" v="6524" actId="13822"/>
          <ac:spMkLst>
            <pc:docMk/>
            <pc:sldMk cId="362905369" sldId="4636"/>
            <ac:spMk id="14" creationId="{3D95F7C9-9574-F5A4-846B-C0E40889B7AD}"/>
          </ac:spMkLst>
        </pc:spChg>
        <pc:spChg chg="add mod">
          <ac:chgData name="Ronan Ogor" userId="473d6ea9-be06-4609-b78d-125cc115ecf4" providerId="ADAL" clId="{403BE842-08DA-449C-8451-E1B261B729ED}" dt="2025-06-16T09:04:13.540" v="8361" actId="1076"/>
          <ac:spMkLst>
            <pc:docMk/>
            <pc:sldMk cId="362905369" sldId="4636"/>
            <ac:spMk id="15" creationId="{1D28EE8E-2B9D-888D-6C8D-7729F24B1433}"/>
          </ac:spMkLst>
        </pc:spChg>
        <pc:spChg chg="add mod">
          <ac:chgData name="Ronan Ogor" userId="473d6ea9-be06-4609-b78d-125cc115ecf4" providerId="ADAL" clId="{403BE842-08DA-449C-8451-E1B261B729ED}" dt="2025-06-16T10:00:42.834" v="8420" actId="1076"/>
          <ac:spMkLst>
            <pc:docMk/>
            <pc:sldMk cId="362905369" sldId="4636"/>
            <ac:spMk id="17" creationId="{AEFC1EFE-B498-4EB5-60F2-60695A8B20B5}"/>
          </ac:spMkLst>
        </pc:spChg>
        <pc:spChg chg="add mod">
          <ac:chgData name="Ronan Ogor" userId="473d6ea9-be06-4609-b78d-125cc115ecf4" providerId="ADAL" clId="{403BE842-08DA-449C-8451-E1B261B729ED}" dt="2025-06-16T10:00:46.662" v="8422" actId="113"/>
          <ac:spMkLst>
            <pc:docMk/>
            <pc:sldMk cId="362905369" sldId="4636"/>
            <ac:spMk id="22" creationId="{B6FFAB75-C4D4-78AA-CC00-21B8DFB6E62C}"/>
          </ac:spMkLst>
        </pc:spChg>
        <pc:spChg chg="add mod">
          <ac:chgData name="Ronan Ogor" userId="473d6ea9-be06-4609-b78d-125cc115ecf4" providerId="ADAL" clId="{403BE842-08DA-449C-8451-E1B261B729ED}" dt="2025-06-16T10:00:52.589" v="8423" actId="20577"/>
          <ac:spMkLst>
            <pc:docMk/>
            <pc:sldMk cId="362905369" sldId="4636"/>
            <ac:spMk id="27" creationId="{B4C6CCCE-FC02-F2D0-67AB-008EC8AC91F2}"/>
          </ac:spMkLst>
        </pc:spChg>
        <pc:spChg chg="add mod">
          <ac:chgData name="Ronan Ogor" userId="473d6ea9-be06-4609-b78d-125cc115ecf4" providerId="ADAL" clId="{403BE842-08DA-449C-8451-E1B261B729ED}" dt="2025-06-16T09:04:13.540" v="8361" actId="1076"/>
          <ac:spMkLst>
            <pc:docMk/>
            <pc:sldMk cId="362905369" sldId="4636"/>
            <ac:spMk id="30" creationId="{00F52E3C-3BE7-D68B-5829-C8EE7A06FDA0}"/>
          </ac:spMkLst>
        </pc:spChg>
        <pc:spChg chg="add mod">
          <ac:chgData name="Ronan Ogor" userId="473d6ea9-be06-4609-b78d-125cc115ecf4" providerId="ADAL" clId="{403BE842-08DA-449C-8451-E1B261B729ED}" dt="2025-06-16T10:24:06.240" v="8586" actId="113"/>
          <ac:spMkLst>
            <pc:docMk/>
            <pc:sldMk cId="362905369" sldId="4636"/>
            <ac:spMk id="44" creationId="{8FACA7AD-1CE7-4756-9696-03675441FB88}"/>
          </ac:spMkLst>
        </pc:spChg>
        <pc:spChg chg="add mod">
          <ac:chgData name="Ronan Ogor" userId="473d6ea9-be06-4609-b78d-125cc115ecf4" providerId="ADAL" clId="{403BE842-08DA-449C-8451-E1B261B729ED}" dt="2025-06-16T10:00:30.899" v="8414" actId="1076"/>
          <ac:spMkLst>
            <pc:docMk/>
            <pc:sldMk cId="362905369" sldId="4636"/>
            <ac:spMk id="45" creationId="{0F1E7637-639C-6E4E-9720-E3541C47B513}"/>
          </ac:spMkLst>
        </pc:spChg>
        <pc:picChg chg="add mod">
          <ac:chgData name="Ronan Ogor" userId="473d6ea9-be06-4609-b78d-125cc115ecf4" providerId="ADAL" clId="{403BE842-08DA-449C-8451-E1B261B729ED}" dt="2025-06-16T10:00:35.131" v="8417" actId="1076"/>
          <ac:picMkLst>
            <pc:docMk/>
            <pc:sldMk cId="362905369" sldId="4636"/>
            <ac:picMk id="16" creationId="{F2D334F1-1DB5-D7E0-6890-667CAD51AFEF}"/>
          </ac:picMkLst>
        </pc:picChg>
        <pc:picChg chg="add mod">
          <ac:chgData name="Ronan Ogor" userId="473d6ea9-be06-4609-b78d-125cc115ecf4" providerId="ADAL" clId="{403BE842-08DA-449C-8451-E1B261B729ED}" dt="2025-06-16T09:04:13.540" v="8361" actId="1076"/>
          <ac:picMkLst>
            <pc:docMk/>
            <pc:sldMk cId="362905369" sldId="4636"/>
            <ac:picMk id="29" creationId="{E6BDD921-2EAC-6E37-9D51-B6809803A78B}"/>
          </ac:picMkLst>
        </pc:picChg>
        <pc:cxnChg chg="add mod">
          <ac:chgData name="Ronan Ogor" userId="473d6ea9-be06-4609-b78d-125cc115ecf4" providerId="ADAL" clId="{403BE842-08DA-449C-8451-E1B261B729ED}" dt="2025-06-16T10:00:41.299" v="8419" actId="1076"/>
          <ac:cxnSpMkLst>
            <pc:docMk/>
            <pc:sldMk cId="362905369" sldId="4636"/>
            <ac:cxnSpMk id="18" creationId="{728D55C4-3C3C-7BFD-145D-77952271E90E}"/>
          </ac:cxnSpMkLst>
        </pc:cxnChg>
        <pc:cxnChg chg="add mod">
          <ac:chgData name="Ronan Ogor" userId="473d6ea9-be06-4609-b78d-125cc115ecf4" providerId="ADAL" clId="{403BE842-08DA-449C-8451-E1B261B729ED}" dt="2025-06-16T09:03:35.859" v="8351" actId="1076"/>
          <ac:cxnSpMkLst>
            <pc:docMk/>
            <pc:sldMk cId="362905369" sldId="4636"/>
            <ac:cxnSpMk id="20" creationId="{A05A66C0-0D1D-82B0-715C-BEA052793B97}"/>
          </ac:cxnSpMkLst>
        </pc:cxnChg>
        <pc:cxnChg chg="add mod">
          <ac:chgData name="Ronan Ogor" userId="473d6ea9-be06-4609-b78d-125cc115ecf4" providerId="ADAL" clId="{403BE842-08DA-449C-8451-E1B261B729ED}" dt="2025-06-16T09:04:13.540" v="8361" actId="1076"/>
          <ac:cxnSpMkLst>
            <pc:docMk/>
            <pc:sldMk cId="362905369" sldId="4636"/>
            <ac:cxnSpMk id="31" creationId="{96487AD8-795D-8D61-7027-E6D6E755ADD5}"/>
          </ac:cxnSpMkLst>
        </pc:cxnChg>
      </pc:sldChg>
      <pc:sldChg chg="addSp delSp modSp add mod ord">
        <pc:chgData name="Ronan Ogor" userId="473d6ea9-be06-4609-b78d-125cc115ecf4" providerId="ADAL" clId="{403BE842-08DA-449C-8451-E1B261B729ED}" dt="2025-06-16T14:03:56.647" v="9381" actId="208"/>
        <pc:sldMkLst>
          <pc:docMk/>
          <pc:sldMk cId="749266568" sldId="4637"/>
        </pc:sldMkLst>
        <pc:spChg chg="add mod">
          <ac:chgData name="Ronan Ogor" userId="473d6ea9-be06-4609-b78d-125cc115ecf4" providerId="ADAL" clId="{403BE842-08DA-449C-8451-E1B261B729ED}" dt="2025-06-16T10:25:22.033" v="8627" actId="20577"/>
          <ac:spMkLst>
            <pc:docMk/>
            <pc:sldMk cId="749266568" sldId="4637"/>
            <ac:spMk id="4" creationId="{27FEF563-67B9-1DDA-B28A-A0ABFB9C0B15}"/>
          </ac:spMkLst>
        </pc:spChg>
        <pc:spChg chg="add mod">
          <ac:chgData name="Ronan Ogor" userId="473d6ea9-be06-4609-b78d-125cc115ecf4" providerId="ADAL" clId="{403BE842-08DA-449C-8451-E1B261B729ED}" dt="2025-06-16T10:09:59.300" v="8528"/>
          <ac:spMkLst>
            <pc:docMk/>
            <pc:sldMk cId="749266568" sldId="4637"/>
            <ac:spMk id="6" creationId="{6765B315-FEA1-A50B-39AA-C895E93A862A}"/>
          </ac:spMkLst>
        </pc:spChg>
        <pc:spChg chg="add mod">
          <ac:chgData name="Ronan Ogor" userId="473d6ea9-be06-4609-b78d-125cc115ecf4" providerId="ADAL" clId="{403BE842-08DA-449C-8451-E1B261B729ED}" dt="2025-06-16T04:50:50.061" v="6474" actId="255"/>
          <ac:spMkLst>
            <pc:docMk/>
            <pc:sldMk cId="749266568" sldId="4637"/>
            <ac:spMk id="13" creationId="{4DC1F8E4-4B4F-11DB-EB63-94D16F18BDE3}"/>
          </ac:spMkLst>
        </pc:spChg>
        <pc:spChg chg="add mod">
          <ac:chgData name="Ronan Ogor" userId="473d6ea9-be06-4609-b78d-125cc115ecf4" providerId="ADAL" clId="{403BE842-08DA-449C-8451-E1B261B729ED}" dt="2025-06-16T10:25:42.910" v="8648" actId="113"/>
          <ac:spMkLst>
            <pc:docMk/>
            <pc:sldMk cId="749266568" sldId="4637"/>
            <ac:spMk id="18" creationId="{C9E6F1AE-5EC2-1BEB-49BD-65F56F39D8E4}"/>
          </ac:spMkLst>
        </pc:spChg>
        <pc:spChg chg="add mod">
          <ac:chgData name="Ronan Ogor" userId="473d6ea9-be06-4609-b78d-125cc115ecf4" providerId="ADAL" clId="{403BE842-08DA-449C-8451-E1B261B729ED}" dt="2025-06-16T10:09:59.300" v="8528"/>
          <ac:spMkLst>
            <pc:docMk/>
            <pc:sldMk cId="749266568" sldId="4637"/>
            <ac:spMk id="19" creationId="{4CB5BC20-F2DA-8931-6CDD-636482CB8793}"/>
          </ac:spMkLst>
        </pc:spChg>
        <pc:spChg chg="add mod">
          <ac:chgData name="Ronan Ogor" userId="473d6ea9-be06-4609-b78d-125cc115ecf4" providerId="ADAL" clId="{403BE842-08DA-449C-8451-E1B261B729ED}" dt="2025-06-16T10:25:48.750" v="8654" actId="20577"/>
          <ac:spMkLst>
            <pc:docMk/>
            <pc:sldMk cId="749266568" sldId="4637"/>
            <ac:spMk id="21" creationId="{896854ED-9CD1-1297-E6E0-11AD0817CC15}"/>
          </ac:spMkLst>
        </pc:spChg>
        <pc:spChg chg="add mod">
          <ac:chgData name="Ronan Ogor" userId="473d6ea9-be06-4609-b78d-125cc115ecf4" providerId="ADAL" clId="{403BE842-08DA-449C-8451-E1B261B729ED}" dt="2025-06-16T04:52:09.350" v="6487" actId="14100"/>
          <ac:spMkLst>
            <pc:docMk/>
            <pc:sldMk cId="749266568" sldId="4637"/>
            <ac:spMk id="23" creationId="{496F3958-BE80-F070-BF33-8ABF3331F672}"/>
          </ac:spMkLst>
        </pc:spChg>
        <pc:spChg chg="add mod">
          <ac:chgData name="Ronan Ogor" userId="473d6ea9-be06-4609-b78d-125cc115ecf4" providerId="ADAL" clId="{403BE842-08DA-449C-8451-E1B261B729ED}" dt="2025-06-16T04:54:59.279" v="6533" actId="13822"/>
          <ac:spMkLst>
            <pc:docMk/>
            <pc:sldMk cId="749266568" sldId="4637"/>
            <ac:spMk id="24" creationId="{41BC6399-BA7F-AB2D-B362-0782B7BB75E8}"/>
          </ac:spMkLst>
        </pc:spChg>
        <pc:spChg chg="add mod">
          <ac:chgData name="Ronan Ogor" userId="473d6ea9-be06-4609-b78d-125cc115ecf4" providerId="ADAL" clId="{403BE842-08DA-449C-8451-E1B261B729ED}" dt="2025-06-16T10:23:11.528" v="8559" actId="1076"/>
          <ac:spMkLst>
            <pc:docMk/>
            <pc:sldMk cId="749266568" sldId="4637"/>
            <ac:spMk id="25" creationId="{0AC935B2-E662-609D-A5B9-892D7C16749F}"/>
          </ac:spMkLst>
        </pc:spChg>
        <pc:spChg chg="add mod">
          <ac:chgData name="Ronan Ogor" userId="473d6ea9-be06-4609-b78d-125cc115ecf4" providerId="ADAL" clId="{403BE842-08DA-449C-8451-E1B261B729ED}" dt="2025-06-16T14:03:56.647" v="9381" actId="208"/>
          <ac:spMkLst>
            <pc:docMk/>
            <pc:sldMk cId="749266568" sldId="4637"/>
            <ac:spMk id="26" creationId="{19AE641B-23D7-E255-DE2E-83D5C6A00446}"/>
          </ac:spMkLst>
        </pc:spChg>
        <pc:graphicFrameChg chg="add mod modGraphic">
          <ac:chgData name="Ronan Ogor" userId="473d6ea9-be06-4609-b78d-125cc115ecf4" providerId="ADAL" clId="{403BE842-08DA-449C-8451-E1B261B729ED}" dt="2025-06-16T04:52:29.460" v="6488" actId="14734"/>
          <ac:graphicFrameMkLst>
            <pc:docMk/>
            <pc:sldMk cId="749266568" sldId="4637"/>
            <ac:graphicFrameMk id="22" creationId="{0E64AF23-9AE3-2953-8141-99E1FAC7B48C}"/>
          </ac:graphicFrameMkLst>
        </pc:graphicFrameChg>
      </pc:sldChg>
      <pc:sldChg chg="addSp delSp modSp add mod">
        <pc:chgData name="Ronan Ogor" userId="473d6ea9-be06-4609-b78d-125cc115ecf4" providerId="ADAL" clId="{403BE842-08DA-449C-8451-E1B261B729ED}" dt="2025-06-16T10:10:12.344" v="8532"/>
        <pc:sldMkLst>
          <pc:docMk/>
          <pc:sldMk cId="3466584168" sldId="4638"/>
        </pc:sldMkLst>
        <pc:spChg chg="mod">
          <ac:chgData name="Ronan Ogor" userId="473d6ea9-be06-4609-b78d-125cc115ecf4" providerId="ADAL" clId="{403BE842-08DA-449C-8451-E1B261B729ED}" dt="2025-06-16T08:48:53.453" v="8081" actId="1076"/>
          <ac:spMkLst>
            <pc:docMk/>
            <pc:sldMk cId="3466584168" sldId="4638"/>
            <ac:spMk id="2" creationId="{484351F0-4415-F5B4-B5CF-8FD4BE6FCE47}"/>
          </ac:spMkLst>
        </pc:spChg>
        <pc:spChg chg="add mod">
          <ac:chgData name="Ronan Ogor" userId="473d6ea9-be06-4609-b78d-125cc115ecf4" providerId="ADAL" clId="{403BE842-08DA-449C-8451-E1B261B729ED}" dt="2025-06-16T10:10:11.118" v="8531"/>
          <ac:spMkLst>
            <pc:docMk/>
            <pc:sldMk cId="3466584168" sldId="4638"/>
            <ac:spMk id="4" creationId="{BE3EAF3A-4514-A848-6CE7-5E540652B099}"/>
          </ac:spMkLst>
        </pc:spChg>
        <pc:spChg chg="add mod">
          <ac:chgData name="Ronan Ogor" userId="473d6ea9-be06-4609-b78d-125cc115ecf4" providerId="ADAL" clId="{403BE842-08DA-449C-8451-E1B261B729ED}" dt="2025-06-16T08:48:48.817" v="8080" actId="1035"/>
          <ac:spMkLst>
            <pc:docMk/>
            <pc:sldMk cId="3466584168" sldId="4638"/>
            <ac:spMk id="8" creationId="{E6FFE34F-8BFF-F905-B6E2-3AD89EF3D4D7}"/>
          </ac:spMkLst>
        </pc:spChg>
        <pc:spChg chg="add mod">
          <ac:chgData name="Ronan Ogor" userId="473d6ea9-be06-4609-b78d-125cc115ecf4" providerId="ADAL" clId="{403BE842-08DA-449C-8451-E1B261B729ED}" dt="2025-06-16T08:48:45.220" v="8078" actId="1036"/>
          <ac:spMkLst>
            <pc:docMk/>
            <pc:sldMk cId="3466584168" sldId="4638"/>
            <ac:spMk id="12" creationId="{EC651DC2-98D8-0565-2CB3-485AE0B31351}"/>
          </ac:spMkLst>
        </pc:spChg>
        <pc:spChg chg="add del mod">
          <ac:chgData name="Ronan Ogor" userId="473d6ea9-be06-4609-b78d-125cc115ecf4" providerId="ADAL" clId="{403BE842-08DA-449C-8451-E1B261B729ED}" dt="2025-06-16T10:10:12.344" v="8532"/>
          <ac:spMkLst>
            <pc:docMk/>
            <pc:sldMk cId="3466584168" sldId="4638"/>
            <ac:spMk id="15" creationId="{4B68647D-DB42-93A6-0334-51E13A56594D}"/>
          </ac:spMkLst>
        </pc:spChg>
        <pc:spChg chg="add mod">
          <ac:chgData name="Ronan Ogor" userId="473d6ea9-be06-4609-b78d-125cc115ecf4" providerId="ADAL" clId="{403BE842-08DA-449C-8451-E1B261B729ED}" dt="2025-06-16T08:48:53.453" v="8081" actId="1076"/>
          <ac:spMkLst>
            <pc:docMk/>
            <pc:sldMk cId="3466584168" sldId="4638"/>
            <ac:spMk id="17" creationId="{2AAFEDD0-0D13-A182-83F5-37E93219DE8E}"/>
          </ac:spMkLst>
        </pc:spChg>
        <pc:spChg chg="add mod">
          <ac:chgData name="Ronan Ogor" userId="473d6ea9-be06-4609-b78d-125cc115ecf4" providerId="ADAL" clId="{403BE842-08DA-449C-8451-E1B261B729ED}" dt="2025-06-16T03:18:10.245" v="6102" actId="1076"/>
          <ac:spMkLst>
            <pc:docMk/>
            <pc:sldMk cId="3466584168" sldId="4638"/>
            <ac:spMk id="19" creationId="{E9551583-8B76-DD6B-90A8-616C0AD540FD}"/>
          </ac:spMkLst>
        </pc:spChg>
        <pc:spChg chg="add mod">
          <ac:chgData name="Ronan Ogor" userId="473d6ea9-be06-4609-b78d-125cc115ecf4" providerId="ADAL" clId="{403BE842-08DA-449C-8451-E1B261B729ED}" dt="2025-06-16T04:42:20.659" v="6279" actId="14100"/>
          <ac:spMkLst>
            <pc:docMk/>
            <pc:sldMk cId="3466584168" sldId="4638"/>
            <ac:spMk id="21" creationId="{ADDBC6B3-FD84-0FD9-AF36-9D39A10898B0}"/>
          </ac:spMkLst>
        </pc:spChg>
        <pc:spChg chg="add mod">
          <ac:chgData name="Ronan Ogor" userId="473d6ea9-be06-4609-b78d-125cc115ecf4" providerId="ADAL" clId="{403BE842-08DA-449C-8451-E1B261B729ED}" dt="2025-06-16T04:53:57.354" v="6503"/>
          <ac:spMkLst>
            <pc:docMk/>
            <pc:sldMk cId="3466584168" sldId="4638"/>
            <ac:spMk id="24" creationId="{7493143C-FBCA-0F23-FC08-7673E927778D}"/>
          </ac:spMkLst>
        </pc:spChg>
        <pc:picChg chg="add mod">
          <ac:chgData name="Ronan Ogor" userId="473d6ea9-be06-4609-b78d-125cc115ecf4" providerId="ADAL" clId="{403BE842-08DA-449C-8451-E1B261B729ED}" dt="2025-06-16T03:18:10.245" v="6102" actId="1076"/>
          <ac:picMkLst>
            <pc:docMk/>
            <pc:sldMk cId="3466584168" sldId="4638"/>
            <ac:picMk id="18" creationId="{DB16F3AE-CE51-856C-1B88-273D9070DD91}"/>
          </ac:picMkLst>
        </pc:picChg>
        <pc:cxnChg chg="add mod">
          <ac:chgData name="Ronan Ogor" userId="473d6ea9-be06-4609-b78d-125cc115ecf4" providerId="ADAL" clId="{403BE842-08DA-449C-8451-E1B261B729ED}" dt="2025-06-16T03:18:10.245" v="6102" actId="1076"/>
          <ac:cxnSpMkLst>
            <pc:docMk/>
            <pc:sldMk cId="3466584168" sldId="4638"/>
            <ac:cxnSpMk id="20" creationId="{9103B6A8-E273-DB3B-B88F-7D59547FAEE4}"/>
          </ac:cxnSpMkLst>
        </pc:cxnChg>
        <pc:cxnChg chg="add mod">
          <ac:chgData name="Ronan Ogor" userId="473d6ea9-be06-4609-b78d-125cc115ecf4" providerId="ADAL" clId="{403BE842-08DA-449C-8451-E1B261B729ED}" dt="2025-06-16T03:18:10.245" v="6102" actId="1076"/>
          <ac:cxnSpMkLst>
            <pc:docMk/>
            <pc:sldMk cId="3466584168" sldId="4638"/>
            <ac:cxnSpMk id="22" creationId="{FCFA58AD-D1BE-FB84-DE74-DFD4FCFD787C}"/>
          </ac:cxnSpMkLst>
        </pc:cxnChg>
      </pc:sldChg>
      <pc:sldChg chg="add del">
        <pc:chgData name="Ronan Ogor" userId="473d6ea9-be06-4609-b78d-125cc115ecf4" providerId="ADAL" clId="{403BE842-08DA-449C-8451-E1B261B729ED}" dt="2025-06-15T18:12:52.062" v="2787"/>
        <pc:sldMkLst>
          <pc:docMk/>
          <pc:sldMk cId="479812249" sldId="4639"/>
        </pc:sldMkLst>
      </pc:sldChg>
      <pc:sldChg chg="addSp delSp modSp add mod">
        <pc:chgData name="Ronan Ogor" userId="473d6ea9-be06-4609-b78d-125cc115ecf4" providerId="ADAL" clId="{403BE842-08DA-449C-8451-E1B261B729ED}" dt="2025-06-16T10:10:08.426" v="8530"/>
        <pc:sldMkLst>
          <pc:docMk/>
          <pc:sldMk cId="3606377572" sldId="4639"/>
        </pc:sldMkLst>
        <pc:spChg chg="mod">
          <ac:chgData name="Ronan Ogor" userId="473d6ea9-be06-4609-b78d-125cc115ecf4" providerId="ADAL" clId="{403BE842-08DA-449C-8451-E1B261B729ED}" dt="2025-06-16T08:49:31.024" v="8104" actId="1076"/>
          <ac:spMkLst>
            <pc:docMk/>
            <pc:sldMk cId="3606377572" sldId="4639"/>
            <ac:spMk id="2" creationId="{96EA75A6-6CA5-B98A-CF0C-019883B327CB}"/>
          </ac:spMkLst>
        </pc:spChg>
        <pc:spChg chg="mod">
          <ac:chgData name="Ronan Ogor" userId="473d6ea9-be06-4609-b78d-125cc115ecf4" providerId="ADAL" clId="{403BE842-08DA-449C-8451-E1B261B729ED}" dt="2025-06-16T10:10:08.426" v="8530"/>
          <ac:spMkLst>
            <pc:docMk/>
            <pc:sldMk cId="3606377572" sldId="4639"/>
            <ac:spMk id="4" creationId="{01216C0D-6C7D-E22F-3E0C-F8920ADF9BE2}"/>
          </ac:spMkLst>
        </pc:spChg>
        <pc:spChg chg="add mod">
          <ac:chgData name="Ronan Ogor" userId="473d6ea9-be06-4609-b78d-125cc115ecf4" providerId="ADAL" clId="{403BE842-08DA-449C-8451-E1B261B729ED}" dt="2025-06-16T08:49:37.281" v="8106" actId="1076"/>
          <ac:spMkLst>
            <pc:docMk/>
            <pc:sldMk cId="3606377572" sldId="4639"/>
            <ac:spMk id="9" creationId="{1AC55F7D-21F5-0353-4609-D284C45F2BFB}"/>
          </ac:spMkLst>
        </pc:spChg>
        <pc:spChg chg="add mod">
          <ac:chgData name="Ronan Ogor" userId="473d6ea9-be06-4609-b78d-125cc115ecf4" providerId="ADAL" clId="{403BE842-08DA-449C-8451-E1B261B729ED}" dt="2025-06-15T19:02:48.446" v="4158" actId="1076"/>
          <ac:spMkLst>
            <pc:docMk/>
            <pc:sldMk cId="3606377572" sldId="4639"/>
            <ac:spMk id="13" creationId="{1FC6071F-CCDA-52B1-2474-B555C814E3B8}"/>
          </ac:spMkLst>
        </pc:spChg>
        <pc:spChg chg="add mod">
          <ac:chgData name="Ronan Ogor" userId="473d6ea9-be06-4609-b78d-125cc115ecf4" providerId="ADAL" clId="{403BE842-08DA-449C-8451-E1B261B729ED}" dt="2025-06-15T19:02:48.446" v="4158" actId="1076"/>
          <ac:spMkLst>
            <pc:docMk/>
            <pc:sldMk cId="3606377572" sldId="4639"/>
            <ac:spMk id="16" creationId="{3194110F-A1AC-432D-BA8B-A86CE3BEDE2B}"/>
          </ac:spMkLst>
        </pc:spChg>
        <pc:spChg chg="add mod">
          <ac:chgData name="Ronan Ogor" userId="473d6ea9-be06-4609-b78d-125cc115ecf4" providerId="ADAL" clId="{403BE842-08DA-449C-8451-E1B261B729ED}" dt="2025-06-15T19:02:48.446" v="4158" actId="1076"/>
          <ac:spMkLst>
            <pc:docMk/>
            <pc:sldMk cId="3606377572" sldId="4639"/>
            <ac:spMk id="20" creationId="{F0906F99-B056-E543-84AC-F6F7C29DFC6F}"/>
          </ac:spMkLst>
        </pc:spChg>
        <pc:spChg chg="add mod">
          <ac:chgData name="Ronan Ogor" userId="473d6ea9-be06-4609-b78d-125cc115ecf4" providerId="ADAL" clId="{403BE842-08DA-449C-8451-E1B261B729ED}" dt="2025-06-15T19:02:48.446" v="4158" actId="1076"/>
          <ac:spMkLst>
            <pc:docMk/>
            <pc:sldMk cId="3606377572" sldId="4639"/>
            <ac:spMk id="22" creationId="{57F5DE3B-0A33-A4CC-526F-838EBD9EEDF2}"/>
          </ac:spMkLst>
        </pc:spChg>
        <pc:spChg chg="add mod">
          <ac:chgData name="Ronan Ogor" userId="473d6ea9-be06-4609-b78d-125cc115ecf4" providerId="ADAL" clId="{403BE842-08DA-449C-8451-E1B261B729ED}" dt="2025-06-16T03:20:51.434" v="6193" actId="1076"/>
          <ac:spMkLst>
            <pc:docMk/>
            <pc:sldMk cId="3606377572" sldId="4639"/>
            <ac:spMk id="23" creationId="{CB469295-C3D6-56A8-009A-DE0F7BDE7DA3}"/>
          </ac:spMkLst>
        </pc:spChg>
        <pc:spChg chg="add mod">
          <ac:chgData name="Ronan Ogor" userId="473d6ea9-be06-4609-b78d-125cc115ecf4" providerId="ADAL" clId="{403BE842-08DA-449C-8451-E1B261B729ED}" dt="2025-06-16T04:54:05.097" v="6506"/>
          <ac:spMkLst>
            <pc:docMk/>
            <pc:sldMk cId="3606377572" sldId="4639"/>
            <ac:spMk id="24" creationId="{83637CAC-E711-8A9E-0FAD-314F0C0372DB}"/>
          </ac:spMkLst>
        </pc:spChg>
        <pc:cxnChg chg="add mod">
          <ac:chgData name="Ronan Ogor" userId="473d6ea9-be06-4609-b78d-125cc115ecf4" providerId="ADAL" clId="{403BE842-08DA-449C-8451-E1B261B729ED}" dt="2025-06-15T19:02:48.446" v="4158" actId="1076"/>
          <ac:cxnSpMkLst>
            <pc:docMk/>
            <pc:sldMk cId="3606377572" sldId="4639"/>
            <ac:cxnSpMk id="11" creationId="{0937F9EC-F03C-344C-3500-75AC43F09DA1}"/>
          </ac:cxnSpMkLst>
        </pc:cxnChg>
        <pc:cxnChg chg="add mod">
          <ac:chgData name="Ronan Ogor" userId="473d6ea9-be06-4609-b78d-125cc115ecf4" providerId="ADAL" clId="{403BE842-08DA-449C-8451-E1B261B729ED}" dt="2025-06-15T19:02:48.446" v="4158" actId="1076"/>
          <ac:cxnSpMkLst>
            <pc:docMk/>
            <pc:sldMk cId="3606377572" sldId="4639"/>
            <ac:cxnSpMk id="14" creationId="{0641D4EB-220A-5554-4B94-9F8A540252E6}"/>
          </ac:cxnSpMkLst>
        </pc:cxnChg>
        <pc:cxnChg chg="add mod">
          <ac:chgData name="Ronan Ogor" userId="473d6ea9-be06-4609-b78d-125cc115ecf4" providerId="ADAL" clId="{403BE842-08DA-449C-8451-E1B261B729ED}" dt="2025-06-15T19:02:48.446" v="4158" actId="1076"/>
          <ac:cxnSpMkLst>
            <pc:docMk/>
            <pc:sldMk cId="3606377572" sldId="4639"/>
            <ac:cxnSpMk id="18" creationId="{B4AA3C35-1D34-EDFE-34EA-177423F39620}"/>
          </ac:cxnSpMkLst>
        </pc:cxnChg>
        <pc:cxnChg chg="add mod">
          <ac:chgData name="Ronan Ogor" userId="473d6ea9-be06-4609-b78d-125cc115ecf4" providerId="ADAL" clId="{403BE842-08DA-449C-8451-E1B261B729ED}" dt="2025-06-15T19:02:48.446" v="4158" actId="1076"/>
          <ac:cxnSpMkLst>
            <pc:docMk/>
            <pc:sldMk cId="3606377572" sldId="4639"/>
            <ac:cxnSpMk id="21" creationId="{E7711C06-E202-925A-7A6E-E8D96548538E}"/>
          </ac:cxnSpMkLst>
        </pc:cxnChg>
      </pc:sldChg>
      <pc:sldChg chg="addSp delSp modSp add mod">
        <pc:chgData name="Ronan Ogor" userId="473d6ea9-be06-4609-b78d-125cc115ecf4" providerId="ADAL" clId="{403BE842-08DA-449C-8451-E1B261B729ED}" dt="2025-06-16T08:49:05.467" v="8085" actId="1076"/>
        <pc:sldMkLst>
          <pc:docMk/>
          <pc:sldMk cId="4064406343" sldId="4640"/>
        </pc:sldMkLst>
        <pc:spChg chg="mod">
          <ac:chgData name="Ronan Ogor" userId="473d6ea9-be06-4609-b78d-125cc115ecf4" providerId="ADAL" clId="{403BE842-08DA-449C-8451-E1B261B729ED}" dt="2025-06-16T08:49:05.467" v="8085" actId="1076"/>
          <ac:spMkLst>
            <pc:docMk/>
            <pc:sldMk cId="4064406343" sldId="4640"/>
            <ac:spMk id="5" creationId="{AD85D33C-EB99-31E5-76FE-19C7E2671778}"/>
          </ac:spMkLst>
        </pc:spChg>
        <pc:spChg chg="add mod">
          <ac:chgData name="Ronan Ogor" userId="473d6ea9-be06-4609-b78d-125cc115ecf4" providerId="ADAL" clId="{403BE842-08DA-449C-8451-E1B261B729ED}" dt="2025-06-15T19:05:06.727" v="4164"/>
          <ac:spMkLst>
            <pc:docMk/>
            <pc:sldMk cId="4064406343" sldId="4640"/>
            <ac:spMk id="8" creationId="{8F61ABDC-42F8-5773-76FC-49948B2B86F2}"/>
          </ac:spMkLst>
        </pc:spChg>
        <pc:spChg chg="add mod">
          <ac:chgData name="Ronan Ogor" userId="473d6ea9-be06-4609-b78d-125cc115ecf4" providerId="ADAL" clId="{403BE842-08DA-449C-8451-E1B261B729ED}" dt="2025-06-16T02:37:02.932" v="4978" actId="14100"/>
          <ac:spMkLst>
            <pc:docMk/>
            <pc:sldMk cId="4064406343" sldId="4640"/>
            <ac:spMk id="16" creationId="{6DCA86AE-7511-DFBC-28A5-3C9DA6885391}"/>
          </ac:spMkLst>
        </pc:spChg>
        <pc:spChg chg="add mod">
          <ac:chgData name="Ronan Ogor" userId="473d6ea9-be06-4609-b78d-125cc115ecf4" providerId="ADAL" clId="{403BE842-08DA-449C-8451-E1B261B729ED}" dt="2025-06-16T02:37:00.647" v="4977" actId="1076"/>
          <ac:spMkLst>
            <pc:docMk/>
            <pc:sldMk cId="4064406343" sldId="4640"/>
            <ac:spMk id="20" creationId="{AC11A0BA-4341-1001-726C-F64CF888A5EA}"/>
          </ac:spMkLst>
        </pc:spChg>
        <pc:spChg chg="add mod">
          <ac:chgData name="Ronan Ogor" userId="473d6ea9-be06-4609-b78d-125cc115ecf4" providerId="ADAL" clId="{403BE842-08DA-449C-8451-E1B261B729ED}" dt="2025-06-16T02:37:35.797" v="4986" actId="1076"/>
          <ac:spMkLst>
            <pc:docMk/>
            <pc:sldMk cId="4064406343" sldId="4640"/>
            <ac:spMk id="22" creationId="{456BA463-4828-DC08-E124-7D49AEB0FCAD}"/>
          </ac:spMkLst>
        </pc:spChg>
        <pc:spChg chg="add mod">
          <ac:chgData name="Ronan Ogor" userId="473d6ea9-be06-4609-b78d-125cc115ecf4" providerId="ADAL" clId="{403BE842-08DA-449C-8451-E1B261B729ED}" dt="2025-06-16T02:37:21.996" v="4983" actId="113"/>
          <ac:spMkLst>
            <pc:docMk/>
            <pc:sldMk cId="4064406343" sldId="4640"/>
            <ac:spMk id="23" creationId="{BCF09FEC-A77D-D245-5222-769B2EE7B942}"/>
          </ac:spMkLst>
        </pc:spChg>
        <pc:cxnChg chg="add mod">
          <ac:chgData name="Ronan Ogor" userId="473d6ea9-be06-4609-b78d-125cc115ecf4" providerId="ADAL" clId="{403BE842-08DA-449C-8451-E1B261B729ED}" dt="2025-06-16T02:37:04.660" v="4979" actId="1076"/>
          <ac:cxnSpMkLst>
            <pc:docMk/>
            <pc:sldMk cId="4064406343" sldId="4640"/>
            <ac:cxnSpMk id="18" creationId="{E31D6295-FB00-5215-CCC2-00BAA303AE27}"/>
          </ac:cxnSpMkLst>
        </pc:cxnChg>
      </pc:sldChg>
      <pc:sldChg chg="addSp delSp modSp add mod">
        <pc:chgData name="Ronan Ogor" userId="473d6ea9-be06-4609-b78d-125cc115ecf4" providerId="ADAL" clId="{403BE842-08DA-449C-8451-E1B261B729ED}" dt="2025-06-16T10:10:05.936" v="8529"/>
        <pc:sldMkLst>
          <pc:docMk/>
          <pc:sldMk cId="2015133851" sldId="4641"/>
        </pc:sldMkLst>
        <pc:spChg chg="add mod">
          <ac:chgData name="Ronan Ogor" userId="473d6ea9-be06-4609-b78d-125cc115ecf4" providerId="ADAL" clId="{403BE842-08DA-449C-8451-E1B261B729ED}" dt="2025-06-15T19:16:12.421" v="4330" actId="1076"/>
          <ac:spMkLst>
            <pc:docMk/>
            <pc:sldMk cId="2015133851" sldId="4641"/>
            <ac:spMk id="6" creationId="{9AAEB000-0DD2-D7AB-0DB4-653E36755964}"/>
          </ac:spMkLst>
        </pc:spChg>
        <pc:spChg chg="add mod">
          <ac:chgData name="Ronan Ogor" userId="473d6ea9-be06-4609-b78d-125cc115ecf4" providerId="ADAL" clId="{403BE842-08DA-449C-8451-E1B261B729ED}" dt="2025-06-16T10:10:05.936" v="8529"/>
          <ac:spMkLst>
            <pc:docMk/>
            <pc:sldMk cId="2015133851" sldId="4641"/>
            <ac:spMk id="8" creationId="{AB823BBC-3BFC-9671-2C90-0665C918B02A}"/>
          </ac:spMkLst>
        </pc:spChg>
        <pc:spChg chg="add mod">
          <ac:chgData name="Ronan Ogor" userId="473d6ea9-be06-4609-b78d-125cc115ecf4" providerId="ADAL" clId="{403BE842-08DA-449C-8451-E1B261B729ED}" dt="2025-06-15T19:16:02.270" v="4329" actId="14100"/>
          <ac:spMkLst>
            <pc:docMk/>
            <pc:sldMk cId="2015133851" sldId="4641"/>
            <ac:spMk id="10" creationId="{74D12E1D-D764-1CBD-B210-62AB8E54534B}"/>
          </ac:spMkLst>
        </pc:spChg>
        <pc:spChg chg="add mod">
          <ac:chgData name="Ronan Ogor" userId="473d6ea9-be06-4609-b78d-125cc115ecf4" providerId="ADAL" clId="{403BE842-08DA-449C-8451-E1B261B729ED}" dt="2025-06-15T19:15:51.238" v="4325" actId="14100"/>
          <ac:spMkLst>
            <pc:docMk/>
            <pc:sldMk cId="2015133851" sldId="4641"/>
            <ac:spMk id="12" creationId="{93B9E2D4-9482-747A-379D-6CDDE935586A}"/>
          </ac:spMkLst>
        </pc:spChg>
        <pc:spChg chg="add mod">
          <ac:chgData name="Ronan Ogor" userId="473d6ea9-be06-4609-b78d-125cc115ecf4" providerId="ADAL" clId="{403BE842-08DA-449C-8451-E1B261B729ED}" dt="2025-06-15T19:15:21.477" v="4314" actId="1076"/>
          <ac:spMkLst>
            <pc:docMk/>
            <pc:sldMk cId="2015133851" sldId="4641"/>
            <ac:spMk id="14" creationId="{D8D72B30-4AB1-F7F3-D7C6-AB6F2DEB56D2}"/>
          </ac:spMkLst>
        </pc:spChg>
        <pc:spChg chg="add mod">
          <ac:chgData name="Ronan Ogor" userId="473d6ea9-be06-4609-b78d-125cc115ecf4" providerId="ADAL" clId="{403BE842-08DA-449C-8451-E1B261B729ED}" dt="2025-06-15T19:16:00.238" v="4328" actId="14100"/>
          <ac:spMkLst>
            <pc:docMk/>
            <pc:sldMk cId="2015133851" sldId="4641"/>
            <ac:spMk id="17" creationId="{FC299DBE-A07B-A820-2E2E-E378C02105D1}"/>
          </ac:spMkLst>
        </pc:spChg>
        <pc:spChg chg="add mod">
          <ac:chgData name="Ronan Ogor" userId="473d6ea9-be06-4609-b78d-125cc115ecf4" providerId="ADAL" clId="{403BE842-08DA-449C-8451-E1B261B729ED}" dt="2025-06-15T19:15:54.560" v="4326" actId="14100"/>
          <ac:spMkLst>
            <pc:docMk/>
            <pc:sldMk cId="2015133851" sldId="4641"/>
            <ac:spMk id="18" creationId="{0A65DE6A-5A47-1C3F-5BD9-3D5CABAB331E}"/>
          </ac:spMkLst>
        </pc:spChg>
        <pc:spChg chg="add mod">
          <ac:chgData name="Ronan Ogor" userId="473d6ea9-be06-4609-b78d-125cc115ecf4" providerId="ADAL" clId="{403BE842-08DA-449C-8451-E1B261B729ED}" dt="2025-06-15T19:15:56.823" v="4327" actId="14100"/>
          <ac:spMkLst>
            <pc:docMk/>
            <pc:sldMk cId="2015133851" sldId="4641"/>
            <ac:spMk id="19" creationId="{B2890779-2981-E41E-7F15-6B21D47FB773}"/>
          </ac:spMkLst>
        </pc:spChg>
        <pc:spChg chg="add mod">
          <ac:chgData name="Ronan Ogor" userId="473d6ea9-be06-4609-b78d-125cc115ecf4" providerId="ADAL" clId="{403BE842-08DA-449C-8451-E1B261B729ED}" dt="2025-06-16T02:36:04.612" v="4963"/>
          <ac:spMkLst>
            <pc:docMk/>
            <pc:sldMk cId="2015133851" sldId="4641"/>
            <ac:spMk id="30" creationId="{60965EC3-6696-3D48-625B-2602949D4A94}"/>
          </ac:spMkLst>
        </pc:spChg>
        <pc:cxnChg chg="add mod">
          <ac:chgData name="Ronan Ogor" userId="473d6ea9-be06-4609-b78d-125cc115ecf4" providerId="ADAL" clId="{403BE842-08DA-449C-8451-E1B261B729ED}" dt="2025-06-15T19:15:47.350" v="4323" actId="14100"/>
          <ac:cxnSpMkLst>
            <pc:docMk/>
            <pc:sldMk cId="2015133851" sldId="4641"/>
            <ac:cxnSpMk id="21" creationId="{75614DEA-AF3D-EA3F-2841-382B96270BDC}"/>
          </ac:cxnSpMkLst>
        </pc:cxnChg>
        <pc:cxnChg chg="add mod">
          <ac:chgData name="Ronan Ogor" userId="473d6ea9-be06-4609-b78d-125cc115ecf4" providerId="ADAL" clId="{403BE842-08DA-449C-8451-E1B261B729ED}" dt="2025-06-15T19:15:19.775" v="4313" actId="14100"/>
          <ac:cxnSpMkLst>
            <pc:docMk/>
            <pc:sldMk cId="2015133851" sldId="4641"/>
            <ac:cxnSpMk id="22" creationId="{5EEA660F-111F-C8A1-0DF5-25DC1276F374}"/>
          </ac:cxnSpMkLst>
        </pc:cxnChg>
        <pc:cxnChg chg="add mod">
          <ac:chgData name="Ronan Ogor" userId="473d6ea9-be06-4609-b78d-125cc115ecf4" providerId="ADAL" clId="{403BE842-08DA-449C-8451-E1B261B729ED}" dt="2025-06-15T19:15:25.351" v="4315" actId="571"/>
          <ac:cxnSpMkLst>
            <pc:docMk/>
            <pc:sldMk cId="2015133851" sldId="4641"/>
            <ac:cxnSpMk id="24" creationId="{D0E93C1C-7CD4-47B4-10FD-96E338DDF9AF}"/>
          </ac:cxnSpMkLst>
        </pc:cxnChg>
        <pc:cxnChg chg="add mod">
          <ac:chgData name="Ronan Ogor" userId="473d6ea9-be06-4609-b78d-125cc115ecf4" providerId="ADAL" clId="{403BE842-08DA-449C-8451-E1B261B729ED}" dt="2025-06-15T19:15:31.902" v="4317" actId="14100"/>
          <ac:cxnSpMkLst>
            <pc:docMk/>
            <pc:sldMk cId="2015133851" sldId="4641"/>
            <ac:cxnSpMk id="25" creationId="{7ACF2BCA-7590-19C9-3F19-A1941935419E}"/>
          </ac:cxnSpMkLst>
        </pc:cxnChg>
        <pc:cxnChg chg="add mod">
          <ac:chgData name="Ronan Ogor" userId="473d6ea9-be06-4609-b78d-125cc115ecf4" providerId="ADAL" clId="{403BE842-08DA-449C-8451-E1B261B729ED}" dt="2025-06-15T19:15:37.696" v="4319" actId="571"/>
          <ac:cxnSpMkLst>
            <pc:docMk/>
            <pc:sldMk cId="2015133851" sldId="4641"/>
            <ac:cxnSpMk id="27" creationId="{BF4FE12C-64C7-2681-87E7-396285A0B479}"/>
          </ac:cxnSpMkLst>
        </pc:cxnChg>
        <pc:cxnChg chg="add mod">
          <ac:chgData name="Ronan Ogor" userId="473d6ea9-be06-4609-b78d-125cc115ecf4" providerId="ADAL" clId="{403BE842-08DA-449C-8451-E1B261B729ED}" dt="2025-06-15T19:15:39.567" v="4320" actId="571"/>
          <ac:cxnSpMkLst>
            <pc:docMk/>
            <pc:sldMk cId="2015133851" sldId="4641"/>
            <ac:cxnSpMk id="28" creationId="{1AF35B29-27E2-F962-52DB-D26BA9AB3AF4}"/>
          </ac:cxnSpMkLst>
        </pc:cxnChg>
      </pc:sldChg>
      <pc:sldChg chg="addSp delSp modSp add mod">
        <pc:chgData name="Ronan Ogor" userId="473d6ea9-be06-4609-b78d-125cc115ecf4" providerId="ADAL" clId="{403BE842-08DA-449C-8451-E1B261B729ED}" dt="2025-06-16T15:35:13.428" v="10465" actId="1076"/>
        <pc:sldMkLst>
          <pc:docMk/>
          <pc:sldMk cId="1181385927" sldId="4642"/>
        </pc:sldMkLst>
        <pc:spChg chg="add mod">
          <ac:chgData name="Ronan Ogor" userId="473d6ea9-be06-4609-b78d-125cc115ecf4" providerId="ADAL" clId="{403BE842-08DA-449C-8451-E1B261B729ED}" dt="2025-06-16T15:10:49.467" v="9887" actId="20577"/>
          <ac:spMkLst>
            <pc:docMk/>
            <pc:sldMk cId="1181385927" sldId="4642"/>
            <ac:spMk id="2" creationId="{4D7726B0-DF3D-F7F4-7834-6988F5A7C90A}"/>
          </ac:spMkLst>
        </pc:spChg>
        <pc:spChg chg="add mod">
          <ac:chgData name="Ronan Ogor" userId="473d6ea9-be06-4609-b78d-125cc115ecf4" providerId="ADAL" clId="{403BE842-08DA-449C-8451-E1B261B729ED}" dt="2025-06-16T15:15:57.606" v="10118" actId="1076"/>
          <ac:spMkLst>
            <pc:docMk/>
            <pc:sldMk cId="1181385927" sldId="4642"/>
            <ac:spMk id="14" creationId="{467598DF-573D-AE36-B3D1-64CC674E970D}"/>
          </ac:spMkLst>
        </pc:spChg>
        <pc:spChg chg="add mod">
          <ac:chgData name="Ronan Ogor" userId="473d6ea9-be06-4609-b78d-125cc115ecf4" providerId="ADAL" clId="{403BE842-08DA-449C-8451-E1B261B729ED}" dt="2025-06-16T15:16:05.790" v="10119" actId="1076"/>
          <ac:spMkLst>
            <pc:docMk/>
            <pc:sldMk cId="1181385927" sldId="4642"/>
            <ac:spMk id="19" creationId="{510DA145-9EDB-41B9-911E-5A5AA6271AF4}"/>
          </ac:spMkLst>
        </pc:spChg>
        <pc:spChg chg="add mod">
          <ac:chgData name="Ronan Ogor" userId="473d6ea9-be06-4609-b78d-125cc115ecf4" providerId="ADAL" clId="{403BE842-08DA-449C-8451-E1B261B729ED}" dt="2025-06-16T15:14:52.221" v="10022" actId="1076"/>
          <ac:spMkLst>
            <pc:docMk/>
            <pc:sldMk cId="1181385927" sldId="4642"/>
            <ac:spMk id="21" creationId="{F30DDDA7-2C21-0DE7-B50F-FE0358D4AAA5}"/>
          </ac:spMkLst>
        </pc:spChg>
        <pc:spChg chg="add mod">
          <ac:chgData name="Ronan Ogor" userId="473d6ea9-be06-4609-b78d-125cc115ecf4" providerId="ADAL" clId="{403BE842-08DA-449C-8451-E1B261B729ED}" dt="2025-06-16T15:35:13.428" v="10465" actId="1076"/>
          <ac:spMkLst>
            <pc:docMk/>
            <pc:sldMk cId="1181385927" sldId="4642"/>
            <ac:spMk id="22" creationId="{38BE2F14-603F-96D2-21D0-AEA603A99D9F}"/>
          </ac:spMkLst>
        </pc:spChg>
        <pc:graphicFrameChg chg="add mod modGraphic">
          <ac:chgData name="Ronan Ogor" userId="473d6ea9-be06-4609-b78d-125cc115ecf4" providerId="ADAL" clId="{403BE842-08DA-449C-8451-E1B261B729ED}" dt="2025-06-16T15:16:05.790" v="10119" actId="1076"/>
          <ac:graphicFrameMkLst>
            <pc:docMk/>
            <pc:sldMk cId="1181385927" sldId="4642"/>
            <ac:graphicFrameMk id="18" creationId="{6C6913A7-C581-6C59-FDA2-C871606A1424}"/>
          </ac:graphicFrameMkLst>
        </pc:graphicFrameChg>
        <pc:graphicFrameChg chg="add mod modGraphic">
          <ac:chgData name="Ronan Ogor" userId="473d6ea9-be06-4609-b78d-125cc115ecf4" providerId="ADAL" clId="{403BE842-08DA-449C-8451-E1B261B729ED}" dt="2025-06-16T15:14:52.221" v="10022" actId="1076"/>
          <ac:graphicFrameMkLst>
            <pc:docMk/>
            <pc:sldMk cId="1181385927" sldId="4642"/>
            <ac:graphicFrameMk id="20" creationId="{6E720397-20ED-333D-8CA8-3FA3A8A356C8}"/>
          </ac:graphicFrameMkLst>
        </pc:graphicFrameChg>
      </pc:sldChg>
      <pc:sldChg chg="add del">
        <pc:chgData name="Ronan Ogor" userId="473d6ea9-be06-4609-b78d-125cc115ecf4" providerId="ADAL" clId="{403BE842-08DA-449C-8451-E1B261B729ED}" dt="2025-06-17T09:45:27.665" v="12031" actId="47"/>
        <pc:sldMkLst>
          <pc:docMk/>
          <pc:sldMk cId="1757317150" sldId="4643"/>
        </pc:sldMkLst>
      </pc:sldChg>
      <pc:sldChg chg="add del">
        <pc:chgData name="Ronan Ogor" userId="473d6ea9-be06-4609-b78d-125cc115ecf4" providerId="ADAL" clId="{403BE842-08DA-449C-8451-E1B261B729ED}" dt="2025-06-17T09:45:27.665" v="12031" actId="47"/>
        <pc:sldMkLst>
          <pc:docMk/>
          <pc:sldMk cId="164696393" sldId="4644"/>
        </pc:sldMkLst>
      </pc:sldChg>
      <pc:sldChg chg="add del">
        <pc:chgData name="Ronan Ogor" userId="473d6ea9-be06-4609-b78d-125cc115ecf4" providerId="ADAL" clId="{403BE842-08DA-449C-8451-E1B261B729ED}" dt="2025-06-17T09:45:27.665" v="12031" actId="47"/>
        <pc:sldMkLst>
          <pc:docMk/>
          <pc:sldMk cId="2538678123" sldId="4645"/>
        </pc:sldMkLst>
      </pc:sldChg>
      <pc:sldChg chg="addSp delSp modSp add del mod">
        <pc:chgData name="Ronan Ogor" userId="473d6ea9-be06-4609-b78d-125cc115ecf4" providerId="ADAL" clId="{403BE842-08DA-449C-8451-E1B261B729ED}" dt="2025-06-16T13:36:33.856" v="9122" actId="47"/>
        <pc:sldMkLst>
          <pc:docMk/>
          <pc:sldMk cId="1767458701" sldId="4646"/>
        </pc:sldMkLst>
      </pc:sldChg>
      <pc:sldChg chg="addSp modSp add mod ord setBg">
        <pc:chgData name="Ronan Ogor" userId="473d6ea9-be06-4609-b78d-125cc115ecf4" providerId="ADAL" clId="{403BE842-08DA-449C-8451-E1B261B729ED}" dt="2025-06-16T13:37:09.339" v="9136"/>
        <pc:sldMkLst>
          <pc:docMk/>
          <pc:sldMk cId="1526411753" sldId="4722"/>
        </pc:sldMkLst>
        <pc:spChg chg="add mod">
          <ac:chgData name="Ronan Ogor" userId="473d6ea9-be06-4609-b78d-125cc115ecf4" providerId="ADAL" clId="{403BE842-08DA-449C-8451-E1B261B729ED}" dt="2025-06-16T13:36:57.516" v="9132" actId="1076"/>
          <ac:spMkLst>
            <pc:docMk/>
            <pc:sldMk cId="1526411753" sldId="4722"/>
            <ac:spMk id="2" creationId="{2107E6CA-3FD3-BC68-742F-D7C81BC9381F}"/>
          </ac:spMkLst>
        </pc:spChg>
        <pc:spChg chg="mod">
          <ac:chgData name="Ronan Ogor" userId="473d6ea9-be06-4609-b78d-125cc115ecf4" providerId="ADAL" clId="{403BE842-08DA-449C-8451-E1B261B729ED}" dt="2025-06-16T13:37:02.962" v="9134" actId="1076"/>
          <ac:spMkLst>
            <pc:docMk/>
            <pc:sldMk cId="1526411753" sldId="4722"/>
            <ac:spMk id="5" creationId="{823FBFC6-5A4A-676A-2E7C-350EE7B99CD0}"/>
          </ac:spMkLst>
        </pc:spChg>
        <pc:spChg chg="mod">
          <ac:chgData name="Ronan Ogor" userId="473d6ea9-be06-4609-b78d-125cc115ecf4" providerId="ADAL" clId="{403BE842-08DA-449C-8451-E1B261B729ED}" dt="2025-06-15T19:39:34.616" v="4872" actId="20577"/>
          <ac:spMkLst>
            <pc:docMk/>
            <pc:sldMk cId="1526411753" sldId="4722"/>
            <ac:spMk id="6" creationId="{8CAE7EDE-0D5D-59BB-AF17-33B8CC3B9559}"/>
          </ac:spMkLst>
        </pc:spChg>
      </pc:sldChg>
      <pc:sldChg chg="addSp delSp modSp add del mod ord">
        <pc:chgData name="Ronan Ogor" userId="473d6ea9-be06-4609-b78d-125cc115ecf4" providerId="ADAL" clId="{403BE842-08DA-449C-8451-E1B261B729ED}" dt="2025-06-16T14:00:05.436" v="9327" actId="47"/>
        <pc:sldMkLst>
          <pc:docMk/>
          <pc:sldMk cId="2397598811" sldId="4723"/>
        </pc:sldMkLst>
      </pc:sldChg>
      <pc:sldChg chg="addSp delSp modSp add mod delAnim">
        <pc:chgData name="Ronan Ogor" userId="473d6ea9-be06-4609-b78d-125cc115ecf4" providerId="ADAL" clId="{403BE842-08DA-449C-8451-E1B261B729ED}" dt="2025-06-24T08:02:46.879" v="12539" actId="14100"/>
        <pc:sldMkLst>
          <pc:docMk/>
          <pc:sldMk cId="3602957000" sldId="4724"/>
        </pc:sldMkLst>
        <pc:spChg chg="mod">
          <ac:chgData name="Ronan Ogor" userId="473d6ea9-be06-4609-b78d-125cc115ecf4" providerId="ADAL" clId="{403BE842-08DA-449C-8451-E1B261B729ED}" dt="2025-06-16T07:01:35.397" v="7314" actId="1076"/>
          <ac:spMkLst>
            <pc:docMk/>
            <pc:sldMk cId="3602957000" sldId="4724"/>
            <ac:spMk id="2" creationId="{A0B3BC6E-0866-58C1-6A7E-8EA3EC670028}"/>
          </ac:spMkLst>
        </pc:spChg>
        <pc:graphicFrameChg chg="add del mod modGraphic">
          <ac:chgData name="Ronan Ogor" userId="473d6ea9-be06-4609-b78d-125cc115ecf4" providerId="ADAL" clId="{403BE842-08DA-449C-8451-E1B261B729ED}" dt="2025-06-24T08:02:46.879" v="12539" actId="14100"/>
          <ac:graphicFrameMkLst>
            <pc:docMk/>
            <pc:sldMk cId="3602957000" sldId="4724"/>
            <ac:graphicFrameMk id="3" creationId="{ADFF69B9-BE37-AC57-5CC0-C2D13AC51ED7}"/>
          </ac:graphicFrameMkLst>
        </pc:graphicFrameChg>
        <pc:picChg chg="mod">
          <ac:chgData name="Ronan Ogor" userId="473d6ea9-be06-4609-b78d-125cc115ecf4" providerId="ADAL" clId="{403BE842-08DA-449C-8451-E1B261B729ED}" dt="2025-06-16T07:01:37.445" v="7315" actId="1076"/>
          <ac:picMkLst>
            <pc:docMk/>
            <pc:sldMk cId="3602957000" sldId="4724"/>
            <ac:picMk id="13" creationId="{C8129FC0-9D3E-F2B5-7F50-27DA2B9117DA}"/>
          </ac:picMkLst>
        </pc:picChg>
      </pc:sldChg>
      <pc:sldChg chg="addSp delSp modSp add mod">
        <pc:chgData name="Ronan Ogor" userId="473d6ea9-be06-4609-b78d-125cc115ecf4" providerId="ADAL" clId="{403BE842-08DA-449C-8451-E1B261B729ED}" dt="2025-06-16T10:24:13.062" v="8587" actId="1076"/>
        <pc:sldMkLst>
          <pc:docMk/>
          <pc:sldMk cId="1760298796" sldId="4725"/>
        </pc:sldMkLst>
        <pc:spChg chg="mod">
          <ac:chgData name="Ronan Ogor" userId="473d6ea9-be06-4609-b78d-125cc115ecf4" providerId="ADAL" clId="{403BE842-08DA-449C-8451-E1B261B729ED}" dt="2025-06-16T10:23:33.868" v="8572" actId="20577"/>
          <ac:spMkLst>
            <pc:docMk/>
            <pc:sldMk cId="1760298796" sldId="4725"/>
            <ac:spMk id="2" creationId="{8D02FEB4-39A9-CA1D-5049-4E7E9103592F}"/>
          </ac:spMkLst>
        </pc:spChg>
        <pc:spChg chg="mod">
          <ac:chgData name="Ronan Ogor" userId="473d6ea9-be06-4609-b78d-125cc115ecf4" providerId="ADAL" clId="{403BE842-08DA-449C-8451-E1B261B729ED}" dt="2025-06-16T08:42:53.614" v="7778"/>
          <ac:spMkLst>
            <pc:docMk/>
            <pc:sldMk cId="1760298796" sldId="4725"/>
            <ac:spMk id="4" creationId="{8FF15672-E058-7675-246A-AE52CF43F3A4}"/>
          </ac:spMkLst>
        </pc:spChg>
        <pc:spChg chg="add mod">
          <ac:chgData name="Ronan Ogor" userId="473d6ea9-be06-4609-b78d-125cc115ecf4" providerId="ADAL" clId="{403BE842-08DA-449C-8451-E1B261B729ED}" dt="2025-06-16T10:24:13.062" v="8587" actId="1076"/>
          <ac:spMkLst>
            <pc:docMk/>
            <pc:sldMk cId="1760298796" sldId="4725"/>
            <ac:spMk id="6" creationId="{4688530B-3582-AE6A-5612-15E90A28686D}"/>
          </ac:spMkLst>
        </pc:spChg>
        <pc:spChg chg="add mod">
          <ac:chgData name="Ronan Ogor" userId="473d6ea9-be06-4609-b78d-125cc115ecf4" providerId="ADAL" clId="{403BE842-08DA-449C-8451-E1B261B729ED}" dt="2025-06-16T10:24:13.062" v="8587" actId="1076"/>
          <ac:spMkLst>
            <pc:docMk/>
            <pc:sldMk cId="1760298796" sldId="4725"/>
            <ac:spMk id="7" creationId="{7417280E-C621-AE90-96F2-8E1C4E7C6687}"/>
          </ac:spMkLst>
        </pc:spChg>
        <pc:spChg chg="add mod">
          <ac:chgData name="Ronan Ogor" userId="473d6ea9-be06-4609-b78d-125cc115ecf4" providerId="ADAL" clId="{403BE842-08DA-449C-8451-E1B261B729ED}" dt="2025-06-16T10:24:13.062" v="8587" actId="1076"/>
          <ac:spMkLst>
            <pc:docMk/>
            <pc:sldMk cId="1760298796" sldId="4725"/>
            <ac:spMk id="8" creationId="{86F97CF5-3A6E-9426-D94A-C4270B3EA551}"/>
          </ac:spMkLst>
        </pc:spChg>
        <pc:spChg chg="add mod">
          <ac:chgData name="Ronan Ogor" userId="473d6ea9-be06-4609-b78d-125cc115ecf4" providerId="ADAL" clId="{403BE842-08DA-449C-8451-E1B261B729ED}" dt="2025-06-16T10:24:13.062" v="8587" actId="1076"/>
          <ac:spMkLst>
            <pc:docMk/>
            <pc:sldMk cId="1760298796" sldId="4725"/>
            <ac:spMk id="9" creationId="{320323B5-D8D3-2BD6-391D-58EF8C32C28B}"/>
          </ac:spMkLst>
        </pc:spChg>
        <pc:spChg chg="add mod">
          <ac:chgData name="Ronan Ogor" userId="473d6ea9-be06-4609-b78d-125cc115ecf4" providerId="ADAL" clId="{403BE842-08DA-449C-8451-E1B261B729ED}" dt="2025-06-16T10:01:56.009" v="8434" actId="1076"/>
          <ac:spMkLst>
            <pc:docMk/>
            <pc:sldMk cId="1760298796" sldId="4725"/>
            <ac:spMk id="12" creationId="{E3CDB1B8-33EC-8A7C-A5AA-9E9BA3429049}"/>
          </ac:spMkLst>
        </pc:spChg>
        <pc:spChg chg="mod">
          <ac:chgData name="Ronan Ogor" userId="473d6ea9-be06-4609-b78d-125cc115ecf4" providerId="ADAL" clId="{403BE842-08DA-449C-8451-E1B261B729ED}" dt="2025-06-16T10:24:13.062" v="8587" actId="1076"/>
          <ac:spMkLst>
            <pc:docMk/>
            <pc:sldMk cId="1760298796" sldId="4725"/>
            <ac:spMk id="15" creationId="{538D4FA2-4081-82C5-0944-20964C145105}"/>
          </ac:spMkLst>
        </pc:spChg>
        <pc:spChg chg="add mod">
          <ac:chgData name="Ronan Ogor" userId="473d6ea9-be06-4609-b78d-125cc115ecf4" providerId="ADAL" clId="{403BE842-08DA-449C-8451-E1B261B729ED}" dt="2025-06-16T10:24:13.062" v="8587" actId="1076"/>
          <ac:spMkLst>
            <pc:docMk/>
            <pc:sldMk cId="1760298796" sldId="4725"/>
            <ac:spMk id="21" creationId="{C1BA77EF-8FB9-F4C2-0E5B-D622E9120C36}"/>
          </ac:spMkLst>
        </pc:spChg>
        <pc:spChg chg="add mod">
          <ac:chgData name="Ronan Ogor" userId="473d6ea9-be06-4609-b78d-125cc115ecf4" providerId="ADAL" clId="{403BE842-08DA-449C-8451-E1B261B729ED}" dt="2025-06-16T10:24:13.062" v="8587" actId="1076"/>
          <ac:spMkLst>
            <pc:docMk/>
            <pc:sldMk cId="1760298796" sldId="4725"/>
            <ac:spMk id="26" creationId="{624111D0-A680-BCB3-832E-FCA95A1F8CF3}"/>
          </ac:spMkLst>
        </pc:spChg>
        <pc:grpChg chg="add mod">
          <ac:chgData name="Ronan Ogor" userId="473d6ea9-be06-4609-b78d-125cc115ecf4" providerId="ADAL" clId="{403BE842-08DA-449C-8451-E1B261B729ED}" dt="2025-06-16T10:24:13.062" v="8587" actId="1076"/>
          <ac:grpSpMkLst>
            <pc:docMk/>
            <pc:sldMk cId="1760298796" sldId="4725"/>
            <ac:grpSpMk id="3" creationId="{B72C68AF-FCDD-084B-2685-BEB34516903E}"/>
          </ac:grpSpMkLst>
        </pc:grpChg>
        <pc:cxnChg chg="mod">
          <ac:chgData name="Ronan Ogor" userId="473d6ea9-be06-4609-b78d-125cc115ecf4" providerId="ADAL" clId="{403BE842-08DA-449C-8451-E1B261B729ED}" dt="2025-06-16T08:42:53.614" v="7778"/>
          <ac:cxnSpMkLst>
            <pc:docMk/>
            <pc:sldMk cId="1760298796" sldId="4725"/>
            <ac:cxnSpMk id="5" creationId="{AD08CD44-80D2-196B-4C3B-F77A5DED84B6}"/>
          </ac:cxnSpMkLst>
        </pc:cxnChg>
        <pc:cxnChg chg="add mod">
          <ac:chgData name="Ronan Ogor" userId="473d6ea9-be06-4609-b78d-125cc115ecf4" providerId="ADAL" clId="{403BE842-08DA-449C-8451-E1B261B729ED}" dt="2025-06-16T10:24:13.062" v="8587" actId="1076"/>
          <ac:cxnSpMkLst>
            <pc:docMk/>
            <pc:sldMk cId="1760298796" sldId="4725"/>
            <ac:cxnSpMk id="34" creationId="{443D3A83-C4BC-7095-934D-B187F1855FF9}"/>
          </ac:cxnSpMkLst>
        </pc:cxnChg>
        <pc:cxnChg chg="add mod">
          <ac:chgData name="Ronan Ogor" userId="473d6ea9-be06-4609-b78d-125cc115ecf4" providerId="ADAL" clId="{403BE842-08DA-449C-8451-E1B261B729ED}" dt="2025-06-16T10:24:13.062" v="8587" actId="1076"/>
          <ac:cxnSpMkLst>
            <pc:docMk/>
            <pc:sldMk cId="1760298796" sldId="4725"/>
            <ac:cxnSpMk id="36" creationId="{5AAA71F3-D3D6-F19B-C683-8DB1FE04A759}"/>
          </ac:cxnSpMkLst>
        </pc:cxnChg>
      </pc:sldChg>
      <pc:sldChg chg="modSp add del mod">
        <pc:chgData name="Ronan Ogor" userId="473d6ea9-be06-4609-b78d-125cc115ecf4" providerId="ADAL" clId="{403BE842-08DA-449C-8451-E1B261B729ED}" dt="2025-06-16T10:11:16.043" v="8540" actId="47"/>
        <pc:sldMkLst>
          <pc:docMk/>
          <pc:sldMk cId="2360781792" sldId="4726"/>
        </pc:sldMkLst>
      </pc:sldChg>
      <pc:sldChg chg="addSp delSp modSp add mod">
        <pc:chgData name="Ronan Ogor" userId="473d6ea9-be06-4609-b78d-125cc115ecf4" providerId="ADAL" clId="{403BE842-08DA-449C-8451-E1B261B729ED}" dt="2025-06-16T10:34:23.631" v="8753" actId="1076"/>
        <pc:sldMkLst>
          <pc:docMk/>
          <pc:sldMk cId="977893236" sldId="4727"/>
        </pc:sldMkLst>
        <pc:spChg chg="add mod">
          <ac:chgData name="Ronan Ogor" userId="473d6ea9-be06-4609-b78d-125cc115ecf4" providerId="ADAL" clId="{403BE842-08DA-449C-8451-E1B261B729ED}" dt="2025-06-16T10:24:43.547" v="8589" actId="552"/>
          <ac:spMkLst>
            <pc:docMk/>
            <pc:sldMk cId="977893236" sldId="4727"/>
            <ac:spMk id="2" creationId="{4E5B97E5-40D7-F9C6-C269-16A738A09F4A}"/>
          </ac:spMkLst>
        </pc:spChg>
        <pc:spChg chg="add mod">
          <ac:chgData name="Ronan Ogor" userId="473d6ea9-be06-4609-b78d-125cc115ecf4" providerId="ADAL" clId="{403BE842-08DA-449C-8451-E1B261B729ED}" dt="2025-06-16T10:31:20.255" v="8659" actId="1076"/>
          <ac:spMkLst>
            <pc:docMk/>
            <pc:sldMk cId="977893236" sldId="4727"/>
            <ac:spMk id="3" creationId="{109208BD-E758-452F-D3C3-54C5126AFE18}"/>
          </ac:spMkLst>
        </pc:spChg>
        <pc:spChg chg="add mod">
          <ac:chgData name="Ronan Ogor" userId="473d6ea9-be06-4609-b78d-125cc115ecf4" providerId="ADAL" clId="{403BE842-08DA-449C-8451-E1B261B729ED}" dt="2025-06-16T10:34:19.126" v="8752" actId="20577"/>
          <ac:spMkLst>
            <pc:docMk/>
            <pc:sldMk cId="977893236" sldId="4727"/>
            <ac:spMk id="5" creationId="{72DCED2F-9816-3B07-3087-DF52AA032C90}"/>
          </ac:spMkLst>
        </pc:spChg>
        <pc:spChg chg="add mod">
          <ac:chgData name="Ronan Ogor" userId="473d6ea9-be06-4609-b78d-125cc115ecf4" providerId="ADAL" clId="{403BE842-08DA-449C-8451-E1B261B729ED}" dt="2025-06-16T10:34:23.631" v="8753" actId="1076"/>
          <ac:spMkLst>
            <pc:docMk/>
            <pc:sldMk cId="977893236" sldId="4727"/>
            <ac:spMk id="6" creationId="{6C520D5D-72EA-C892-74DE-EBE26CD627AE}"/>
          </ac:spMkLst>
        </pc:spChg>
        <pc:spChg chg="add mod">
          <ac:chgData name="Ronan Ogor" userId="473d6ea9-be06-4609-b78d-125cc115ecf4" providerId="ADAL" clId="{403BE842-08DA-449C-8451-E1B261B729ED}" dt="2025-06-16T10:34:23.631" v="8753" actId="1076"/>
          <ac:spMkLst>
            <pc:docMk/>
            <pc:sldMk cId="977893236" sldId="4727"/>
            <ac:spMk id="7" creationId="{6909CEEF-E22E-94BE-107E-76F974197FC9}"/>
          </ac:spMkLst>
        </pc:spChg>
        <pc:spChg chg="mod">
          <ac:chgData name="Ronan Ogor" userId="473d6ea9-be06-4609-b78d-125cc115ecf4" providerId="ADAL" clId="{403BE842-08DA-449C-8451-E1B261B729ED}" dt="2025-06-16T10:34:10.824" v="8751" actId="14100"/>
          <ac:spMkLst>
            <pc:docMk/>
            <pc:sldMk cId="977893236" sldId="4727"/>
            <ac:spMk id="15" creationId="{41D143A5-93A3-30AB-6181-3B647B1EEBBD}"/>
          </ac:spMkLst>
        </pc:spChg>
        <pc:spChg chg="mod">
          <ac:chgData name="Ronan Ogor" userId="473d6ea9-be06-4609-b78d-125cc115ecf4" providerId="ADAL" clId="{403BE842-08DA-449C-8451-E1B261B729ED}" dt="2025-06-16T10:23:20.819" v="8564" actId="1076"/>
          <ac:spMkLst>
            <pc:docMk/>
            <pc:sldMk cId="977893236" sldId="4727"/>
            <ac:spMk id="44" creationId="{D0237A1F-5AA5-8DE8-9332-9B8628EDD743}"/>
          </ac:spMkLst>
        </pc:spChg>
      </pc:sldChg>
      <pc:sldChg chg="addSp delSp modSp add mod">
        <pc:chgData name="Ronan Ogor" userId="473d6ea9-be06-4609-b78d-125cc115ecf4" providerId="ADAL" clId="{403BE842-08DA-449C-8451-E1B261B729ED}" dt="2025-06-17T11:18:02.335" v="12538" actId="1076"/>
        <pc:sldMkLst>
          <pc:docMk/>
          <pc:sldMk cId="449510409" sldId="4728"/>
        </pc:sldMkLst>
        <pc:spChg chg="mod">
          <ac:chgData name="Ronan Ogor" userId="473d6ea9-be06-4609-b78d-125cc115ecf4" providerId="ADAL" clId="{403BE842-08DA-449C-8451-E1B261B729ED}" dt="2025-06-16T13:18:16.243" v="8849" actId="1076"/>
          <ac:spMkLst>
            <pc:docMk/>
            <pc:sldMk cId="449510409" sldId="4728"/>
            <ac:spMk id="5" creationId="{0A785B9F-CA40-11D9-9CA5-84228FAEF731}"/>
          </ac:spMkLst>
        </pc:spChg>
        <pc:spChg chg="add mod">
          <ac:chgData name="Ronan Ogor" userId="473d6ea9-be06-4609-b78d-125cc115ecf4" providerId="ADAL" clId="{403BE842-08DA-449C-8451-E1B261B729ED}" dt="2025-06-16T10:47:27.730" v="8765" actId="20577"/>
          <ac:spMkLst>
            <pc:docMk/>
            <pc:sldMk cId="449510409" sldId="4728"/>
            <ac:spMk id="6" creationId="{F55DFC15-6C6A-820F-9C70-4B3C1C5C4189}"/>
          </ac:spMkLst>
        </pc:spChg>
        <pc:spChg chg="add del mod">
          <ac:chgData name="Ronan Ogor" userId="473d6ea9-be06-4609-b78d-125cc115ecf4" providerId="ADAL" clId="{403BE842-08DA-449C-8451-E1B261B729ED}" dt="2025-06-16T13:22:31.562" v="9121" actId="1076"/>
          <ac:spMkLst>
            <pc:docMk/>
            <pc:sldMk cId="449510409" sldId="4728"/>
            <ac:spMk id="7" creationId="{E691E55B-49CF-49FD-CA16-65415E86BBAA}"/>
          </ac:spMkLst>
        </pc:spChg>
        <pc:spChg chg="add mod">
          <ac:chgData name="Ronan Ogor" userId="473d6ea9-be06-4609-b78d-125cc115ecf4" providerId="ADAL" clId="{403BE842-08DA-449C-8451-E1B261B729ED}" dt="2025-06-17T11:17:23.568" v="12527" actId="20577"/>
          <ac:spMkLst>
            <pc:docMk/>
            <pc:sldMk cId="449510409" sldId="4728"/>
            <ac:spMk id="9" creationId="{02EF1F39-96A6-86E0-4A06-852DC9B03A67}"/>
          </ac:spMkLst>
        </pc:spChg>
        <pc:spChg chg="add mod">
          <ac:chgData name="Ronan Ogor" userId="473d6ea9-be06-4609-b78d-125cc115ecf4" providerId="ADAL" clId="{403BE842-08DA-449C-8451-E1B261B729ED}" dt="2025-06-16T13:22:31.562" v="9121" actId="1076"/>
          <ac:spMkLst>
            <pc:docMk/>
            <pc:sldMk cId="449510409" sldId="4728"/>
            <ac:spMk id="10" creationId="{09D2C2C4-85AD-51DF-19E9-8EE93640B8AC}"/>
          </ac:spMkLst>
        </pc:spChg>
        <pc:spChg chg="add mod">
          <ac:chgData name="Ronan Ogor" userId="473d6ea9-be06-4609-b78d-125cc115ecf4" providerId="ADAL" clId="{403BE842-08DA-449C-8451-E1B261B729ED}" dt="2025-06-17T11:18:02.335" v="12538" actId="1076"/>
          <ac:spMkLst>
            <pc:docMk/>
            <pc:sldMk cId="449510409" sldId="4728"/>
            <ac:spMk id="14" creationId="{F1175F64-2824-5CB4-45CE-6CAFCC9E84C5}"/>
          </ac:spMkLst>
        </pc:spChg>
        <pc:cxnChg chg="add mod">
          <ac:chgData name="Ronan Ogor" userId="473d6ea9-be06-4609-b78d-125cc115ecf4" providerId="ADAL" clId="{403BE842-08DA-449C-8451-E1B261B729ED}" dt="2025-06-16T13:22:31.562" v="9121" actId="1076"/>
          <ac:cxnSpMkLst>
            <pc:docMk/>
            <pc:sldMk cId="449510409" sldId="4728"/>
            <ac:cxnSpMk id="11" creationId="{B5F93120-FCBB-E3E1-1060-C3D1EB4CAECF}"/>
          </ac:cxnSpMkLst>
        </pc:cxnChg>
        <pc:cxnChg chg="add mod">
          <ac:chgData name="Ronan Ogor" userId="473d6ea9-be06-4609-b78d-125cc115ecf4" providerId="ADAL" clId="{403BE842-08DA-449C-8451-E1B261B729ED}" dt="2025-06-17T11:17:54.088" v="12535" actId="1076"/>
          <ac:cxnSpMkLst>
            <pc:docMk/>
            <pc:sldMk cId="449510409" sldId="4728"/>
            <ac:cxnSpMk id="16" creationId="{D1F5DCA3-3F8F-3FFD-C871-7F4CAD90DA0C}"/>
          </ac:cxnSpMkLst>
        </pc:cxnChg>
      </pc:sldChg>
      <pc:sldChg chg="add del ord">
        <pc:chgData name="Ronan Ogor" userId="473d6ea9-be06-4609-b78d-125cc115ecf4" providerId="ADAL" clId="{403BE842-08DA-449C-8451-E1B261B729ED}" dt="2025-06-17T09:30:16.066" v="11864" actId="47"/>
        <pc:sldMkLst>
          <pc:docMk/>
          <pc:sldMk cId="820450570" sldId="4729"/>
        </pc:sldMkLst>
      </pc:sldChg>
      <pc:sldChg chg="add del">
        <pc:chgData name="Ronan Ogor" userId="473d6ea9-be06-4609-b78d-125cc115ecf4" providerId="ADAL" clId="{403BE842-08DA-449C-8451-E1B261B729ED}" dt="2025-06-17T09:52:29.936" v="12125" actId="47"/>
        <pc:sldMkLst>
          <pc:docMk/>
          <pc:sldMk cId="1434574647" sldId="4730"/>
        </pc:sldMkLst>
      </pc:sldChg>
      <pc:sldChg chg="addSp delSp modSp add mod">
        <pc:chgData name="Ronan Ogor" userId="473d6ea9-be06-4609-b78d-125cc115ecf4" providerId="ADAL" clId="{403BE842-08DA-449C-8451-E1B261B729ED}" dt="2025-06-16T13:43:24.832" v="9247" actId="1076"/>
        <pc:sldMkLst>
          <pc:docMk/>
          <pc:sldMk cId="3654409100" sldId="4731"/>
        </pc:sldMkLst>
        <pc:spChg chg="add mod">
          <ac:chgData name="Ronan Ogor" userId="473d6ea9-be06-4609-b78d-125cc115ecf4" providerId="ADAL" clId="{403BE842-08DA-449C-8451-E1B261B729ED}" dt="2025-06-16T13:43:24.832" v="9247" actId="1076"/>
          <ac:spMkLst>
            <pc:docMk/>
            <pc:sldMk cId="3654409100" sldId="4731"/>
            <ac:spMk id="2" creationId="{1B71FED3-4061-5948-875E-562A949AEA0D}"/>
          </ac:spMkLst>
        </pc:spChg>
        <pc:spChg chg="mod">
          <ac:chgData name="Ronan Ogor" userId="473d6ea9-be06-4609-b78d-125cc115ecf4" providerId="ADAL" clId="{403BE842-08DA-449C-8451-E1B261B729ED}" dt="2025-06-16T13:42:52.872" v="9246" actId="1076"/>
          <ac:spMkLst>
            <pc:docMk/>
            <pc:sldMk cId="3654409100" sldId="4731"/>
            <ac:spMk id="7" creationId="{A5529B3C-F52E-8436-6B1E-124D72FD80A0}"/>
          </ac:spMkLst>
        </pc:spChg>
      </pc:sldChg>
      <pc:sldChg chg="modSp add mod ord setBg">
        <pc:chgData name="Ronan Ogor" userId="473d6ea9-be06-4609-b78d-125cc115ecf4" providerId="ADAL" clId="{403BE842-08DA-449C-8451-E1B261B729ED}" dt="2025-06-17T08:44:50.163" v="11567"/>
        <pc:sldMkLst>
          <pc:docMk/>
          <pc:sldMk cId="137606414" sldId="4732"/>
        </pc:sldMkLst>
        <pc:spChg chg="mod">
          <ac:chgData name="Ronan Ogor" userId="473d6ea9-be06-4609-b78d-125cc115ecf4" providerId="ADAL" clId="{403BE842-08DA-449C-8451-E1B261B729ED}" dt="2025-06-16T13:44:01.036" v="9263" actId="1076"/>
          <ac:spMkLst>
            <pc:docMk/>
            <pc:sldMk cId="137606414" sldId="4732"/>
            <ac:spMk id="2" creationId="{D0780A30-4544-DA9A-A41A-09DD632D475F}"/>
          </ac:spMkLst>
        </pc:spChg>
      </pc:sldChg>
      <pc:sldChg chg="modSp add mod ord">
        <pc:chgData name="Ronan Ogor" userId="473d6ea9-be06-4609-b78d-125cc115ecf4" providerId="ADAL" clId="{403BE842-08DA-449C-8451-E1B261B729ED}" dt="2025-06-17T08:39:38.204" v="11406"/>
        <pc:sldMkLst>
          <pc:docMk/>
          <pc:sldMk cId="2127086782" sldId="4733"/>
        </pc:sldMkLst>
        <pc:spChg chg="mod">
          <ac:chgData name="Ronan Ogor" userId="473d6ea9-be06-4609-b78d-125cc115ecf4" providerId="ADAL" clId="{403BE842-08DA-449C-8451-E1B261B729ED}" dt="2025-06-17T08:38:03.362" v="11391" actId="1076"/>
          <ac:spMkLst>
            <pc:docMk/>
            <pc:sldMk cId="2127086782" sldId="4733"/>
            <ac:spMk id="2" creationId="{7A7F52F0-E54F-F882-0039-7385A0A53EDE}"/>
          </ac:spMkLst>
        </pc:spChg>
        <pc:spChg chg="mod">
          <ac:chgData name="Ronan Ogor" userId="473d6ea9-be06-4609-b78d-125cc115ecf4" providerId="ADAL" clId="{403BE842-08DA-449C-8451-E1B261B729ED}" dt="2025-06-17T08:38:03.362" v="11391" actId="1076"/>
          <ac:spMkLst>
            <pc:docMk/>
            <pc:sldMk cId="2127086782" sldId="4733"/>
            <ac:spMk id="3" creationId="{1500F05F-A044-DA1A-D06B-4AB24F4C6F77}"/>
          </ac:spMkLst>
        </pc:spChg>
        <pc:spChg chg="mod">
          <ac:chgData name="Ronan Ogor" userId="473d6ea9-be06-4609-b78d-125cc115ecf4" providerId="ADAL" clId="{403BE842-08DA-449C-8451-E1B261B729ED}" dt="2025-06-17T08:38:03.362" v="11391" actId="1076"/>
          <ac:spMkLst>
            <pc:docMk/>
            <pc:sldMk cId="2127086782" sldId="4733"/>
            <ac:spMk id="4" creationId="{2773181C-FAD6-E209-F2F2-D8FAB724406A}"/>
          </ac:spMkLst>
        </pc:spChg>
        <pc:spChg chg="mod">
          <ac:chgData name="Ronan Ogor" userId="473d6ea9-be06-4609-b78d-125cc115ecf4" providerId="ADAL" clId="{403BE842-08DA-449C-8451-E1B261B729ED}" dt="2025-06-17T08:39:33.845" v="11404" actId="14100"/>
          <ac:spMkLst>
            <pc:docMk/>
            <pc:sldMk cId="2127086782" sldId="4733"/>
            <ac:spMk id="6" creationId="{9CAC5ADA-F500-FA63-9845-DF88068C5DD6}"/>
          </ac:spMkLst>
        </pc:spChg>
      </pc:sldChg>
      <pc:sldChg chg="add del">
        <pc:chgData name="Ronan Ogor" userId="473d6ea9-be06-4609-b78d-125cc115ecf4" providerId="ADAL" clId="{403BE842-08DA-449C-8451-E1B261B729ED}" dt="2025-06-17T09:45:04.387" v="12028" actId="47"/>
        <pc:sldMkLst>
          <pc:docMk/>
          <pc:sldMk cId="1711065455" sldId="4734"/>
        </pc:sldMkLst>
      </pc:sldChg>
      <pc:sldChg chg="addSp delSp modSp add mod">
        <pc:chgData name="Ronan Ogor" userId="473d6ea9-be06-4609-b78d-125cc115ecf4" providerId="ADAL" clId="{403BE842-08DA-449C-8451-E1B261B729ED}" dt="2025-06-16T13:58:42.027" v="9311" actId="1076"/>
        <pc:sldMkLst>
          <pc:docMk/>
          <pc:sldMk cId="4057344888" sldId="4735"/>
        </pc:sldMkLst>
        <pc:spChg chg="add mod">
          <ac:chgData name="Ronan Ogor" userId="473d6ea9-be06-4609-b78d-125cc115ecf4" providerId="ADAL" clId="{403BE842-08DA-449C-8451-E1B261B729ED}" dt="2025-06-16T13:58:32.632" v="9310"/>
          <ac:spMkLst>
            <pc:docMk/>
            <pc:sldMk cId="4057344888" sldId="4735"/>
            <ac:spMk id="4" creationId="{80A8202F-C8B8-A26F-A38A-E7AA7F4EADEC}"/>
          </ac:spMkLst>
        </pc:spChg>
        <pc:spChg chg="add mod">
          <ac:chgData name="Ronan Ogor" userId="473d6ea9-be06-4609-b78d-125cc115ecf4" providerId="ADAL" clId="{403BE842-08DA-449C-8451-E1B261B729ED}" dt="2025-06-16T13:58:42.027" v="9311" actId="1076"/>
          <ac:spMkLst>
            <pc:docMk/>
            <pc:sldMk cId="4057344888" sldId="4735"/>
            <ac:spMk id="5" creationId="{1EFA4495-F55A-A697-E6D4-9773E210A4F7}"/>
          </ac:spMkLst>
        </pc:spChg>
      </pc:sldChg>
      <pc:sldChg chg="addSp delSp modSp add mod">
        <pc:chgData name="Ronan Ogor" userId="473d6ea9-be06-4609-b78d-125cc115ecf4" providerId="ADAL" clId="{403BE842-08DA-449C-8451-E1B261B729ED}" dt="2025-06-16T13:59:59.723" v="9324" actId="1076"/>
        <pc:sldMkLst>
          <pc:docMk/>
          <pc:sldMk cId="2907485253" sldId="4736"/>
        </pc:sldMkLst>
        <pc:spChg chg="mod">
          <ac:chgData name="Ronan Ogor" userId="473d6ea9-be06-4609-b78d-125cc115ecf4" providerId="ADAL" clId="{403BE842-08DA-449C-8451-E1B261B729ED}" dt="2025-06-16T13:59:05.140" v="9315" actId="1076"/>
          <ac:spMkLst>
            <pc:docMk/>
            <pc:sldMk cId="2907485253" sldId="4736"/>
            <ac:spMk id="3" creationId="{2D52BEFF-5E4C-0A1A-8EA6-88E0A325A49D}"/>
          </ac:spMkLst>
        </pc:spChg>
        <pc:spChg chg="add mod">
          <ac:chgData name="Ronan Ogor" userId="473d6ea9-be06-4609-b78d-125cc115ecf4" providerId="ADAL" clId="{403BE842-08DA-449C-8451-E1B261B729ED}" dt="2025-06-16T13:59:56.696" v="9323"/>
          <ac:spMkLst>
            <pc:docMk/>
            <pc:sldMk cId="2907485253" sldId="4736"/>
            <ac:spMk id="5" creationId="{B4E63CEB-38F9-EB20-BEA4-79BA72B7B6F0}"/>
          </ac:spMkLst>
        </pc:spChg>
        <pc:spChg chg="mod">
          <ac:chgData name="Ronan Ogor" userId="473d6ea9-be06-4609-b78d-125cc115ecf4" providerId="ADAL" clId="{403BE842-08DA-449C-8451-E1B261B729ED}" dt="2025-06-16T13:59:33.816" v="9320"/>
          <ac:spMkLst>
            <pc:docMk/>
            <pc:sldMk cId="2907485253" sldId="4736"/>
            <ac:spMk id="6" creationId="{D3A3BBB5-6E6C-94BF-452C-EF7F6321DF01}"/>
          </ac:spMkLst>
        </pc:spChg>
        <pc:spChg chg="add mod">
          <ac:chgData name="Ronan Ogor" userId="473d6ea9-be06-4609-b78d-125cc115ecf4" providerId="ADAL" clId="{403BE842-08DA-449C-8451-E1B261B729ED}" dt="2025-06-16T13:59:59.723" v="9324" actId="1076"/>
          <ac:spMkLst>
            <pc:docMk/>
            <pc:sldMk cId="2907485253" sldId="4736"/>
            <ac:spMk id="7" creationId="{69907D0E-915A-D1C1-95BC-DC0081A81CEF}"/>
          </ac:spMkLst>
        </pc:spChg>
      </pc:sldChg>
      <pc:sldChg chg="add ord">
        <pc:chgData name="Ronan Ogor" userId="473d6ea9-be06-4609-b78d-125cc115ecf4" providerId="ADAL" clId="{403BE842-08DA-449C-8451-E1B261B729ED}" dt="2025-06-16T14:00:02.839" v="9326"/>
        <pc:sldMkLst>
          <pc:docMk/>
          <pc:sldMk cId="216904730" sldId="4737"/>
        </pc:sldMkLst>
      </pc:sldChg>
      <pc:sldChg chg="modSp add mod">
        <pc:chgData name="Ronan Ogor" userId="473d6ea9-be06-4609-b78d-125cc115ecf4" providerId="ADAL" clId="{403BE842-08DA-449C-8451-E1B261B729ED}" dt="2025-06-16T14:01:34.768" v="9343" actId="20577"/>
        <pc:sldMkLst>
          <pc:docMk/>
          <pc:sldMk cId="4210415458" sldId="4738"/>
        </pc:sldMkLst>
        <pc:spChg chg="mod">
          <ac:chgData name="Ronan Ogor" userId="473d6ea9-be06-4609-b78d-125cc115ecf4" providerId="ADAL" clId="{403BE842-08DA-449C-8451-E1B261B729ED}" dt="2025-06-16T14:01:05.757" v="9330" actId="1076"/>
          <ac:spMkLst>
            <pc:docMk/>
            <pc:sldMk cId="4210415458" sldId="4738"/>
            <ac:spMk id="3" creationId="{53648DAC-18FA-19EC-1CA9-08EAE3D50BAC}"/>
          </ac:spMkLst>
        </pc:spChg>
        <pc:spChg chg="mod">
          <ac:chgData name="Ronan Ogor" userId="473d6ea9-be06-4609-b78d-125cc115ecf4" providerId="ADAL" clId="{403BE842-08DA-449C-8451-E1B261B729ED}" dt="2025-06-16T14:01:34.768" v="9343" actId="20577"/>
          <ac:spMkLst>
            <pc:docMk/>
            <pc:sldMk cId="4210415458" sldId="4738"/>
            <ac:spMk id="6" creationId="{703F94E9-8684-E93D-E97A-023C1F0931EF}"/>
          </ac:spMkLst>
        </pc:spChg>
      </pc:sldChg>
      <pc:sldChg chg="addSp delSp modSp add mod">
        <pc:chgData name="Ronan Ogor" userId="473d6ea9-be06-4609-b78d-125cc115ecf4" providerId="ADAL" clId="{403BE842-08DA-449C-8451-E1B261B729ED}" dt="2025-06-16T14:02:25.389" v="9349" actId="14100"/>
        <pc:sldMkLst>
          <pc:docMk/>
          <pc:sldMk cId="437158946" sldId="4739"/>
        </pc:sldMkLst>
        <pc:spChg chg="mod">
          <ac:chgData name="Ronan Ogor" userId="473d6ea9-be06-4609-b78d-125cc115ecf4" providerId="ADAL" clId="{403BE842-08DA-449C-8451-E1B261B729ED}" dt="2025-06-16T14:02:25.389" v="9349" actId="14100"/>
          <ac:spMkLst>
            <pc:docMk/>
            <pc:sldMk cId="437158946" sldId="4739"/>
            <ac:spMk id="3" creationId="{F6B6E3CF-B737-23B1-B1E4-CA44CE3B58FD}"/>
          </ac:spMkLst>
        </pc:spChg>
        <pc:spChg chg="add mod">
          <ac:chgData name="Ronan Ogor" userId="473d6ea9-be06-4609-b78d-125cc115ecf4" providerId="ADAL" clId="{403BE842-08DA-449C-8451-E1B261B729ED}" dt="2025-06-16T14:01:44.974" v="9346"/>
          <ac:spMkLst>
            <pc:docMk/>
            <pc:sldMk cId="437158946" sldId="4739"/>
            <ac:spMk id="4" creationId="{DD67E80D-868A-6EB9-CC17-A1303E603394}"/>
          </ac:spMkLst>
        </pc:spChg>
        <pc:spChg chg="add mod">
          <ac:chgData name="Ronan Ogor" userId="473d6ea9-be06-4609-b78d-125cc115ecf4" providerId="ADAL" clId="{403BE842-08DA-449C-8451-E1B261B729ED}" dt="2025-06-16T14:01:49.303" v="9347" actId="1076"/>
          <ac:spMkLst>
            <pc:docMk/>
            <pc:sldMk cId="437158946" sldId="4739"/>
            <ac:spMk id="5" creationId="{9F0BDAB5-BEB9-352E-E0AB-E631126CD2C9}"/>
          </ac:spMkLst>
        </pc:spChg>
      </pc:sldChg>
      <pc:sldChg chg="addSp delSp modSp add mod">
        <pc:chgData name="Ronan Ogor" userId="473d6ea9-be06-4609-b78d-125cc115ecf4" providerId="ADAL" clId="{403BE842-08DA-449C-8451-E1B261B729ED}" dt="2025-06-16T15:08:18.369" v="9844" actId="207"/>
        <pc:sldMkLst>
          <pc:docMk/>
          <pc:sldMk cId="980271215" sldId="4740"/>
        </pc:sldMkLst>
        <pc:spChg chg="add mod">
          <ac:chgData name="Ronan Ogor" userId="473d6ea9-be06-4609-b78d-125cc115ecf4" providerId="ADAL" clId="{403BE842-08DA-449C-8451-E1B261B729ED}" dt="2025-06-16T14:02:38.536" v="9354" actId="1076"/>
          <ac:spMkLst>
            <pc:docMk/>
            <pc:sldMk cId="980271215" sldId="4740"/>
            <ac:spMk id="2" creationId="{FC39D61C-AE08-7BD7-6DD1-86E9585CB02C}"/>
          </ac:spMkLst>
        </pc:spChg>
        <pc:spChg chg="add mod">
          <ac:chgData name="Ronan Ogor" userId="473d6ea9-be06-4609-b78d-125cc115ecf4" providerId="ADAL" clId="{403BE842-08DA-449C-8451-E1B261B729ED}" dt="2025-06-16T14:42:46.068" v="9683" actId="1076"/>
          <ac:spMkLst>
            <pc:docMk/>
            <pc:sldMk cId="980271215" sldId="4740"/>
            <ac:spMk id="3" creationId="{8ADA325F-0892-D7CA-0710-B822CEC3CD21}"/>
          </ac:spMkLst>
        </pc:spChg>
        <pc:spChg chg="add mod">
          <ac:chgData name="Ronan Ogor" userId="473d6ea9-be06-4609-b78d-125cc115ecf4" providerId="ADAL" clId="{403BE842-08DA-449C-8451-E1B261B729ED}" dt="2025-06-16T14:33:19.873" v="9452" actId="1076"/>
          <ac:spMkLst>
            <pc:docMk/>
            <pc:sldMk cId="980271215" sldId="4740"/>
            <ac:spMk id="5" creationId="{1AC7701E-C6DA-F6DD-73B4-596AF54CAC1C}"/>
          </ac:spMkLst>
        </pc:spChg>
        <pc:spChg chg="add mod">
          <ac:chgData name="Ronan Ogor" userId="473d6ea9-be06-4609-b78d-125cc115ecf4" providerId="ADAL" clId="{403BE842-08DA-449C-8451-E1B261B729ED}" dt="2025-06-16T15:08:15.370" v="9842" actId="207"/>
          <ac:spMkLst>
            <pc:docMk/>
            <pc:sldMk cId="980271215" sldId="4740"/>
            <ac:spMk id="7" creationId="{12F42A4A-4A8C-0614-724A-9F063EA63762}"/>
          </ac:spMkLst>
        </pc:spChg>
        <pc:spChg chg="add mod">
          <ac:chgData name="Ronan Ogor" userId="473d6ea9-be06-4609-b78d-125cc115ecf4" providerId="ADAL" clId="{403BE842-08DA-449C-8451-E1B261B729ED}" dt="2025-06-16T14:33:22.379" v="9453" actId="113"/>
          <ac:spMkLst>
            <pc:docMk/>
            <pc:sldMk cId="980271215" sldId="4740"/>
            <ac:spMk id="10" creationId="{1927C1AB-C84A-BD3E-BA20-1F30CC4AA0BA}"/>
          </ac:spMkLst>
        </pc:spChg>
        <pc:spChg chg="add mod">
          <ac:chgData name="Ronan Ogor" userId="473d6ea9-be06-4609-b78d-125cc115ecf4" providerId="ADAL" clId="{403BE842-08DA-449C-8451-E1B261B729ED}" dt="2025-06-16T14:33:22.379" v="9453" actId="113"/>
          <ac:spMkLst>
            <pc:docMk/>
            <pc:sldMk cId="980271215" sldId="4740"/>
            <ac:spMk id="11" creationId="{CAC844DE-8737-46AF-2918-EFACAE85A983}"/>
          </ac:spMkLst>
        </pc:spChg>
        <pc:spChg chg="mod">
          <ac:chgData name="Ronan Ogor" userId="473d6ea9-be06-4609-b78d-125cc115ecf4" providerId="ADAL" clId="{403BE842-08DA-449C-8451-E1B261B729ED}" dt="2025-06-16T14:42:49.737" v="9686" actId="1076"/>
          <ac:spMkLst>
            <pc:docMk/>
            <pc:sldMk cId="980271215" sldId="4740"/>
            <ac:spMk id="25" creationId="{801043A7-AE4E-8787-BCB1-05310399B56E}"/>
          </ac:spMkLst>
        </pc:spChg>
        <pc:spChg chg="add mod">
          <ac:chgData name="Ronan Ogor" userId="473d6ea9-be06-4609-b78d-125cc115ecf4" providerId="ADAL" clId="{403BE842-08DA-449C-8451-E1B261B729ED}" dt="2025-06-16T14:35:33.905" v="9521" actId="1076"/>
          <ac:spMkLst>
            <pc:docMk/>
            <pc:sldMk cId="980271215" sldId="4740"/>
            <ac:spMk id="28" creationId="{7434F91B-4318-48FF-4745-62D543A6EE93}"/>
          </ac:spMkLst>
        </pc:spChg>
        <pc:spChg chg="add mod">
          <ac:chgData name="Ronan Ogor" userId="473d6ea9-be06-4609-b78d-125cc115ecf4" providerId="ADAL" clId="{403BE842-08DA-449C-8451-E1B261B729ED}" dt="2025-06-16T15:08:17.571" v="9843" actId="207"/>
          <ac:spMkLst>
            <pc:docMk/>
            <pc:sldMk cId="980271215" sldId="4740"/>
            <ac:spMk id="29" creationId="{B63A5610-B1B7-BD18-33A9-48688F1A532F}"/>
          </ac:spMkLst>
        </pc:spChg>
        <pc:spChg chg="add mod">
          <ac:chgData name="Ronan Ogor" userId="473d6ea9-be06-4609-b78d-125cc115ecf4" providerId="ADAL" clId="{403BE842-08DA-449C-8451-E1B261B729ED}" dt="2025-06-16T14:35:33.905" v="9521" actId="1076"/>
          <ac:spMkLst>
            <pc:docMk/>
            <pc:sldMk cId="980271215" sldId="4740"/>
            <ac:spMk id="31" creationId="{50F9AFCC-C454-2205-9EF7-FB2041D6DE7F}"/>
          </ac:spMkLst>
        </pc:spChg>
        <pc:spChg chg="add mod">
          <ac:chgData name="Ronan Ogor" userId="473d6ea9-be06-4609-b78d-125cc115ecf4" providerId="ADAL" clId="{403BE842-08DA-449C-8451-E1B261B729ED}" dt="2025-06-16T14:35:33.905" v="9521" actId="1076"/>
          <ac:spMkLst>
            <pc:docMk/>
            <pc:sldMk cId="980271215" sldId="4740"/>
            <ac:spMk id="32" creationId="{5D83F535-0B8F-6ED7-843D-2F0D08DEDD99}"/>
          </ac:spMkLst>
        </pc:spChg>
        <pc:spChg chg="add mod">
          <ac:chgData name="Ronan Ogor" userId="473d6ea9-be06-4609-b78d-125cc115ecf4" providerId="ADAL" clId="{403BE842-08DA-449C-8451-E1B261B729ED}" dt="2025-06-16T14:35:33.905" v="9521" actId="1076"/>
          <ac:spMkLst>
            <pc:docMk/>
            <pc:sldMk cId="980271215" sldId="4740"/>
            <ac:spMk id="33" creationId="{89EFCB0D-ADE9-7657-3859-15E29F2DE645}"/>
          </ac:spMkLst>
        </pc:spChg>
        <pc:spChg chg="add mod">
          <ac:chgData name="Ronan Ogor" userId="473d6ea9-be06-4609-b78d-125cc115ecf4" providerId="ADAL" clId="{403BE842-08DA-449C-8451-E1B261B729ED}" dt="2025-06-16T15:08:18.369" v="9844" actId="207"/>
          <ac:spMkLst>
            <pc:docMk/>
            <pc:sldMk cId="980271215" sldId="4740"/>
            <ac:spMk id="34" creationId="{A1B3C7AD-74AE-70D9-E2F6-E463FEAB091F}"/>
          </ac:spMkLst>
        </pc:spChg>
        <pc:spChg chg="add mod">
          <ac:chgData name="Ronan Ogor" userId="473d6ea9-be06-4609-b78d-125cc115ecf4" providerId="ADAL" clId="{403BE842-08DA-449C-8451-E1B261B729ED}" dt="2025-06-16T14:35:33.905" v="9521" actId="1076"/>
          <ac:spMkLst>
            <pc:docMk/>
            <pc:sldMk cId="980271215" sldId="4740"/>
            <ac:spMk id="36" creationId="{7BBF7BE3-3779-BA64-97E7-469146D11AB2}"/>
          </ac:spMkLst>
        </pc:spChg>
        <pc:spChg chg="add mod">
          <ac:chgData name="Ronan Ogor" userId="473d6ea9-be06-4609-b78d-125cc115ecf4" providerId="ADAL" clId="{403BE842-08DA-449C-8451-E1B261B729ED}" dt="2025-06-16T14:35:33.905" v="9521" actId="1076"/>
          <ac:spMkLst>
            <pc:docMk/>
            <pc:sldMk cId="980271215" sldId="4740"/>
            <ac:spMk id="37" creationId="{3B88104D-8445-45C6-61FE-04AC2DA2D87A}"/>
          </ac:spMkLst>
        </pc:spChg>
        <pc:spChg chg="add mod">
          <ac:chgData name="Ronan Ogor" userId="473d6ea9-be06-4609-b78d-125cc115ecf4" providerId="ADAL" clId="{403BE842-08DA-449C-8451-E1B261B729ED}" dt="2025-06-16T14:34:21.402" v="9474" actId="14100"/>
          <ac:spMkLst>
            <pc:docMk/>
            <pc:sldMk cId="980271215" sldId="4740"/>
            <ac:spMk id="38" creationId="{EF5F4E0B-550D-A339-BED2-51BA2AAF4402}"/>
          </ac:spMkLst>
        </pc:spChg>
        <pc:spChg chg="add mod">
          <ac:chgData name="Ronan Ogor" userId="473d6ea9-be06-4609-b78d-125cc115ecf4" providerId="ADAL" clId="{403BE842-08DA-449C-8451-E1B261B729ED}" dt="2025-06-16T14:42:42.913" v="9682" actId="207"/>
          <ac:spMkLst>
            <pc:docMk/>
            <pc:sldMk cId="980271215" sldId="4740"/>
            <ac:spMk id="40" creationId="{02572E1C-0F70-563C-2835-112BA1BA76C7}"/>
          </ac:spMkLst>
        </pc:spChg>
        <pc:spChg chg="add mod">
          <ac:chgData name="Ronan Ogor" userId="473d6ea9-be06-4609-b78d-125cc115ecf4" providerId="ADAL" clId="{403BE842-08DA-449C-8451-E1B261B729ED}" dt="2025-06-16T14:34:40.751" v="9487" actId="571"/>
          <ac:spMkLst>
            <pc:docMk/>
            <pc:sldMk cId="980271215" sldId="4740"/>
            <ac:spMk id="41" creationId="{BE011050-D77A-795E-2817-E0ABC343E7CB}"/>
          </ac:spMkLst>
        </pc:spChg>
        <pc:spChg chg="add mod">
          <ac:chgData name="Ronan Ogor" userId="473d6ea9-be06-4609-b78d-125cc115ecf4" providerId="ADAL" clId="{403BE842-08DA-449C-8451-E1B261B729ED}" dt="2025-06-16T14:42:42.913" v="9682" actId="207"/>
          <ac:spMkLst>
            <pc:docMk/>
            <pc:sldMk cId="980271215" sldId="4740"/>
            <ac:spMk id="42" creationId="{EA88DFC8-7228-E0FE-6FA6-FC7237FDCC98}"/>
          </ac:spMkLst>
        </pc:spChg>
        <pc:spChg chg="add mod">
          <ac:chgData name="Ronan Ogor" userId="473d6ea9-be06-4609-b78d-125cc115ecf4" providerId="ADAL" clId="{403BE842-08DA-449C-8451-E1B261B729ED}" dt="2025-06-16T14:35:33.905" v="9521" actId="1076"/>
          <ac:spMkLst>
            <pc:docMk/>
            <pc:sldMk cId="980271215" sldId="4740"/>
            <ac:spMk id="43" creationId="{9AED2513-74A0-C326-5A7B-970B556C0E42}"/>
          </ac:spMkLst>
        </pc:spChg>
        <pc:spChg chg="add mod">
          <ac:chgData name="Ronan Ogor" userId="473d6ea9-be06-4609-b78d-125cc115ecf4" providerId="ADAL" clId="{403BE842-08DA-449C-8451-E1B261B729ED}" dt="2025-06-16T14:42:42.913" v="9682" actId="207"/>
          <ac:spMkLst>
            <pc:docMk/>
            <pc:sldMk cId="980271215" sldId="4740"/>
            <ac:spMk id="44" creationId="{A7043534-986B-7AC2-6054-2D601AAB6C00}"/>
          </ac:spMkLst>
        </pc:spChg>
        <pc:cxnChg chg="add mod">
          <ac:chgData name="Ronan Ogor" userId="473d6ea9-be06-4609-b78d-125cc115ecf4" providerId="ADAL" clId="{403BE842-08DA-449C-8451-E1B261B729ED}" dt="2025-06-16T14:33:19.873" v="9452" actId="1076"/>
          <ac:cxnSpMkLst>
            <pc:docMk/>
            <pc:sldMk cId="980271215" sldId="4740"/>
            <ac:cxnSpMk id="9" creationId="{68D92DEC-7C7E-3302-ED72-969D890A1AE3}"/>
          </ac:cxnSpMkLst>
        </pc:cxnChg>
        <pc:cxnChg chg="add mod">
          <ac:chgData name="Ronan Ogor" userId="473d6ea9-be06-4609-b78d-125cc115ecf4" providerId="ADAL" clId="{403BE842-08DA-449C-8451-E1B261B729ED}" dt="2025-06-16T14:33:27.228" v="9454" actId="571"/>
          <ac:cxnSpMkLst>
            <pc:docMk/>
            <pc:sldMk cId="980271215" sldId="4740"/>
            <ac:cxnSpMk id="30" creationId="{8873DE0A-2BD9-6385-9BD2-E77BCBA77593}"/>
          </ac:cxnSpMkLst>
        </pc:cxnChg>
        <pc:cxnChg chg="add mod">
          <ac:chgData name="Ronan Ogor" userId="473d6ea9-be06-4609-b78d-125cc115ecf4" providerId="ADAL" clId="{403BE842-08DA-449C-8451-E1B261B729ED}" dt="2025-06-16T14:33:29.179" v="9455" actId="571"/>
          <ac:cxnSpMkLst>
            <pc:docMk/>
            <pc:sldMk cId="980271215" sldId="4740"/>
            <ac:cxnSpMk id="35" creationId="{12A3F4DC-F199-1953-E804-D888C9587ABA}"/>
          </ac:cxnSpMkLst>
        </pc:cxnChg>
      </pc:sldChg>
      <pc:sldChg chg="addSp delSp modSp add mod">
        <pc:chgData name="Ronan Ogor" userId="473d6ea9-be06-4609-b78d-125cc115ecf4" providerId="ADAL" clId="{403BE842-08DA-449C-8451-E1B261B729ED}" dt="2025-06-16T14:43:34.965" v="9703" actId="207"/>
        <pc:sldMkLst>
          <pc:docMk/>
          <pc:sldMk cId="1472084475" sldId="4741"/>
        </pc:sldMkLst>
        <pc:spChg chg="mod">
          <ac:chgData name="Ronan Ogor" userId="473d6ea9-be06-4609-b78d-125cc115ecf4" providerId="ADAL" clId="{403BE842-08DA-449C-8451-E1B261B729ED}" dt="2025-06-16T14:43:26.567" v="9702" actId="1076"/>
          <ac:spMkLst>
            <pc:docMk/>
            <pc:sldMk cId="1472084475" sldId="4741"/>
            <ac:spMk id="3" creationId="{392DE0D1-6260-37A1-8CEC-92E883481DD2}"/>
          </ac:spMkLst>
        </pc:spChg>
        <pc:spChg chg="add mod">
          <ac:chgData name="Ronan Ogor" userId="473d6ea9-be06-4609-b78d-125cc115ecf4" providerId="ADAL" clId="{403BE842-08DA-449C-8451-E1B261B729ED}" dt="2025-06-16T14:40:06.624" v="9633" actId="1076"/>
          <ac:spMkLst>
            <pc:docMk/>
            <pc:sldMk cId="1472084475" sldId="4741"/>
            <ac:spMk id="12" creationId="{D311D917-7EB2-177E-E118-8D08CE2EB270}"/>
          </ac:spMkLst>
        </pc:spChg>
        <pc:spChg chg="add mod">
          <ac:chgData name="Ronan Ogor" userId="473d6ea9-be06-4609-b78d-125cc115ecf4" providerId="ADAL" clId="{403BE842-08DA-449C-8451-E1B261B729ED}" dt="2025-06-16T14:43:34.965" v="9703" actId="207"/>
          <ac:spMkLst>
            <pc:docMk/>
            <pc:sldMk cId="1472084475" sldId="4741"/>
            <ac:spMk id="13" creationId="{8105FAC3-4804-274F-1A6E-AA42F24EC235}"/>
          </ac:spMkLst>
        </pc:spChg>
        <pc:spChg chg="add mod">
          <ac:chgData name="Ronan Ogor" userId="473d6ea9-be06-4609-b78d-125cc115ecf4" providerId="ADAL" clId="{403BE842-08DA-449C-8451-E1B261B729ED}" dt="2025-06-16T14:43:34.965" v="9703" actId="207"/>
          <ac:spMkLst>
            <pc:docMk/>
            <pc:sldMk cId="1472084475" sldId="4741"/>
            <ac:spMk id="15" creationId="{4E20CAF2-C0E6-A224-9DDD-0A997A0A59FE}"/>
          </ac:spMkLst>
        </pc:spChg>
        <pc:spChg chg="add mod">
          <ac:chgData name="Ronan Ogor" userId="473d6ea9-be06-4609-b78d-125cc115ecf4" providerId="ADAL" clId="{403BE842-08DA-449C-8451-E1B261B729ED}" dt="2025-06-16T14:43:34.965" v="9703" actId="207"/>
          <ac:spMkLst>
            <pc:docMk/>
            <pc:sldMk cId="1472084475" sldId="4741"/>
            <ac:spMk id="16" creationId="{270244B9-1F50-E06F-40AE-D29551F706A3}"/>
          </ac:spMkLst>
        </pc:spChg>
        <pc:spChg chg="add mod">
          <ac:chgData name="Ronan Ogor" userId="473d6ea9-be06-4609-b78d-125cc115ecf4" providerId="ADAL" clId="{403BE842-08DA-449C-8451-E1B261B729ED}" dt="2025-06-16T14:43:34.965" v="9703" actId="207"/>
          <ac:spMkLst>
            <pc:docMk/>
            <pc:sldMk cId="1472084475" sldId="4741"/>
            <ac:spMk id="17" creationId="{BA62DF79-B687-8105-F54B-628F2731C515}"/>
          </ac:spMkLst>
        </pc:spChg>
        <pc:spChg chg="mod">
          <ac:chgData name="Ronan Ogor" userId="473d6ea9-be06-4609-b78d-125cc115ecf4" providerId="ADAL" clId="{403BE842-08DA-449C-8451-E1B261B729ED}" dt="2025-06-16T14:42:59.865" v="9689" actId="1076"/>
          <ac:spMkLst>
            <pc:docMk/>
            <pc:sldMk cId="1472084475" sldId="4741"/>
            <ac:spMk id="25" creationId="{D0164C83-2596-FB78-6CC0-E98190010F32}"/>
          </ac:spMkLst>
        </pc:spChg>
      </pc:sldChg>
      <pc:sldChg chg="addSp delSp modSp add mod">
        <pc:chgData name="Ronan Ogor" userId="473d6ea9-be06-4609-b78d-125cc115ecf4" providerId="ADAL" clId="{403BE842-08DA-449C-8451-E1B261B729ED}" dt="2025-06-16T15:19:48.526" v="10148" actId="207"/>
        <pc:sldMkLst>
          <pc:docMk/>
          <pc:sldMk cId="817820813" sldId="4742"/>
        </pc:sldMkLst>
        <pc:spChg chg="mod">
          <ac:chgData name="Ronan Ogor" userId="473d6ea9-be06-4609-b78d-125cc115ecf4" providerId="ADAL" clId="{403BE842-08DA-449C-8451-E1B261B729ED}" dt="2025-06-16T15:19:48.526" v="10148" actId="207"/>
          <ac:spMkLst>
            <pc:docMk/>
            <pc:sldMk cId="817820813" sldId="4742"/>
            <ac:spMk id="3" creationId="{A0EBE2D9-4C7C-48E9-EC05-0141C4532D6A}"/>
          </ac:spMkLst>
        </pc:spChg>
        <pc:spChg chg="add mod">
          <ac:chgData name="Ronan Ogor" userId="473d6ea9-be06-4609-b78d-125cc115ecf4" providerId="ADAL" clId="{403BE842-08DA-449C-8451-E1B261B729ED}" dt="2025-06-16T15:10:20.240" v="9874" actId="1076"/>
          <ac:spMkLst>
            <pc:docMk/>
            <pc:sldMk cId="817820813" sldId="4742"/>
            <ac:spMk id="4" creationId="{ED5E892F-7BE1-200E-0ECA-3F65132EC8E6}"/>
          </ac:spMkLst>
        </pc:spChg>
        <pc:spChg chg="add mod">
          <ac:chgData name="Ronan Ogor" userId="473d6ea9-be06-4609-b78d-125cc115ecf4" providerId="ADAL" clId="{403BE842-08DA-449C-8451-E1B261B729ED}" dt="2025-06-16T15:10:20.240" v="9874" actId="1076"/>
          <ac:spMkLst>
            <pc:docMk/>
            <pc:sldMk cId="817820813" sldId="4742"/>
            <ac:spMk id="5" creationId="{55AD378B-D309-F09B-0D34-EC8E4D83B256}"/>
          </ac:spMkLst>
        </pc:spChg>
        <pc:spChg chg="add mod">
          <ac:chgData name="Ronan Ogor" userId="473d6ea9-be06-4609-b78d-125cc115ecf4" providerId="ADAL" clId="{403BE842-08DA-449C-8451-E1B261B729ED}" dt="2025-06-16T15:10:20.240" v="9874" actId="1076"/>
          <ac:spMkLst>
            <pc:docMk/>
            <pc:sldMk cId="817820813" sldId="4742"/>
            <ac:spMk id="7" creationId="{1156B62B-64CD-0BFC-FFD9-E2B4F552A543}"/>
          </ac:spMkLst>
        </pc:spChg>
        <pc:spChg chg="add mod">
          <ac:chgData name="Ronan Ogor" userId="473d6ea9-be06-4609-b78d-125cc115ecf4" providerId="ADAL" clId="{403BE842-08DA-449C-8451-E1B261B729ED}" dt="2025-06-16T15:07:44.451" v="9838" actId="207"/>
          <ac:spMkLst>
            <pc:docMk/>
            <pc:sldMk cId="817820813" sldId="4742"/>
            <ac:spMk id="8" creationId="{6C1193BF-F4B0-179E-327D-E8503E361486}"/>
          </ac:spMkLst>
        </pc:spChg>
        <pc:spChg chg="add mod">
          <ac:chgData name="Ronan Ogor" userId="473d6ea9-be06-4609-b78d-125cc115ecf4" providerId="ADAL" clId="{403BE842-08DA-449C-8451-E1B261B729ED}" dt="2025-06-16T15:06:24.396" v="9799" actId="14100"/>
          <ac:spMkLst>
            <pc:docMk/>
            <pc:sldMk cId="817820813" sldId="4742"/>
            <ac:spMk id="9" creationId="{1806D168-CBEF-B1AA-62EB-19D527AC4C4B}"/>
          </ac:spMkLst>
        </pc:spChg>
        <pc:spChg chg="add mod">
          <ac:chgData name="Ronan Ogor" userId="473d6ea9-be06-4609-b78d-125cc115ecf4" providerId="ADAL" clId="{403BE842-08DA-449C-8451-E1B261B729ED}" dt="2025-06-16T15:10:20.240" v="9874" actId="1076"/>
          <ac:spMkLst>
            <pc:docMk/>
            <pc:sldMk cId="817820813" sldId="4742"/>
            <ac:spMk id="10" creationId="{4C1D113D-8E6E-B78E-FF3D-84CD9B86B104}"/>
          </ac:spMkLst>
        </pc:spChg>
        <pc:spChg chg="add mod">
          <ac:chgData name="Ronan Ogor" userId="473d6ea9-be06-4609-b78d-125cc115ecf4" providerId="ADAL" clId="{403BE842-08DA-449C-8451-E1B261B729ED}" dt="2025-06-16T15:10:20.240" v="9874" actId="1076"/>
          <ac:spMkLst>
            <pc:docMk/>
            <pc:sldMk cId="817820813" sldId="4742"/>
            <ac:spMk id="19" creationId="{863CFE04-E460-F509-177A-A40AB17A8E38}"/>
          </ac:spMkLst>
        </pc:spChg>
        <pc:spChg chg="add mod">
          <ac:chgData name="Ronan Ogor" userId="473d6ea9-be06-4609-b78d-125cc115ecf4" providerId="ADAL" clId="{403BE842-08DA-449C-8451-E1B261B729ED}" dt="2025-06-16T15:10:20.240" v="9874" actId="1076"/>
          <ac:spMkLst>
            <pc:docMk/>
            <pc:sldMk cId="817820813" sldId="4742"/>
            <ac:spMk id="23" creationId="{6BFEA14A-9BCB-A0C5-DAE6-AD080F749C8D}"/>
          </ac:spMkLst>
        </pc:spChg>
        <pc:spChg chg="add mod">
          <ac:chgData name="Ronan Ogor" userId="473d6ea9-be06-4609-b78d-125cc115ecf4" providerId="ADAL" clId="{403BE842-08DA-449C-8451-E1B261B729ED}" dt="2025-06-16T15:10:25.655" v="9879" actId="20577"/>
          <ac:spMkLst>
            <pc:docMk/>
            <pc:sldMk cId="817820813" sldId="4742"/>
            <ac:spMk id="24" creationId="{85133861-9B74-1FAD-5CE0-904637D75708}"/>
          </ac:spMkLst>
        </pc:spChg>
        <pc:spChg chg="mod">
          <ac:chgData name="Ronan Ogor" userId="473d6ea9-be06-4609-b78d-125cc115ecf4" providerId="ADAL" clId="{403BE842-08DA-449C-8451-E1B261B729ED}" dt="2025-06-16T15:03:12.262" v="9775" actId="1076"/>
          <ac:spMkLst>
            <pc:docMk/>
            <pc:sldMk cId="817820813" sldId="4742"/>
            <ac:spMk id="25" creationId="{CDF2D15C-DCBC-D87C-5DA7-8FE95FFAF12A}"/>
          </ac:spMkLst>
        </pc:spChg>
        <pc:spChg chg="add mod">
          <ac:chgData name="Ronan Ogor" userId="473d6ea9-be06-4609-b78d-125cc115ecf4" providerId="ADAL" clId="{403BE842-08DA-449C-8451-E1B261B729ED}" dt="2025-06-16T15:10:20.240" v="9874" actId="1076"/>
          <ac:spMkLst>
            <pc:docMk/>
            <pc:sldMk cId="817820813" sldId="4742"/>
            <ac:spMk id="30" creationId="{2A8494E8-2EAB-6E53-7184-BF677B6AD3F3}"/>
          </ac:spMkLst>
        </pc:spChg>
        <pc:spChg chg="add mod">
          <ac:chgData name="Ronan Ogor" userId="473d6ea9-be06-4609-b78d-125cc115ecf4" providerId="ADAL" clId="{403BE842-08DA-449C-8451-E1B261B729ED}" dt="2025-06-16T15:06:43.660" v="9815" actId="1076"/>
          <ac:spMkLst>
            <pc:docMk/>
            <pc:sldMk cId="817820813" sldId="4742"/>
            <ac:spMk id="31" creationId="{DFEEB0A9-A674-C923-F926-A2F571D8E63A}"/>
          </ac:spMkLst>
        </pc:spChg>
        <pc:spChg chg="add mod">
          <ac:chgData name="Ronan Ogor" userId="473d6ea9-be06-4609-b78d-125cc115ecf4" providerId="ADAL" clId="{403BE842-08DA-449C-8451-E1B261B729ED}" dt="2025-06-16T15:09:36.607" v="9863" actId="1076"/>
          <ac:spMkLst>
            <pc:docMk/>
            <pc:sldMk cId="817820813" sldId="4742"/>
            <ac:spMk id="35" creationId="{92E239E9-F32A-0BF9-2E0F-F519D8AA3D42}"/>
          </ac:spMkLst>
        </pc:spChg>
        <pc:spChg chg="add mod">
          <ac:chgData name="Ronan Ogor" userId="473d6ea9-be06-4609-b78d-125cc115ecf4" providerId="ADAL" clId="{403BE842-08DA-449C-8451-E1B261B729ED}" dt="2025-06-16T15:10:20.240" v="9874" actId="1076"/>
          <ac:spMkLst>
            <pc:docMk/>
            <pc:sldMk cId="817820813" sldId="4742"/>
            <ac:spMk id="36" creationId="{B527F9AA-B569-3A5E-FE5F-231A85B5A23C}"/>
          </ac:spMkLst>
        </pc:spChg>
        <pc:spChg chg="add mod">
          <ac:chgData name="Ronan Ogor" userId="473d6ea9-be06-4609-b78d-125cc115ecf4" providerId="ADAL" clId="{403BE842-08DA-449C-8451-E1B261B729ED}" dt="2025-06-16T15:10:20.240" v="9874" actId="1076"/>
          <ac:spMkLst>
            <pc:docMk/>
            <pc:sldMk cId="817820813" sldId="4742"/>
            <ac:spMk id="38" creationId="{962B45A9-98DF-1213-15D6-7B2981BD3A38}"/>
          </ac:spMkLst>
        </pc:spChg>
        <pc:spChg chg="add mod">
          <ac:chgData name="Ronan Ogor" userId="473d6ea9-be06-4609-b78d-125cc115ecf4" providerId="ADAL" clId="{403BE842-08DA-449C-8451-E1B261B729ED}" dt="2025-06-16T15:10:20.240" v="9874" actId="1076"/>
          <ac:spMkLst>
            <pc:docMk/>
            <pc:sldMk cId="817820813" sldId="4742"/>
            <ac:spMk id="39" creationId="{846728B8-BE16-3609-83C2-8BDC6368F7ED}"/>
          </ac:spMkLst>
        </pc:spChg>
        <pc:cxnChg chg="add mod">
          <ac:chgData name="Ronan Ogor" userId="473d6ea9-be06-4609-b78d-125cc115ecf4" providerId="ADAL" clId="{403BE842-08DA-449C-8451-E1B261B729ED}" dt="2025-06-16T15:07:52.877" v="9840" actId="208"/>
          <ac:cxnSpMkLst>
            <pc:docMk/>
            <pc:sldMk cId="817820813" sldId="4742"/>
            <ac:cxnSpMk id="6" creationId="{D4974442-DDFA-F240-B89B-37DFC5E937E8}"/>
          </ac:cxnSpMkLst>
        </pc:cxnChg>
        <pc:cxnChg chg="add mod">
          <ac:chgData name="Ronan Ogor" userId="473d6ea9-be06-4609-b78d-125cc115ecf4" providerId="ADAL" clId="{403BE842-08DA-449C-8451-E1B261B729ED}" dt="2025-06-16T15:10:06.532" v="9870" actId="14100"/>
          <ac:cxnSpMkLst>
            <pc:docMk/>
            <pc:sldMk cId="817820813" sldId="4742"/>
            <ac:cxnSpMk id="14" creationId="{61D0A0E1-6CDA-7DF0-0C1B-E198B308D8A7}"/>
          </ac:cxnSpMkLst>
        </pc:cxnChg>
        <pc:cxnChg chg="add mod">
          <ac:chgData name="Ronan Ogor" userId="473d6ea9-be06-4609-b78d-125cc115ecf4" providerId="ADAL" clId="{403BE842-08DA-449C-8451-E1B261B729ED}" dt="2025-06-16T15:10:09.415" v="9871" actId="14100"/>
          <ac:cxnSpMkLst>
            <pc:docMk/>
            <pc:sldMk cId="817820813" sldId="4742"/>
            <ac:cxnSpMk id="21" creationId="{BDFDA7B0-0F2D-42BB-FAAC-31BEA3248393}"/>
          </ac:cxnSpMkLst>
        </pc:cxnChg>
      </pc:sldChg>
      <pc:sldChg chg="addSp delSp modSp add mod">
        <pc:chgData name="Ronan Ogor" userId="473d6ea9-be06-4609-b78d-125cc115ecf4" providerId="ADAL" clId="{403BE842-08DA-449C-8451-E1B261B729ED}" dt="2025-06-17T06:55:43.597" v="10507" actId="1076"/>
        <pc:sldMkLst>
          <pc:docMk/>
          <pc:sldMk cId="2292439443" sldId="4743"/>
        </pc:sldMkLst>
        <pc:spChg chg="add">
          <ac:chgData name="Ronan Ogor" userId="473d6ea9-be06-4609-b78d-125cc115ecf4" providerId="ADAL" clId="{403BE842-08DA-449C-8451-E1B261B729ED}" dt="2025-06-17T06:55:23.007" v="10475" actId="11529"/>
          <ac:spMkLst>
            <pc:docMk/>
            <pc:sldMk cId="2292439443" sldId="4743"/>
            <ac:spMk id="2" creationId="{F27B7262-8E8F-F662-21C6-1000045C2A7E}"/>
          </ac:spMkLst>
        </pc:spChg>
        <pc:spChg chg="mod">
          <ac:chgData name="Ronan Ogor" userId="473d6ea9-be06-4609-b78d-125cc115ecf4" providerId="ADAL" clId="{403BE842-08DA-449C-8451-E1B261B729ED}" dt="2025-06-17T06:54:28.750" v="10473" actId="113"/>
          <ac:spMkLst>
            <pc:docMk/>
            <pc:sldMk cId="2292439443" sldId="4743"/>
            <ac:spMk id="3" creationId="{43FEB2AF-C7E6-DC5F-E7B1-4ECD14E543AD}"/>
          </ac:spMkLst>
        </pc:spChg>
        <pc:spChg chg="add mod">
          <ac:chgData name="Ronan Ogor" userId="473d6ea9-be06-4609-b78d-125cc115ecf4" providerId="ADAL" clId="{403BE842-08DA-449C-8451-E1B261B729ED}" dt="2025-06-16T15:17:51.427" v="10122"/>
          <ac:spMkLst>
            <pc:docMk/>
            <pc:sldMk cId="2292439443" sldId="4743"/>
            <ac:spMk id="4" creationId="{DE4F6360-53F8-D0A1-89D9-AC8471016EF6}"/>
          </ac:spMkLst>
        </pc:spChg>
        <pc:spChg chg="add mod">
          <ac:chgData name="Ronan Ogor" userId="473d6ea9-be06-4609-b78d-125cc115ecf4" providerId="ADAL" clId="{403BE842-08DA-449C-8451-E1B261B729ED}" dt="2025-06-16T15:30:08.633" v="10329" actId="1076"/>
          <ac:spMkLst>
            <pc:docMk/>
            <pc:sldMk cId="2292439443" sldId="4743"/>
            <ac:spMk id="5" creationId="{35E8E811-9F8D-9B7D-D62B-A66360932C2B}"/>
          </ac:spMkLst>
        </pc:spChg>
        <pc:spChg chg="add mod">
          <ac:chgData name="Ronan Ogor" userId="473d6ea9-be06-4609-b78d-125cc115ecf4" providerId="ADAL" clId="{403BE842-08DA-449C-8451-E1B261B729ED}" dt="2025-06-16T15:35:59.181" v="10472" actId="20577"/>
          <ac:spMkLst>
            <pc:docMk/>
            <pc:sldMk cId="2292439443" sldId="4743"/>
            <ac:spMk id="6" creationId="{672B8727-446F-FDF0-B05C-D55E2D9494A8}"/>
          </ac:spMkLst>
        </pc:spChg>
        <pc:spChg chg="add mod">
          <ac:chgData name="Ronan Ogor" userId="473d6ea9-be06-4609-b78d-125cc115ecf4" providerId="ADAL" clId="{403BE842-08DA-449C-8451-E1B261B729ED}" dt="2025-06-16T15:30:43.820" v="10364" actId="1076"/>
          <ac:spMkLst>
            <pc:docMk/>
            <pc:sldMk cId="2292439443" sldId="4743"/>
            <ac:spMk id="7" creationId="{61649C74-8D0E-AC87-3AEE-A454CDFD061E}"/>
          </ac:spMkLst>
        </pc:spChg>
        <pc:spChg chg="add mod">
          <ac:chgData name="Ronan Ogor" userId="473d6ea9-be06-4609-b78d-125cc115ecf4" providerId="ADAL" clId="{403BE842-08DA-449C-8451-E1B261B729ED}" dt="2025-06-17T06:55:43.597" v="10507" actId="1076"/>
          <ac:spMkLst>
            <pc:docMk/>
            <pc:sldMk cId="2292439443" sldId="4743"/>
            <ac:spMk id="8" creationId="{2889C8F4-CB93-156E-315F-C840420717A9}"/>
          </ac:spMkLst>
        </pc:spChg>
        <pc:spChg chg="add mod">
          <ac:chgData name="Ronan Ogor" userId="473d6ea9-be06-4609-b78d-125cc115ecf4" providerId="ADAL" clId="{403BE842-08DA-449C-8451-E1B261B729ED}" dt="2025-06-17T06:55:07.704" v="10474" actId="1076"/>
          <ac:spMkLst>
            <pc:docMk/>
            <pc:sldMk cId="2292439443" sldId="4743"/>
            <ac:spMk id="11" creationId="{7C89B74B-2DE3-EB24-24A6-25E87969D84A}"/>
          </ac:spMkLst>
        </pc:spChg>
        <pc:spChg chg="mod">
          <ac:chgData name="Ronan Ogor" userId="473d6ea9-be06-4609-b78d-125cc115ecf4" providerId="ADAL" clId="{403BE842-08DA-449C-8451-E1B261B729ED}" dt="2025-06-16T15:35:22.301" v="10468" actId="1076"/>
          <ac:spMkLst>
            <pc:docMk/>
            <pc:sldMk cId="2292439443" sldId="4743"/>
            <ac:spMk id="22" creationId="{A9CC2BE6-493C-95E7-AAF1-7568523D009E}"/>
          </ac:spMkLst>
        </pc:spChg>
        <pc:cxnChg chg="add mod">
          <ac:chgData name="Ronan Ogor" userId="473d6ea9-be06-4609-b78d-125cc115ecf4" providerId="ADAL" clId="{403BE842-08DA-449C-8451-E1B261B729ED}" dt="2025-06-16T15:30:45.969" v="10365" actId="14100"/>
          <ac:cxnSpMkLst>
            <pc:docMk/>
            <pc:sldMk cId="2292439443" sldId="4743"/>
            <ac:cxnSpMk id="9" creationId="{58683FC7-5BDE-4819-FF4F-74D9F192AE76}"/>
          </ac:cxnSpMkLst>
        </pc:cxnChg>
        <pc:cxnChg chg="add mod">
          <ac:chgData name="Ronan Ogor" userId="473d6ea9-be06-4609-b78d-125cc115ecf4" providerId="ADAL" clId="{403BE842-08DA-449C-8451-E1B261B729ED}" dt="2025-06-16T15:35:36.461" v="10471" actId="14100"/>
          <ac:cxnSpMkLst>
            <pc:docMk/>
            <pc:sldMk cId="2292439443" sldId="4743"/>
            <ac:cxnSpMk id="12" creationId="{820EA557-2DF6-215A-75A7-962A10C75419}"/>
          </ac:cxnSpMkLst>
        </pc:cxnChg>
      </pc:sldChg>
      <pc:sldChg chg="addSp delSp modSp add mod ord">
        <pc:chgData name="Ronan Ogor" userId="473d6ea9-be06-4609-b78d-125cc115ecf4" providerId="ADAL" clId="{403BE842-08DA-449C-8451-E1B261B729ED}" dt="2025-06-17T08:02:29.649" v="11369" actId="1076"/>
        <pc:sldMkLst>
          <pc:docMk/>
          <pc:sldMk cId="1879767085" sldId="4744"/>
        </pc:sldMkLst>
        <pc:spChg chg="add mod">
          <ac:chgData name="Ronan Ogor" userId="473d6ea9-be06-4609-b78d-125cc115ecf4" providerId="ADAL" clId="{403BE842-08DA-449C-8451-E1B261B729ED}" dt="2025-06-17T08:01:38.824" v="11287" actId="20577"/>
          <ac:spMkLst>
            <pc:docMk/>
            <pc:sldMk cId="1879767085" sldId="4744"/>
            <ac:spMk id="3" creationId="{3C7EC1D9-F229-39D0-F471-347155599E70}"/>
          </ac:spMkLst>
        </pc:spChg>
        <pc:spChg chg="add mod">
          <ac:chgData name="Ronan Ogor" userId="473d6ea9-be06-4609-b78d-125cc115ecf4" providerId="ADAL" clId="{403BE842-08DA-449C-8451-E1B261B729ED}" dt="2025-06-17T07:49:37.217" v="11068" actId="113"/>
          <ac:spMkLst>
            <pc:docMk/>
            <pc:sldMk cId="1879767085" sldId="4744"/>
            <ac:spMk id="5" creationId="{16C3DAFA-3105-0B3F-D811-C7A942F5F9BB}"/>
          </ac:spMkLst>
        </pc:spChg>
        <pc:spChg chg="add mod">
          <ac:chgData name="Ronan Ogor" userId="473d6ea9-be06-4609-b78d-125cc115ecf4" providerId="ADAL" clId="{403BE842-08DA-449C-8451-E1B261B729ED}" dt="2025-06-17T08:02:29.649" v="11369" actId="1076"/>
          <ac:spMkLst>
            <pc:docMk/>
            <pc:sldMk cId="1879767085" sldId="4744"/>
            <ac:spMk id="6" creationId="{4F598D79-0A7A-BB33-5470-82CBFD184445}"/>
          </ac:spMkLst>
        </pc:spChg>
        <pc:spChg chg="add mod">
          <ac:chgData name="Ronan Ogor" userId="473d6ea9-be06-4609-b78d-125cc115ecf4" providerId="ADAL" clId="{403BE842-08DA-449C-8451-E1B261B729ED}" dt="2025-06-17T07:55:49.685" v="11221" actId="20577"/>
          <ac:spMkLst>
            <pc:docMk/>
            <pc:sldMk cId="1879767085" sldId="4744"/>
            <ac:spMk id="30" creationId="{F460668A-3BB9-6B82-98DD-DCB53BE39538}"/>
          </ac:spMkLst>
        </pc:spChg>
        <pc:spChg chg="add mod">
          <ac:chgData name="Ronan Ogor" userId="473d6ea9-be06-4609-b78d-125cc115ecf4" providerId="ADAL" clId="{403BE842-08DA-449C-8451-E1B261B729ED}" dt="2025-06-17T07:55:05.491" v="11198" actId="20577"/>
          <ac:spMkLst>
            <pc:docMk/>
            <pc:sldMk cId="1879767085" sldId="4744"/>
            <ac:spMk id="31" creationId="{08211601-1ECB-DD70-FEBB-D281D0B80F3A}"/>
          </ac:spMkLst>
        </pc:spChg>
        <pc:spChg chg="add mod">
          <ac:chgData name="Ronan Ogor" userId="473d6ea9-be06-4609-b78d-125cc115ecf4" providerId="ADAL" clId="{403BE842-08DA-449C-8451-E1B261B729ED}" dt="2025-06-17T07:58:11.510" v="11266" actId="20577"/>
          <ac:spMkLst>
            <pc:docMk/>
            <pc:sldMk cId="1879767085" sldId="4744"/>
            <ac:spMk id="32" creationId="{1631E4D5-664D-0C48-FBCE-DB0101D9DC82}"/>
          </ac:spMkLst>
        </pc:spChg>
        <pc:spChg chg="add mod">
          <ac:chgData name="Ronan Ogor" userId="473d6ea9-be06-4609-b78d-125cc115ecf4" providerId="ADAL" clId="{403BE842-08DA-449C-8451-E1B261B729ED}" dt="2025-06-17T07:55:23.811" v="11214" actId="1076"/>
          <ac:spMkLst>
            <pc:docMk/>
            <pc:sldMk cId="1879767085" sldId="4744"/>
            <ac:spMk id="33" creationId="{3CE75A4B-3FE4-C53C-92E5-E6205BBC7935}"/>
          </ac:spMkLst>
        </pc:spChg>
        <pc:spChg chg="add mod">
          <ac:chgData name="Ronan Ogor" userId="473d6ea9-be06-4609-b78d-125cc115ecf4" providerId="ADAL" clId="{403BE842-08DA-449C-8451-E1B261B729ED}" dt="2025-06-17T07:58:50.180" v="11285" actId="20577"/>
          <ac:spMkLst>
            <pc:docMk/>
            <pc:sldMk cId="1879767085" sldId="4744"/>
            <ac:spMk id="34" creationId="{A197EFE3-6714-23E6-DD77-DC092B0093D1}"/>
          </ac:spMkLst>
        </pc:spChg>
        <pc:spChg chg="add mod">
          <ac:chgData name="Ronan Ogor" userId="473d6ea9-be06-4609-b78d-125cc115ecf4" providerId="ADAL" clId="{403BE842-08DA-449C-8451-E1B261B729ED}" dt="2025-06-17T07:58:46.025" v="11284" actId="20577"/>
          <ac:spMkLst>
            <pc:docMk/>
            <pc:sldMk cId="1879767085" sldId="4744"/>
            <ac:spMk id="37" creationId="{BD00AFCC-8FCB-0B6E-7DF9-AE8BB2D68941}"/>
          </ac:spMkLst>
        </pc:spChg>
        <pc:spChg chg="add mod">
          <ac:chgData name="Ronan Ogor" userId="473d6ea9-be06-4609-b78d-125cc115ecf4" providerId="ADAL" clId="{403BE842-08DA-449C-8451-E1B261B729ED}" dt="2025-06-17T07:58:56.646" v="11286"/>
          <ac:spMkLst>
            <pc:docMk/>
            <pc:sldMk cId="1879767085" sldId="4744"/>
            <ac:spMk id="40" creationId="{2D7623DD-A820-7A7A-7DD7-9ABA9C03AC9A}"/>
          </ac:spMkLst>
        </pc:spChg>
        <pc:picChg chg="add mod">
          <ac:chgData name="Ronan Ogor" userId="473d6ea9-be06-4609-b78d-125cc115ecf4" providerId="ADAL" clId="{403BE842-08DA-449C-8451-E1B261B729ED}" dt="2025-06-17T07:58:56.646" v="11286"/>
          <ac:picMkLst>
            <pc:docMk/>
            <pc:sldMk cId="1879767085" sldId="4744"/>
            <ac:picMk id="39" creationId="{97B00BE0-202C-D3EB-711B-51E7DA9CA035}"/>
          </ac:picMkLst>
        </pc:picChg>
        <pc:cxnChg chg="add mod">
          <ac:chgData name="Ronan Ogor" userId="473d6ea9-be06-4609-b78d-125cc115ecf4" providerId="ADAL" clId="{403BE842-08DA-449C-8451-E1B261B729ED}" dt="2025-06-17T07:55:36.419" v="11217" actId="1076"/>
          <ac:cxnSpMkLst>
            <pc:docMk/>
            <pc:sldMk cId="1879767085" sldId="4744"/>
            <ac:cxnSpMk id="35" creationId="{735AFAD8-07AF-58DA-3E63-CB0A761218FB}"/>
          </ac:cxnSpMkLst>
        </pc:cxnChg>
        <pc:cxnChg chg="add mod">
          <ac:chgData name="Ronan Ogor" userId="473d6ea9-be06-4609-b78d-125cc115ecf4" providerId="ADAL" clId="{403BE842-08DA-449C-8451-E1B261B729ED}" dt="2025-06-17T07:58:27.932" v="11268" actId="1076"/>
          <ac:cxnSpMkLst>
            <pc:docMk/>
            <pc:sldMk cId="1879767085" sldId="4744"/>
            <ac:cxnSpMk id="38" creationId="{9A261787-9B9B-0D0F-2B68-4B82C5E9F31D}"/>
          </ac:cxnSpMkLst>
        </pc:cxnChg>
      </pc:sldChg>
      <pc:sldChg chg="addSp delSp modSp add mod">
        <pc:chgData name="Ronan Ogor" userId="473d6ea9-be06-4609-b78d-125cc115ecf4" providerId="ADAL" clId="{403BE842-08DA-449C-8451-E1B261B729ED}" dt="2025-06-17T07:46:29.465" v="11060" actId="1076"/>
        <pc:sldMkLst>
          <pc:docMk/>
          <pc:sldMk cId="1997353347" sldId="4745"/>
        </pc:sldMkLst>
        <pc:spChg chg="mod">
          <ac:chgData name="Ronan Ogor" userId="473d6ea9-be06-4609-b78d-125cc115ecf4" providerId="ADAL" clId="{403BE842-08DA-449C-8451-E1B261B729ED}" dt="2025-06-17T07:32:09.001" v="10845" actId="1076"/>
          <ac:spMkLst>
            <pc:docMk/>
            <pc:sldMk cId="1997353347" sldId="4745"/>
            <ac:spMk id="3" creationId="{687F1320-6C82-9A43-5C4D-71E40CA81B31}"/>
          </ac:spMkLst>
        </pc:spChg>
        <pc:spChg chg="mod">
          <ac:chgData name="Ronan Ogor" userId="473d6ea9-be06-4609-b78d-125cc115ecf4" providerId="ADAL" clId="{403BE842-08DA-449C-8451-E1B261B729ED}" dt="2025-06-17T07:45:05.322" v="10953" actId="1076"/>
          <ac:spMkLst>
            <pc:docMk/>
            <pc:sldMk cId="1997353347" sldId="4745"/>
            <ac:spMk id="4" creationId="{8597A6E0-8AD1-0E7E-9F16-6FB3B3D7843D}"/>
          </ac:spMkLst>
        </pc:spChg>
        <pc:spChg chg="mod">
          <ac:chgData name="Ronan Ogor" userId="473d6ea9-be06-4609-b78d-125cc115ecf4" providerId="ADAL" clId="{403BE842-08DA-449C-8451-E1B261B729ED}" dt="2025-06-17T07:45:05.322" v="10953" actId="1076"/>
          <ac:spMkLst>
            <pc:docMk/>
            <pc:sldMk cId="1997353347" sldId="4745"/>
            <ac:spMk id="7" creationId="{BF0D10FC-BDC5-0EC0-2EC5-E6A5CFB8B5FE}"/>
          </ac:spMkLst>
        </pc:spChg>
        <pc:spChg chg="mod">
          <ac:chgData name="Ronan Ogor" userId="473d6ea9-be06-4609-b78d-125cc115ecf4" providerId="ADAL" clId="{403BE842-08DA-449C-8451-E1B261B729ED}" dt="2025-06-17T07:45:05.322" v="10953" actId="1076"/>
          <ac:spMkLst>
            <pc:docMk/>
            <pc:sldMk cId="1997353347" sldId="4745"/>
            <ac:spMk id="8" creationId="{3A0FD26F-9CD7-6F9A-D1D9-8D5ED3A96D27}"/>
          </ac:spMkLst>
        </pc:spChg>
        <pc:spChg chg="mod">
          <ac:chgData name="Ronan Ogor" userId="473d6ea9-be06-4609-b78d-125cc115ecf4" providerId="ADAL" clId="{403BE842-08DA-449C-8451-E1B261B729ED}" dt="2025-06-17T07:45:05.322" v="10953" actId="1076"/>
          <ac:spMkLst>
            <pc:docMk/>
            <pc:sldMk cId="1997353347" sldId="4745"/>
            <ac:spMk id="9" creationId="{80F8802E-8FF7-0E68-0B7D-60A902D6A4BA}"/>
          </ac:spMkLst>
        </pc:spChg>
        <pc:spChg chg="mod">
          <ac:chgData name="Ronan Ogor" userId="473d6ea9-be06-4609-b78d-125cc115ecf4" providerId="ADAL" clId="{403BE842-08DA-449C-8451-E1B261B729ED}" dt="2025-06-17T07:45:05.322" v="10953" actId="1076"/>
          <ac:spMkLst>
            <pc:docMk/>
            <pc:sldMk cId="1997353347" sldId="4745"/>
            <ac:spMk id="12" creationId="{6E3CD765-108A-85E5-1D61-A63BD8BE167A}"/>
          </ac:spMkLst>
        </pc:spChg>
        <pc:spChg chg="add mod">
          <ac:chgData name="Ronan Ogor" userId="473d6ea9-be06-4609-b78d-125cc115ecf4" providerId="ADAL" clId="{403BE842-08DA-449C-8451-E1B261B729ED}" dt="2025-06-17T07:46:29.465" v="11060" actId="1076"/>
          <ac:spMkLst>
            <pc:docMk/>
            <pc:sldMk cId="1997353347" sldId="4745"/>
            <ac:spMk id="13" creationId="{3DEA5624-9DD9-1578-E594-7A8DBEE2AAEB}"/>
          </ac:spMkLst>
        </pc:spChg>
        <pc:spChg chg="mod">
          <ac:chgData name="Ronan Ogor" userId="473d6ea9-be06-4609-b78d-125cc115ecf4" providerId="ADAL" clId="{403BE842-08DA-449C-8451-E1B261B729ED}" dt="2025-06-17T07:45:05.322" v="10953" actId="1076"/>
          <ac:spMkLst>
            <pc:docMk/>
            <pc:sldMk cId="1997353347" sldId="4745"/>
            <ac:spMk id="15" creationId="{E6E39D0F-2AE8-9601-EA4C-49B4E33D22D3}"/>
          </ac:spMkLst>
        </pc:spChg>
        <pc:picChg chg="add mod">
          <ac:chgData name="Ronan Ogor" userId="473d6ea9-be06-4609-b78d-125cc115ecf4" providerId="ADAL" clId="{403BE842-08DA-449C-8451-E1B261B729ED}" dt="2025-06-17T07:45:46.016" v="10957" actId="1076"/>
          <ac:picMkLst>
            <pc:docMk/>
            <pc:sldMk cId="1997353347" sldId="4745"/>
            <ac:picMk id="2" creationId="{B984157C-AA82-2567-2A4D-C305C1D37F46}"/>
          </ac:picMkLst>
        </pc:picChg>
      </pc:sldChg>
      <pc:sldChg chg="addSp delSp modSp add mod">
        <pc:chgData name="Ronan Ogor" userId="473d6ea9-be06-4609-b78d-125cc115ecf4" providerId="ADAL" clId="{403BE842-08DA-449C-8451-E1B261B729ED}" dt="2025-06-17T08:40:19.935" v="11418" actId="1076"/>
        <pc:sldMkLst>
          <pc:docMk/>
          <pc:sldMk cId="3748940708" sldId="4746"/>
        </pc:sldMkLst>
        <pc:spChg chg="add mod">
          <ac:chgData name="Ronan Ogor" userId="473d6ea9-be06-4609-b78d-125cc115ecf4" providerId="ADAL" clId="{403BE842-08DA-449C-8451-E1B261B729ED}" dt="2025-06-17T08:39:49.391" v="11409"/>
          <ac:spMkLst>
            <pc:docMk/>
            <pc:sldMk cId="3748940708" sldId="4746"/>
            <ac:spMk id="5" creationId="{E827FD4D-A949-A07A-3A02-756CE3C7FEEE}"/>
          </ac:spMkLst>
        </pc:spChg>
        <pc:spChg chg="mod">
          <ac:chgData name="Ronan Ogor" userId="473d6ea9-be06-4609-b78d-125cc115ecf4" providerId="ADAL" clId="{403BE842-08DA-449C-8451-E1B261B729ED}" dt="2025-06-17T08:40:12.120" v="11417" actId="15"/>
          <ac:spMkLst>
            <pc:docMk/>
            <pc:sldMk cId="3748940708" sldId="4746"/>
            <ac:spMk id="6" creationId="{2EE01D31-4AAB-3C81-DDF7-BE032CF9FCC4}"/>
          </ac:spMkLst>
        </pc:spChg>
        <pc:spChg chg="add mod">
          <ac:chgData name="Ronan Ogor" userId="473d6ea9-be06-4609-b78d-125cc115ecf4" providerId="ADAL" clId="{403BE842-08DA-449C-8451-E1B261B729ED}" dt="2025-06-17T08:40:02.673" v="11412" actId="1076"/>
          <ac:spMkLst>
            <pc:docMk/>
            <pc:sldMk cId="3748940708" sldId="4746"/>
            <ac:spMk id="7" creationId="{2C7BFFCF-E6A7-CDFC-2BBC-944471EBDF3C}"/>
          </ac:spMkLst>
        </pc:spChg>
        <pc:spChg chg="add mod">
          <ac:chgData name="Ronan Ogor" userId="473d6ea9-be06-4609-b78d-125cc115ecf4" providerId="ADAL" clId="{403BE842-08DA-449C-8451-E1B261B729ED}" dt="2025-06-17T08:40:19.935" v="11418" actId="1076"/>
          <ac:spMkLst>
            <pc:docMk/>
            <pc:sldMk cId="3748940708" sldId="4746"/>
            <ac:spMk id="8" creationId="{FE5960A4-5292-9405-2EBC-77C651EB28E8}"/>
          </ac:spMkLst>
        </pc:spChg>
      </pc:sldChg>
      <pc:sldChg chg="addSp delSp modSp add mod ord">
        <pc:chgData name="Ronan Ogor" userId="473d6ea9-be06-4609-b78d-125cc115ecf4" providerId="ADAL" clId="{403BE842-08DA-449C-8451-E1B261B729ED}" dt="2025-06-17T09:10:02.309" v="11641" actId="1076"/>
        <pc:sldMkLst>
          <pc:docMk/>
          <pc:sldMk cId="3362151440" sldId="4747"/>
        </pc:sldMkLst>
        <pc:spChg chg="mod">
          <ac:chgData name="Ronan Ogor" userId="473d6ea9-be06-4609-b78d-125cc115ecf4" providerId="ADAL" clId="{403BE842-08DA-449C-8451-E1B261B729ED}" dt="2025-06-17T08:44:23.715" v="11563" actId="20577"/>
          <ac:spMkLst>
            <pc:docMk/>
            <pc:sldMk cId="3362151440" sldId="4747"/>
            <ac:spMk id="3" creationId="{C8C9322F-A5C9-1C17-2D24-F4108985367F}"/>
          </ac:spMkLst>
        </pc:spChg>
        <pc:spChg chg="add mod">
          <ac:chgData name="Ronan Ogor" userId="473d6ea9-be06-4609-b78d-125cc115ecf4" providerId="ADAL" clId="{403BE842-08DA-449C-8451-E1B261B729ED}" dt="2025-06-17T09:09:58.855" v="11640" actId="207"/>
          <ac:spMkLst>
            <pc:docMk/>
            <pc:sldMk cId="3362151440" sldId="4747"/>
            <ac:spMk id="11" creationId="{5016A436-5E17-ECA6-C950-50D071A8F51C}"/>
          </ac:spMkLst>
        </pc:spChg>
        <pc:spChg chg="mod">
          <ac:chgData name="Ronan Ogor" userId="473d6ea9-be06-4609-b78d-125cc115ecf4" providerId="ADAL" clId="{403BE842-08DA-449C-8451-E1B261B729ED}" dt="2025-06-17T08:41:52.858" v="11463" actId="14100"/>
          <ac:spMkLst>
            <pc:docMk/>
            <pc:sldMk cId="3362151440" sldId="4747"/>
            <ac:spMk id="19" creationId="{1435A289-67D9-107E-FAFB-88B0C8B1B858}"/>
          </ac:spMkLst>
        </pc:spChg>
        <pc:spChg chg="mod">
          <ac:chgData name="Ronan Ogor" userId="473d6ea9-be06-4609-b78d-125cc115ecf4" providerId="ADAL" clId="{403BE842-08DA-449C-8451-E1B261B729ED}" dt="2025-06-17T08:42:10.298" v="11491" actId="20577"/>
          <ac:spMkLst>
            <pc:docMk/>
            <pc:sldMk cId="3362151440" sldId="4747"/>
            <ac:spMk id="24" creationId="{1FFE3227-2757-0F67-7D89-6345C2DF37D5}"/>
          </ac:spMkLst>
        </pc:spChg>
        <pc:spChg chg="mod">
          <ac:chgData name="Ronan Ogor" userId="473d6ea9-be06-4609-b78d-125cc115ecf4" providerId="ADAL" clId="{403BE842-08DA-449C-8451-E1B261B729ED}" dt="2025-06-17T08:41:25.290" v="11423" actId="20577"/>
          <ac:spMkLst>
            <pc:docMk/>
            <pc:sldMk cId="3362151440" sldId="4747"/>
            <ac:spMk id="25" creationId="{61959BD7-80B3-0CD7-A5B3-28B6414341A2}"/>
          </ac:spMkLst>
        </pc:spChg>
        <pc:spChg chg="mod">
          <ac:chgData name="Ronan Ogor" userId="473d6ea9-be06-4609-b78d-125cc115ecf4" providerId="ADAL" clId="{403BE842-08DA-449C-8451-E1B261B729ED}" dt="2025-06-17T08:41:36.092" v="11444" actId="1037"/>
          <ac:spMkLst>
            <pc:docMk/>
            <pc:sldMk cId="3362151440" sldId="4747"/>
            <ac:spMk id="30" creationId="{F8CD8A96-8BAA-2A9B-0A6A-D75D5773A0D1}"/>
          </ac:spMkLst>
        </pc:spChg>
        <pc:spChg chg="mod">
          <ac:chgData name="Ronan Ogor" userId="473d6ea9-be06-4609-b78d-125cc115ecf4" providerId="ADAL" clId="{403BE842-08DA-449C-8451-E1B261B729ED}" dt="2025-06-17T08:41:42.668" v="11457" actId="1038"/>
          <ac:spMkLst>
            <pc:docMk/>
            <pc:sldMk cId="3362151440" sldId="4747"/>
            <ac:spMk id="31" creationId="{94CFF2A9-670F-4111-D6B4-CA643B2395B4}"/>
          </ac:spMkLst>
        </pc:spChg>
        <pc:spChg chg="mod">
          <ac:chgData name="Ronan Ogor" userId="473d6ea9-be06-4609-b78d-125cc115ecf4" providerId="ADAL" clId="{403BE842-08DA-449C-8451-E1B261B729ED}" dt="2025-06-17T08:43:53.565" v="11550" actId="14100"/>
          <ac:spMkLst>
            <pc:docMk/>
            <pc:sldMk cId="3362151440" sldId="4747"/>
            <ac:spMk id="35" creationId="{DC6FA9BE-9FFB-5141-F2E7-067AA86C6E48}"/>
          </ac:spMkLst>
        </pc:spChg>
        <pc:picChg chg="add mod">
          <ac:chgData name="Ronan Ogor" userId="473d6ea9-be06-4609-b78d-125cc115ecf4" providerId="ADAL" clId="{403BE842-08DA-449C-8451-E1B261B729ED}" dt="2025-06-17T09:10:02.309" v="11641" actId="1076"/>
          <ac:picMkLst>
            <pc:docMk/>
            <pc:sldMk cId="3362151440" sldId="4747"/>
            <ac:picMk id="13" creationId="{691BAD10-7FDD-4B55-2619-6E0760255513}"/>
          </ac:picMkLst>
        </pc:picChg>
      </pc:sldChg>
      <pc:sldChg chg="delSp modSp add mod">
        <pc:chgData name="Ronan Ogor" userId="473d6ea9-be06-4609-b78d-125cc115ecf4" providerId="ADAL" clId="{403BE842-08DA-449C-8451-E1B261B729ED}" dt="2025-06-17T09:30:11.558" v="11863" actId="113"/>
        <pc:sldMkLst>
          <pc:docMk/>
          <pc:sldMk cId="3077350546" sldId="4748"/>
        </pc:sldMkLst>
        <pc:spChg chg="mod">
          <ac:chgData name="Ronan Ogor" userId="473d6ea9-be06-4609-b78d-125cc115ecf4" providerId="ADAL" clId="{403BE842-08DA-449C-8451-E1B261B729ED}" dt="2025-06-17T09:29:12.734" v="11773" actId="1076"/>
          <ac:spMkLst>
            <pc:docMk/>
            <pc:sldMk cId="3077350546" sldId="4748"/>
            <ac:spMk id="3" creationId="{25A236CF-F8FB-9D73-E102-F73CF3920F30}"/>
          </ac:spMkLst>
        </pc:spChg>
        <pc:spChg chg="mod">
          <ac:chgData name="Ronan Ogor" userId="473d6ea9-be06-4609-b78d-125cc115ecf4" providerId="ADAL" clId="{403BE842-08DA-449C-8451-E1B261B729ED}" dt="2025-06-17T09:29:57.492" v="11858" actId="1076"/>
          <ac:spMkLst>
            <pc:docMk/>
            <pc:sldMk cId="3077350546" sldId="4748"/>
            <ac:spMk id="6" creationId="{F3034A1E-E4C6-6A5B-4CB7-6B69C5570D21}"/>
          </ac:spMkLst>
        </pc:spChg>
        <pc:spChg chg="mod">
          <ac:chgData name="Ronan Ogor" userId="473d6ea9-be06-4609-b78d-125cc115ecf4" providerId="ADAL" clId="{403BE842-08DA-449C-8451-E1B261B729ED}" dt="2025-06-17T09:28:59.427" v="11769" actId="14100"/>
          <ac:spMkLst>
            <pc:docMk/>
            <pc:sldMk cId="3077350546" sldId="4748"/>
            <ac:spMk id="30" creationId="{225ADB18-6AB8-6411-232E-5A34C6006C63}"/>
          </ac:spMkLst>
        </pc:spChg>
        <pc:spChg chg="mod">
          <ac:chgData name="Ronan Ogor" userId="473d6ea9-be06-4609-b78d-125cc115ecf4" providerId="ADAL" clId="{403BE842-08DA-449C-8451-E1B261B729ED}" dt="2025-06-17T09:30:11.558" v="11863" actId="113"/>
          <ac:spMkLst>
            <pc:docMk/>
            <pc:sldMk cId="3077350546" sldId="4748"/>
            <ac:spMk id="32" creationId="{246C941E-1E06-D186-149E-27B276D648F3}"/>
          </ac:spMkLst>
        </pc:spChg>
        <pc:spChg chg="mod">
          <ac:chgData name="Ronan Ogor" userId="473d6ea9-be06-4609-b78d-125cc115ecf4" providerId="ADAL" clId="{403BE842-08DA-449C-8451-E1B261B729ED}" dt="2025-06-17T09:29:02.087" v="11770" actId="1076"/>
          <ac:spMkLst>
            <pc:docMk/>
            <pc:sldMk cId="3077350546" sldId="4748"/>
            <ac:spMk id="33" creationId="{C4E8F401-9B95-677D-F584-D723045BD836}"/>
          </ac:spMkLst>
        </pc:spChg>
      </pc:sldChg>
      <pc:sldChg chg="addSp modSp add mod">
        <pc:chgData name="Ronan Ogor" userId="473d6ea9-be06-4609-b78d-125cc115ecf4" providerId="ADAL" clId="{403BE842-08DA-449C-8451-E1B261B729ED}" dt="2025-06-17T09:34:30.300" v="11915" actId="1076"/>
        <pc:sldMkLst>
          <pc:docMk/>
          <pc:sldMk cId="1112466983" sldId="4749"/>
        </pc:sldMkLst>
        <pc:spChg chg="mod">
          <ac:chgData name="Ronan Ogor" userId="473d6ea9-be06-4609-b78d-125cc115ecf4" providerId="ADAL" clId="{403BE842-08DA-449C-8451-E1B261B729ED}" dt="2025-06-17T09:33:33.485" v="11907" actId="1035"/>
          <ac:spMkLst>
            <pc:docMk/>
            <pc:sldMk cId="1112466983" sldId="4749"/>
            <ac:spMk id="3" creationId="{098C5DB4-BE7A-7D11-77B5-72C8634587F2}"/>
          </ac:spMkLst>
        </pc:spChg>
        <pc:spChg chg="mod">
          <ac:chgData name="Ronan Ogor" userId="473d6ea9-be06-4609-b78d-125cc115ecf4" providerId="ADAL" clId="{403BE842-08DA-449C-8451-E1B261B729ED}" dt="2025-06-17T09:33:33.485" v="11907" actId="1035"/>
          <ac:spMkLst>
            <pc:docMk/>
            <pc:sldMk cId="1112466983" sldId="4749"/>
            <ac:spMk id="4" creationId="{4A85651A-C99B-1CD0-48C3-01E2F742E298}"/>
          </ac:spMkLst>
        </pc:spChg>
        <pc:spChg chg="add mod">
          <ac:chgData name="Ronan Ogor" userId="473d6ea9-be06-4609-b78d-125cc115ecf4" providerId="ADAL" clId="{403BE842-08DA-449C-8451-E1B261B729ED}" dt="2025-06-17T09:33:33.485" v="11907" actId="1035"/>
          <ac:spMkLst>
            <pc:docMk/>
            <pc:sldMk cId="1112466983" sldId="4749"/>
            <ac:spMk id="5" creationId="{66505F1C-D958-6DF5-2B4B-DE843CDD5791}"/>
          </ac:spMkLst>
        </pc:spChg>
        <pc:spChg chg="mod">
          <ac:chgData name="Ronan Ogor" userId="473d6ea9-be06-4609-b78d-125cc115ecf4" providerId="ADAL" clId="{403BE842-08DA-449C-8451-E1B261B729ED}" dt="2025-06-17T09:34:30.300" v="11915" actId="1076"/>
          <ac:spMkLst>
            <pc:docMk/>
            <pc:sldMk cId="1112466983" sldId="4749"/>
            <ac:spMk id="6" creationId="{225D5C98-4290-EFB0-3717-91E26E8FF3B0}"/>
          </ac:spMkLst>
        </pc:spChg>
        <pc:spChg chg="add mod">
          <ac:chgData name="Ronan Ogor" userId="473d6ea9-be06-4609-b78d-125cc115ecf4" providerId="ADAL" clId="{403BE842-08DA-449C-8451-E1B261B729ED}" dt="2025-06-17T09:33:33.485" v="11907" actId="1035"/>
          <ac:spMkLst>
            <pc:docMk/>
            <pc:sldMk cId="1112466983" sldId="4749"/>
            <ac:spMk id="7" creationId="{8652A797-2586-3509-F436-2E80A428EC45}"/>
          </ac:spMkLst>
        </pc:spChg>
        <pc:spChg chg="add mod">
          <ac:chgData name="Ronan Ogor" userId="473d6ea9-be06-4609-b78d-125cc115ecf4" providerId="ADAL" clId="{403BE842-08DA-449C-8451-E1B261B729ED}" dt="2025-06-17T09:34:26.309" v="11914"/>
          <ac:spMkLst>
            <pc:docMk/>
            <pc:sldMk cId="1112466983" sldId="4749"/>
            <ac:spMk id="8" creationId="{2AF19EEA-094A-07F0-A750-FFDA1750AD02}"/>
          </ac:spMkLst>
        </pc:spChg>
      </pc:sldChg>
      <pc:sldChg chg="addSp delSp modSp add mod">
        <pc:chgData name="Ronan Ogor" userId="473d6ea9-be06-4609-b78d-125cc115ecf4" providerId="ADAL" clId="{403BE842-08DA-449C-8451-E1B261B729ED}" dt="2025-06-17T09:34:43.767" v="11919" actId="1076"/>
        <pc:sldMkLst>
          <pc:docMk/>
          <pc:sldMk cId="4101509713" sldId="4750"/>
        </pc:sldMkLst>
        <pc:spChg chg="add mod">
          <ac:chgData name="Ronan Ogor" userId="473d6ea9-be06-4609-b78d-125cc115ecf4" providerId="ADAL" clId="{403BE842-08DA-449C-8451-E1B261B729ED}" dt="2025-06-17T09:34:43.767" v="11919" actId="1076"/>
          <ac:spMkLst>
            <pc:docMk/>
            <pc:sldMk cId="4101509713" sldId="4750"/>
            <ac:spMk id="9" creationId="{186CFCD1-79B0-FBDE-2675-B3E62F38708E}"/>
          </ac:spMkLst>
        </pc:spChg>
        <pc:spChg chg="add mod">
          <ac:chgData name="Ronan Ogor" userId="473d6ea9-be06-4609-b78d-125cc115ecf4" providerId="ADAL" clId="{403BE842-08DA-449C-8451-E1B261B729ED}" dt="2025-06-17T09:34:39.967" v="11918"/>
          <ac:spMkLst>
            <pc:docMk/>
            <pc:sldMk cId="4101509713" sldId="4750"/>
            <ac:spMk id="10" creationId="{13021462-014A-D5E3-AA21-4BB04401A481}"/>
          </ac:spMkLst>
        </pc:spChg>
      </pc:sldChg>
      <pc:sldChg chg="delSp modSp add mod">
        <pc:chgData name="Ronan Ogor" userId="473d6ea9-be06-4609-b78d-125cc115ecf4" providerId="ADAL" clId="{403BE842-08DA-449C-8451-E1B261B729ED}" dt="2025-06-17T09:36:03.612" v="11943" actId="1076"/>
        <pc:sldMkLst>
          <pc:docMk/>
          <pc:sldMk cId="518205050" sldId="4751"/>
        </pc:sldMkLst>
        <pc:spChg chg="mod">
          <ac:chgData name="Ronan Ogor" userId="473d6ea9-be06-4609-b78d-125cc115ecf4" providerId="ADAL" clId="{403BE842-08DA-449C-8451-E1B261B729ED}" dt="2025-06-17T09:35:52.024" v="11934" actId="113"/>
          <ac:spMkLst>
            <pc:docMk/>
            <pc:sldMk cId="518205050" sldId="4751"/>
            <ac:spMk id="3" creationId="{52453A9C-F4D4-1999-696C-D10BBE261A21}"/>
          </ac:spMkLst>
        </pc:spChg>
        <pc:spChg chg="mod">
          <ac:chgData name="Ronan Ogor" userId="473d6ea9-be06-4609-b78d-125cc115ecf4" providerId="ADAL" clId="{403BE842-08DA-449C-8451-E1B261B729ED}" dt="2025-06-17T09:36:03.612" v="11943" actId="1076"/>
          <ac:spMkLst>
            <pc:docMk/>
            <pc:sldMk cId="518205050" sldId="4751"/>
            <ac:spMk id="6" creationId="{1CF2E5B6-0419-4BAE-B0A6-479E49B7C752}"/>
          </ac:spMkLst>
        </pc:spChg>
      </pc:sldChg>
      <pc:sldChg chg="addSp delSp modSp add mod">
        <pc:chgData name="Ronan Ogor" userId="473d6ea9-be06-4609-b78d-125cc115ecf4" providerId="ADAL" clId="{403BE842-08DA-449C-8451-E1B261B729ED}" dt="2025-06-17T09:36:32.209" v="11948" actId="1076"/>
        <pc:sldMkLst>
          <pc:docMk/>
          <pc:sldMk cId="1434965778" sldId="4752"/>
        </pc:sldMkLst>
        <pc:spChg chg="add mod">
          <ac:chgData name="Ronan Ogor" userId="473d6ea9-be06-4609-b78d-125cc115ecf4" providerId="ADAL" clId="{403BE842-08DA-449C-8451-E1B261B729ED}" dt="2025-06-17T09:36:09.858" v="11945"/>
          <ac:spMkLst>
            <pc:docMk/>
            <pc:sldMk cId="1434965778" sldId="4752"/>
            <ac:spMk id="4" creationId="{55571070-0A01-605B-DE47-D4AFD25AC163}"/>
          </ac:spMkLst>
        </pc:spChg>
        <pc:spChg chg="add mod">
          <ac:chgData name="Ronan Ogor" userId="473d6ea9-be06-4609-b78d-125cc115ecf4" providerId="ADAL" clId="{403BE842-08DA-449C-8451-E1B261B729ED}" dt="2025-06-17T09:36:32.209" v="11948" actId="1076"/>
          <ac:spMkLst>
            <pc:docMk/>
            <pc:sldMk cId="1434965778" sldId="4752"/>
            <ac:spMk id="5" creationId="{36C38F44-3E47-FDAF-B1DB-A183CB8B4A46}"/>
          </ac:spMkLst>
        </pc:spChg>
      </pc:sldChg>
      <pc:sldChg chg="modSp add mod">
        <pc:chgData name="Ronan Ogor" userId="473d6ea9-be06-4609-b78d-125cc115ecf4" providerId="ADAL" clId="{403BE842-08DA-449C-8451-E1B261B729ED}" dt="2025-06-17T09:39:29.121" v="11960" actId="113"/>
        <pc:sldMkLst>
          <pc:docMk/>
          <pc:sldMk cId="2787796222" sldId="4753"/>
        </pc:sldMkLst>
        <pc:spChg chg="mod">
          <ac:chgData name="Ronan Ogor" userId="473d6ea9-be06-4609-b78d-125cc115ecf4" providerId="ADAL" clId="{403BE842-08DA-449C-8451-E1B261B729ED}" dt="2025-06-17T09:39:29.121" v="11960" actId="113"/>
          <ac:spMkLst>
            <pc:docMk/>
            <pc:sldMk cId="2787796222" sldId="4753"/>
            <ac:spMk id="3" creationId="{D32A5C8A-891C-2FD2-497B-CEEE369CAB17}"/>
          </ac:spMkLst>
        </pc:spChg>
        <pc:spChg chg="mod">
          <ac:chgData name="Ronan Ogor" userId="473d6ea9-be06-4609-b78d-125cc115ecf4" providerId="ADAL" clId="{403BE842-08DA-449C-8451-E1B261B729ED}" dt="2025-06-17T09:37:51.330" v="11958" actId="20577"/>
          <ac:spMkLst>
            <pc:docMk/>
            <pc:sldMk cId="2787796222" sldId="4753"/>
            <ac:spMk id="6" creationId="{E748A079-6022-D7DF-CA91-AF4DFEF3737C}"/>
          </ac:spMkLst>
        </pc:spChg>
      </pc:sldChg>
      <pc:sldChg chg="addSp delSp modSp add mod">
        <pc:chgData name="Ronan Ogor" userId="473d6ea9-be06-4609-b78d-125cc115ecf4" providerId="ADAL" clId="{403BE842-08DA-449C-8451-E1B261B729ED}" dt="2025-06-17T09:40:02.327" v="11964" actId="1076"/>
        <pc:sldMkLst>
          <pc:docMk/>
          <pc:sldMk cId="826963184" sldId="4754"/>
        </pc:sldMkLst>
        <pc:spChg chg="add mod">
          <ac:chgData name="Ronan Ogor" userId="473d6ea9-be06-4609-b78d-125cc115ecf4" providerId="ADAL" clId="{403BE842-08DA-449C-8451-E1B261B729ED}" dt="2025-06-17T09:39:46.568" v="11962"/>
          <ac:spMkLst>
            <pc:docMk/>
            <pc:sldMk cId="826963184" sldId="4754"/>
            <ac:spMk id="4" creationId="{E90BA43B-F123-9AA1-1FFF-2BBA579181EE}"/>
          </ac:spMkLst>
        </pc:spChg>
        <pc:spChg chg="add mod">
          <ac:chgData name="Ronan Ogor" userId="473d6ea9-be06-4609-b78d-125cc115ecf4" providerId="ADAL" clId="{403BE842-08DA-449C-8451-E1B261B729ED}" dt="2025-06-17T09:40:02.327" v="11964" actId="1076"/>
          <ac:spMkLst>
            <pc:docMk/>
            <pc:sldMk cId="826963184" sldId="4754"/>
            <ac:spMk id="5" creationId="{81647F3D-7214-E1DA-0EC9-DF4D9E548CFF}"/>
          </ac:spMkLst>
        </pc:spChg>
      </pc:sldChg>
      <pc:sldChg chg="addSp modSp add mod">
        <pc:chgData name="Ronan Ogor" userId="473d6ea9-be06-4609-b78d-125cc115ecf4" providerId="ADAL" clId="{403BE842-08DA-449C-8451-E1B261B729ED}" dt="2025-06-17T09:42:14.973" v="11991" actId="1076"/>
        <pc:sldMkLst>
          <pc:docMk/>
          <pc:sldMk cId="866787576" sldId="4755"/>
        </pc:sldMkLst>
        <pc:spChg chg="mod">
          <ac:chgData name="Ronan Ogor" userId="473d6ea9-be06-4609-b78d-125cc115ecf4" providerId="ADAL" clId="{403BE842-08DA-449C-8451-E1B261B729ED}" dt="2025-06-17T09:41:28.493" v="11974" actId="20577"/>
          <ac:spMkLst>
            <pc:docMk/>
            <pc:sldMk cId="866787576" sldId="4755"/>
            <ac:spMk id="3" creationId="{E7723119-F69B-DAE5-624A-ABEFAB9420E0}"/>
          </ac:spMkLst>
        </pc:spChg>
        <pc:spChg chg="add mod">
          <ac:chgData name="Ronan Ogor" userId="473d6ea9-be06-4609-b78d-125cc115ecf4" providerId="ADAL" clId="{403BE842-08DA-449C-8451-E1B261B729ED}" dt="2025-06-17T09:42:10.348" v="11988" actId="14100"/>
          <ac:spMkLst>
            <pc:docMk/>
            <pc:sldMk cId="866787576" sldId="4755"/>
            <ac:spMk id="4" creationId="{9AD2323B-D3AA-946D-C16E-52DA322DD78A}"/>
          </ac:spMkLst>
        </pc:spChg>
        <pc:spChg chg="mod">
          <ac:chgData name="Ronan Ogor" userId="473d6ea9-be06-4609-b78d-125cc115ecf4" providerId="ADAL" clId="{403BE842-08DA-449C-8451-E1B261B729ED}" dt="2025-06-17T09:42:14.973" v="11991" actId="1076"/>
          <ac:spMkLst>
            <pc:docMk/>
            <pc:sldMk cId="866787576" sldId="4755"/>
            <ac:spMk id="6" creationId="{D082E86E-8F88-93DE-B602-BFF29B1D4D77}"/>
          </ac:spMkLst>
        </pc:spChg>
      </pc:sldChg>
      <pc:sldChg chg="addSp delSp modSp add mod">
        <pc:chgData name="Ronan Ogor" userId="473d6ea9-be06-4609-b78d-125cc115ecf4" providerId="ADAL" clId="{403BE842-08DA-449C-8451-E1B261B729ED}" dt="2025-06-17T09:42:28.074" v="11995" actId="1076"/>
        <pc:sldMkLst>
          <pc:docMk/>
          <pc:sldMk cId="3164536255" sldId="4756"/>
        </pc:sldMkLst>
        <pc:spChg chg="add mod">
          <ac:chgData name="Ronan Ogor" userId="473d6ea9-be06-4609-b78d-125cc115ecf4" providerId="ADAL" clId="{403BE842-08DA-449C-8451-E1B261B729ED}" dt="2025-06-17T09:42:23.216" v="11993"/>
          <ac:spMkLst>
            <pc:docMk/>
            <pc:sldMk cId="3164536255" sldId="4756"/>
            <ac:spMk id="5" creationId="{027D5177-449B-B909-4199-9F0ACEEDB9DB}"/>
          </ac:spMkLst>
        </pc:spChg>
        <pc:spChg chg="add mod">
          <ac:chgData name="Ronan Ogor" userId="473d6ea9-be06-4609-b78d-125cc115ecf4" providerId="ADAL" clId="{403BE842-08DA-449C-8451-E1B261B729ED}" dt="2025-06-17T09:42:28.074" v="11995" actId="1076"/>
          <ac:spMkLst>
            <pc:docMk/>
            <pc:sldMk cId="3164536255" sldId="4756"/>
            <ac:spMk id="7" creationId="{21AD408F-3A43-57C7-F36B-CDC68236F3F3}"/>
          </ac:spMkLst>
        </pc:spChg>
      </pc:sldChg>
      <pc:sldChg chg="addSp delSp modSp add mod">
        <pc:chgData name="Ronan Ogor" userId="473d6ea9-be06-4609-b78d-125cc115ecf4" providerId="ADAL" clId="{403BE842-08DA-449C-8451-E1B261B729ED}" dt="2025-06-17T09:43:54.480" v="12022" actId="1076"/>
        <pc:sldMkLst>
          <pc:docMk/>
          <pc:sldMk cId="4155362591" sldId="4757"/>
        </pc:sldMkLst>
        <pc:spChg chg="mod">
          <ac:chgData name="Ronan Ogor" userId="473d6ea9-be06-4609-b78d-125cc115ecf4" providerId="ADAL" clId="{403BE842-08DA-449C-8451-E1B261B729ED}" dt="2025-06-17T09:43:34.839" v="12017" actId="20577"/>
          <ac:spMkLst>
            <pc:docMk/>
            <pc:sldMk cId="4155362591" sldId="4757"/>
            <ac:spMk id="3" creationId="{3F4334E4-CEC5-7B4B-9855-F7BFB0C356B9}"/>
          </ac:spMkLst>
        </pc:spChg>
        <pc:spChg chg="mod">
          <ac:chgData name="Ronan Ogor" userId="473d6ea9-be06-4609-b78d-125cc115ecf4" providerId="ADAL" clId="{403BE842-08DA-449C-8451-E1B261B729ED}" dt="2025-06-17T09:43:54.480" v="12022" actId="1076"/>
          <ac:spMkLst>
            <pc:docMk/>
            <pc:sldMk cId="4155362591" sldId="4757"/>
            <ac:spMk id="6" creationId="{618C9EA1-F98E-8114-1056-795F0A36549E}"/>
          </ac:spMkLst>
        </pc:spChg>
      </pc:sldChg>
      <pc:sldChg chg="addSp delSp modSp add mod">
        <pc:chgData name="Ronan Ogor" userId="473d6ea9-be06-4609-b78d-125cc115ecf4" providerId="ADAL" clId="{403BE842-08DA-449C-8451-E1B261B729ED}" dt="2025-06-17T09:44:20.925" v="12026" actId="1076"/>
        <pc:sldMkLst>
          <pc:docMk/>
          <pc:sldMk cId="130386092" sldId="4758"/>
        </pc:sldMkLst>
        <pc:spChg chg="add mod">
          <ac:chgData name="Ronan Ogor" userId="473d6ea9-be06-4609-b78d-125cc115ecf4" providerId="ADAL" clId="{403BE842-08DA-449C-8451-E1B261B729ED}" dt="2025-06-17T09:44:04.812" v="12024"/>
          <ac:spMkLst>
            <pc:docMk/>
            <pc:sldMk cId="130386092" sldId="4758"/>
            <ac:spMk id="4" creationId="{FAED5EEC-47EB-8470-AA39-43F94B072329}"/>
          </ac:spMkLst>
        </pc:spChg>
        <pc:spChg chg="add mod">
          <ac:chgData name="Ronan Ogor" userId="473d6ea9-be06-4609-b78d-125cc115ecf4" providerId="ADAL" clId="{403BE842-08DA-449C-8451-E1B261B729ED}" dt="2025-06-17T09:44:20.925" v="12026" actId="1076"/>
          <ac:spMkLst>
            <pc:docMk/>
            <pc:sldMk cId="130386092" sldId="4758"/>
            <ac:spMk id="5" creationId="{189535CC-A3CD-3454-BC83-C62204603337}"/>
          </ac:spMkLst>
        </pc:spChg>
      </pc:sldChg>
      <pc:sldChg chg="addSp delSp modSp add mod">
        <pc:chgData name="Ronan Ogor" userId="473d6ea9-be06-4609-b78d-125cc115ecf4" providerId="ADAL" clId="{403BE842-08DA-449C-8451-E1B261B729ED}" dt="2025-06-17T11:12:57.492" v="12495" actId="1076"/>
        <pc:sldMkLst>
          <pc:docMk/>
          <pc:sldMk cId="1084607511" sldId="4759"/>
        </pc:sldMkLst>
        <pc:spChg chg="add mod">
          <ac:chgData name="Ronan Ogor" userId="473d6ea9-be06-4609-b78d-125cc115ecf4" providerId="ADAL" clId="{403BE842-08DA-449C-8451-E1B261B729ED}" dt="2025-06-17T09:53:34.861" v="12129" actId="1076"/>
          <ac:spMkLst>
            <pc:docMk/>
            <pc:sldMk cId="1084607511" sldId="4759"/>
            <ac:spMk id="2" creationId="{BACF176D-6088-65AB-FE45-6ADBA01655A9}"/>
          </ac:spMkLst>
        </pc:spChg>
        <pc:spChg chg="mod">
          <ac:chgData name="Ronan Ogor" userId="473d6ea9-be06-4609-b78d-125cc115ecf4" providerId="ADAL" clId="{403BE842-08DA-449C-8451-E1B261B729ED}" dt="2025-06-17T09:53:45.937" v="12149" actId="1076"/>
          <ac:spMkLst>
            <pc:docMk/>
            <pc:sldMk cId="1084607511" sldId="4759"/>
            <ac:spMk id="5" creationId="{71346BE7-25B5-1493-971E-B496A1EF31CB}"/>
          </ac:spMkLst>
        </pc:spChg>
        <pc:spChg chg="mod">
          <ac:chgData name="Ronan Ogor" userId="473d6ea9-be06-4609-b78d-125cc115ecf4" providerId="ADAL" clId="{403BE842-08DA-449C-8451-E1B261B729ED}" dt="2025-06-17T09:45:09.432" v="12030" actId="20577"/>
          <ac:spMkLst>
            <pc:docMk/>
            <pc:sldMk cId="1084607511" sldId="4759"/>
            <ac:spMk id="6" creationId="{59A5B954-00C8-AA73-E22D-4B1536D979E3}"/>
          </ac:spMkLst>
        </pc:spChg>
        <pc:spChg chg="mod">
          <ac:chgData name="Ronan Ogor" userId="473d6ea9-be06-4609-b78d-125cc115ecf4" providerId="ADAL" clId="{403BE842-08DA-449C-8451-E1B261B729ED}" dt="2025-06-17T11:12:57.492" v="12495" actId="1076"/>
          <ac:spMkLst>
            <pc:docMk/>
            <pc:sldMk cId="1084607511" sldId="4759"/>
            <ac:spMk id="7" creationId="{26E7C296-CFC7-141D-8F38-3981BCF134AC}"/>
          </ac:spMkLst>
        </pc:spChg>
        <pc:spChg chg="mod">
          <ac:chgData name="Ronan Ogor" userId="473d6ea9-be06-4609-b78d-125cc115ecf4" providerId="ADAL" clId="{403BE842-08DA-449C-8451-E1B261B729ED}" dt="2025-06-17T11:11:09.261" v="12493" actId="14100"/>
          <ac:spMkLst>
            <pc:docMk/>
            <pc:sldMk cId="1084607511" sldId="4759"/>
            <ac:spMk id="9" creationId="{925BFE9F-2E35-3B54-86C7-4B9E58856415}"/>
          </ac:spMkLst>
        </pc:spChg>
        <pc:picChg chg="mod">
          <ac:chgData name="Ronan Ogor" userId="473d6ea9-be06-4609-b78d-125cc115ecf4" providerId="ADAL" clId="{403BE842-08DA-449C-8451-E1B261B729ED}" dt="2025-06-17T09:53:49.994" v="12150" actId="1076"/>
          <ac:picMkLst>
            <pc:docMk/>
            <pc:sldMk cId="1084607511" sldId="4759"/>
            <ac:picMk id="3" creationId="{A23F447A-D570-BDDD-77AC-09460FD3B68C}"/>
          </ac:picMkLst>
        </pc:picChg>
        <pc:picChg chg="mod">
          <ac:chgData name="Ronan Ogor" userId="473d6ea9-be06-4609-b78d-125cc115ecf4" providerId="ADAL" clId="{403BE842-08DA-449C-8451-E1B261B729ED}" dt="2025-06-17T09:53:49.994" v="12150" actId="1076"/>
          <ac:picMkLst>
            <pc:docMk/>
            <pc:sldMk cId="1084607511" sldId="4759"/>
            <ac:picMk id="4" creationId="{6DC0BB76-38BD-6794-4AA5-293241A5D82B}"/>
          </ac:picMkLst>
        </pc:picChg>
      </pc:sldChg>
      <pc:sldChg chg="addSp modSp add mod">
        <pc:chgData name="Ronan Ogor" userId="473d6ea9-be06-4609-b78d-125cc115ecf4" providerId="ADAL" clId="{403BE842-08DA-449C-8451-E1B261B729ED}" dt="2025-06-17T09:49:44.922" v="12102" actId="1076"/>
        <pc:sldMkLst>
          <pc:docMk/>
          <pc:sldMk cId="4169236079" sldId="4760"/>
        </pc:sldMkLst>
        <pc:spChg chg="mod">
          <ac:chgData name="Ronan Ogor" userId="473d6ea9-be06-4609-b78d-125cc115ecf4" providerId="ADAL" clId="{403BE842-08DA-449C-8451-E1B261B729ED}" dt="2025-06-17T09:48:10.767" v="12072" actId="1076"/>
          <ac:spMkLst>
            <pc:docMk/>
            <pc:sldMk cId="4169236079" sldId="4760"/>
            <ac:spMk id="3" creationId="{4CB429C5-24D2-42A3-EB5C-BE1DF7547A86}"/>
          </ac:spMkLst>
        </pc:spChg>
        <pc:spChg chg="add mod">
          <ac:chgData name="Ronan Ogor" userId="473d6ea9-be06-4609-b78d-125cc115ecf4" providerId="ADAL" clId="{403BE842-08DA-449C-8451-E1B261B729ED}" dt="2025-06-17T09:49:18.434" v="12095" actId="207"/>
          <ac:spMkLst>
            <pc:docMk/>
            <pc:sldMk cId="4169236079" sldId="4760"/>
            <ac:spMk id="4" creationId="{0E4E0A16-69CA-5095-FC36-1E65D4DA6CDD}"/>
          </ac:spMkLst>
        </pc:spChg>
        <pc:spChg chg="mod">
          <ac:chgData name="Ronan Ogor" userId="473d6ea9-be06-4609-b78d-125cc115ecf4" providerId="ADAL" clId="{403BE842-08DA-449C-8451-E1B261B729ED}" dt="2025-06-17T09:49:44.922" v="12102" actId="1076"/>
          <ac:spMkLst>
            <pc:docMk/>
            <pc:sldMk cId="4169236079" sldId="4760"/>
            <ac:spMk id="6" creationId="{04219CAD-B25A-28E7-5325-8ED2AF9062F2}"/>
          </ac:spMkLst>
        </pc:spChg>
      </pc:sldChg>
      <pc:sldChg chg="addSp delSp modSp add mod">
        <pc:chgData name="Ronan Ogor" userId="473d6ea9-be06-4609-b78d-125cc115ecf4" providerId="ADAL" clId="{403BE842-08DA-449C-8451-E1B261B729ED}" dt="2025-06-17T09:50:01.793" v="12106" actId="1076"/>
        <pc:sldMkLst>
          <pc:docMk/>
          <pc:sldMk cId="2218206370" sldId="4761"/>
        </pc:sldMkLst>
        <pc:spChg chg="add mod">
          <ac:chgData name="Ronan Ogor" userId="473d6ea9-be06-4609-b78d-125cc115ecf4" providerId="ADAL" clId="{403BE842-08DA-449C-8451-E1B261B729ED}" dt="2025-06-17T09:49:54.363" v="12104"/>
          <ac:spMkLst>
            <pc:docMk/>
            <pc:sldMk cId="2218206370" sldId="4761"/>
            <ac:spMk id="5" creationId="{34BBFC32-E0DB-7845-E24F-D4C83B931D63}"/>
          </ac:spMkLst>
        </pc:spChg>
        <pc:spChg chg="add mod">
          <ac:chgData name="Ronan Ogor" userId="473d6ea9-be06-4609-b78d-125cc115ecf4" providerId="ADAL" clId="{403BE842-08DA-449C-8451-E1B261B729ED}" dt="2025-06-17T09:50:01.793" v="12106" actId="1076"/>
          <ac:spMkLst>
            <pc:docMk/>
            <pc:sldMk cId="2218206370" sldId="4761"/>
            <ac:spMk id="7" creationId="{5B618715-4A6E-8201-2989-67E8BB62FBC3}"/>
          </ac:spMkLst>
        </pc:spChg>
      </pc:sldChg>
      <pc:sldChg chg="modSp add mod">
        <pc:chgData name="Ronan Ogor" userId="473d6ea9-be06-4609-b78d-125cc115ecf4" providerId="ADAL" clId="{403BE842-08DA-449C-8451-E1B261B729ED}" dt="2025-06-17T09:51:14.794" v="12119" actId="20577"/>
        <pc:sldMkLst>
          <pc:docMk/>
          <pc:sldMk cId="2412491547" sldId="4762"/>
        </pc:sldMkLst>
        <pc:spChg chg="mod">
          <ac:chgData name="Ronan Ogor" userId="473d6ea9-be06-4609-b78d-125cc115ecf4" providerId="ADAL" clId="{403BE842-08DA-449C-8451-E1B261B729ED}" dt="2025-06-17T09:51:14.794" v="12119" actId="20577"/>
          <ac:spMkLst>
            <pc:docMk/>
            <pc:sldMk cId="2412491547" sldId="4762"/>
            <ac:spMk id="4" creationId="{B91621F5-275C-63E2-6408-8A042205AA21}"/>
          </ac:spMkLst>
        </pc:spChg>
      </pc:sldChg>
      <pc:sldChg chg="addSp delSp modSp add mod">
        <pc:chgData name="Ronan Ogor" userId="473d6ea9-be06-4609-b78d-125cc115ecf4" providerId="ADAL" clId="{403BE842-08DA-449C-8451-E1B261B729ED}" dt="2025-06-17T09:51:24.715" v="12122"/>
        <pc:sldMkLst>
          <pc:docMk/>
          <pc:sldMk cId="159786900" sldId="4763"/>
        </pc:sldMkLst>
        <pc:spChg chg="add mod">
          <ac:chgData name="Ronan Ogor" userId="473d6ea9-be06-4609-b78d-125cc115ecf4" providerId="ADAL" clId="{403BE842-08DA-449C-8451-E1B261B729ED}" dt="2025-06-17T09:51:24.715" v="12122"/>
          <ac:spMkLst>
            <pc:docMk/>
            <pc:sldMk cId="159786900" sldId="4763"/>
            <ac:spMk id="5" creationId="{81315D64-527A-F6B9-04C2-37A470B91A3C}"/>
          </ac:spMkLst>
        </pc:spChg>
        <pc:spChg chg="add mod">
          <ac:chgData name="Ronan Ogor" userId="473d6ea9-be06-4609-b78d-125cc115ecf4" providerId="ADAL" clId="{403BE842-08DA-449C-8451-E1B261B729ED}" dt="2025-06-17T09:51:24.715" v="12122"/>
          <ac:spMkLst>
            <pc:docMk/>
            <pc:sldMk cId="159786900" sldId="4763"/>
            <ac:spMk id="7" creationId="{4658DAB6-AB66-2DEF-16B3-D0EFDCB47747}"/>
          </ac:spMkLst>
        </pc:spChg>
      </pc:sldChg>
      <pc:sldChg chg="add del">
        <pc:chgData name="Ronan Ogor" userId="473d6ea9-be06-4609-b78d-125cc115ecf4" providerId="ADAL" clId="{403BE842-08DA-449C-8451-E1B261B729ED}" dt="2025-06-17T09:52:28.146" v="12124" actId="47"/>
        <pc:sldMkLst>
          <pc:docMk/>
          <pc:sldMk cId="4060931401" sldId="4764"/>
        </pc:sldMkLst>
      </pc:sldChg>
    </pc:docChg>
  </pc:docChgLst>
  <pc:docChgLst>
    <pc:chgData name="Ronan Ogor" userId="473d6ea9-be06-4609-b78d-125cc115ecf4" providerId="ADAL" clId="{B37DBE06-60B1-490B-8536-C4820F00D834}"/>
    <pc:docChg chg="undo custSel addSld delSld modSld sldOrd">
      <pc:chgData name="Ronan Ogor" userId="473d6ea9-be06-4609-b78d-125cc115ecf4" providerId="ADAL" clId="{B37DBE06-60B1-490B-8536-C4820F00D834}" dt="2025-06-07T07:06:19.283" v="6103" actId="1076"/>
      <pc:docMkLst>
        <pc:docMk/>
      </pc:docMkLst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4215582493" sldId="256"/>
        </pc:sldMkLst>
      </pc:sldChg>
      <pc:sldChg chg="del">
        <pc:chgData name="Ronan Ogor" userId="473d6ea9-be06-4609-b78d-125cc115ecf4" providerId="ADAL" clId="{B37DBE06-60B1-490B-8536-C4820F00D834}" dt="2025-06-03T15:29:26.779" v="46" actId="47"/>
        <pc:sldMkLst>
          <pc:docMk/>
          <pc:sldMk cId="0" sldId="261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2352133627" sldId="264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801260251" sldId="265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622077414" sldId="266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1819900342" sldId="267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59739047" sldId="268"/>
        </pc:sldMkLst>
      </pc:sldChg>
      <pc:sldChg chg="addSp modSp mod">
        <pc:chgData name="Ronan Ogor" userId="473d6ea9-be06-4609-b78d-125cc115ecf4" providerId="ADAL" clId="{B37DBE06-60B1-490B-8536-C4820F00D834}" dt="2025-06-05T03:29:12.248" v="1909" actId="14100"/>
        <pc:sldMkLst>
          <pc:docMk/>
          <pc:sldMk cId="381353966" sldId="294"/>
        </pc:sldMkLst>
        <pc:spChg chg="mod">
          <ac:chgData name="Ronan Ogor" userId="473d6ea9-be06-4609-b78d-125cc115ecf4" providerId="ADAL" clId="{B37DBE06-60B1-490B-8536-C4820F00D834}" dt="2025-06-05T03:28:41.222" v="1893" actId="404"/>
          <ac:spMkLst>
            <pc:docMk/>
            <pc:sldMk cId="381353966" sldId="294"/>
            <ac:spMk id="2" creationId="{46AA968E-803C-41CB-84DE-C020829A543A}"/>
          </ac:spMkLst>
        </pc:spChg>
        <pc:spChg chg="mod">
          <ac:chgData name="Ronan Ogor" userId="473d6ea9-be06-4609-b78d-125cc115ecf4" providerId="ADAL" clId="{B37DBE06-60B1-490B-8536-C4820F00D834}" dt="2025-06-03T16:09:03.251" v="749" actId="1076"/>
          <ac:spMkLst>
            <pc:docMk/>
            <pc:sldMk cId="381353966" sldId="294"/>
            <ac:spMk id="8" creationId="{47525548-CEDF-4A00-862D-E2069FE28934}"/>
          </ac:spMkLst>
        </pc:spChg>
      </pc:sldChg>
      <pc:sldChg chg="del">
        <pc:chgData name="Ronan Ogor" userId="473d6ea9-be06-4609-b78d-125cc115ecf4" providerId="ADAL" clId="{B37DBE06-60B1-490B-8536-C4820F00D834}" dt="2025-06-03T15:29:26.779" v="46" actId="47"/>
        <pc:sldMkLst>
          <pc:docMk/>
          <pc:sldMk cId="2166324476" sldId="343"/>
        </pc:sldMkLst>
      </pc:sldChg>
      <pc:sldChg chg="del">
        <pc:chgData name="Ronan Ogor" userId="473d6ea9-be06-4609-b78d-125cc115ecf4" providerId="ADAL" clId="{B37DBE06-60B1-490B-8536-C4820F00D834}" dt="2025-06-03T15:29:26.779" v="46" actId="47"/>
        <pc:sldMkLst>
          <pc:docMk/>
          <pc:sldMk cId="2073619114" sldId="346"/>
        </pc:sldMkLst>
      </pc:sldChg>
      <pc:sldChg chg="del">
        <pc:chgData name="Ronan Ogor" userId="473d6ea9-be06-4609-b78d-125cc115ecf4" providerId="ADAL" clId="{B37DBE06-60B1-490B-8536-C4820F00D834}" dt="2025-06-05T04:33:57.903" v="2869" actId="47"/>
        <pc:sldMkLst>
          <pc:docMk/>
          <pc:sldMk cId="3371932055" sldId="414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381154430" sldId="564"/>
        </pc:sldMkLst>
      </pc:sldChg>
      <pc:sldChg chg="del">
        <pc:chgData name="Ronan Ogor" userId="473d6ea9-be06-4609-b78d-125cc115ecf4" providerId="ADAL" clId="{B37DBE06-60B1-490B-8536-C4820F00D834}" dt="2025-06-03T15:29:26.779" v="46" actId="47"/>
        <pc:sldMkLst>
          <pc:docMk/>
          <pc:sldMk cId="0" sldId="566"/>
        </pc:sldMkLst>
      </pc:sldChg>
      <pc:sldChg chg="del">
        <pc:chgData name="Ronan Ogor" userId="473d6ea9-be06-4609-b78d-125cc115ecf4" providerId="ADAL" clId="{B37DBE06-60B1-490B-8536-C4820F00D834}" dt="2025-06-03T15:29:26.779" v="46" actId="47"/>
        <pc:sldMkLst>
          <pc:docMk/>
          <pc:sldMk cId="2315554891" sldId="572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1011122087" sldId="590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292064523" sldId="591"/>
        </pc:sldMkLst>
      </pc:sldChg>
      <pc:sldChg chg="add del">
        <pc:chgData name="Ronan Ogor" userId="473d6ea9-be06-4609-b78d-125cc115ecf4" providerId="ADAL" clId="{B37DBE06-60B1-490B-8536-C4820F00D834}" dt="2025-06-07T05:13:56.417" v="4451" actId="47"/>
        <pc:sldMkLst>
          <pc:docMk/>
          <pc:sldMk cId="3026633281" sldId="636"/>
        </pc:sldMkLst>
      </pc:sldChg>
      <pc:sldChg chg="addSp delSp modSp mod">
        <pc:chgData name="Ronan Ogor" userId="473d6ea9-be06-4609-b78d-125cc115ecf4" providerId="ADAL" clId="{B37DBE06-60B1-490B-8536-C4820F00D834}" dt="2025-06-07T04:43:31.544" v="3994" actId="1076"/>
        <pc:sldMkLst>
          <pc:docMk/>
          <pc:sldMk cId="0" sldId="4549"/>
        </pc:sldMkLst>
        <pc:spChg chg="mod">
          <ac:chgData name="Ronan Ogor" userId="473d6ea9-be06-4609-b78d-125cc115ecf4" providerId="ADAL" clId="{B37DBE06-60B1-490B-8536-C4820F00D834}" dt="2025-06-07T04:43:31.544" v="3994" actId="1076"/>
          <ac:spMkLst>
            <pc:docMk/>
            <pc:sldMk cId="0" sldId="4549"/>
            <ac:spMk id="120" creationId="{00000000-0000-0000-0000-000000000000}"/>
          </ac:spMkLst>
        </pc:spChg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970265535" sldId="4551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68030756" sldId="4553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166333537" sldId="4554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1317266634" sldId="4556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4284521215" sldId="4557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1766346674" sldId="4558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959295687" sldId="4559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670357982" sldId="4560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457955677" sldId="4561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1165554107" sldId="4562"/>
        </pc:sldMkLst>
      </pc:sldChg>
      <pc:sldChg chg="addSp delSp modSp mod">
        <pc:chgData name="Ronan Ogor" userId="473d6ea9-be06-4609-b78d-125cc115ecf4" providerId="ADAL" clId="{B37DBE06-60B1-490B-8536-C4820F00D834}" dt="2025-06-07T04:44:08.183" v="3997"/>
        <pc:sldMkLst>
          <pc:docMk/>
          <pc:sldMk cId="3328649386" sldId="4564"/>
        </pc:sldMkLst>
      </pc:sldChg>
      <pc:sldChg chg="addSp modSp mod">
        <pc:chgData name="Ronan Ogor" userId="473d6ea9-be06-4609-b78d-125cc115ecf4" providerId="ADAL" clId="{B37DBE06-60B1-490B-8536-C4820F00D834}" dt="2025-06-04T08:53:44.129" v="1511" actId="1076"/>
        <pc:sldMkLst>
          <pc:docMk/>
          <pc:sldMk cId="1948772146" sldId="4566"/>
        </pc:sldMkLst>
      </pc:sldChg>
      <pc:sldChg chg="modSp del mod">
        <pc:chgData name="Ronan Ogor" userId="473d6ea9-be06-4609-b78d-125cc115ecf4" providerId="ADAL" clId="{B37DBE06-60B1-490B-8536-C4820F00D834}" dt="2025-06-05T04:33:57.903" v="2869" actId="47"/>
        <pc:sldMkLst>
          <pc:docMk/>
          <pc:sldMk cId="1925073938" sldId="4570"/>
        </pc:sldMkLst>
      </pc:sldChg>
      <pc:sldChg chg="del">
        <pc:chgData name="Ronan Ogor" userId="473d6ea9-be06-4609-b78d-125cc115ecf4" providerId="ADAL" clId="{B37DBE06-60B1-490B-8536-C4820F00D834}" dt="2025-06-05T04:33:57.903" v="2869" actId="47"/>
        <pc:sldMkLst>
          <pc:docMk/>
          <pc:sldMk cId="817121034" sldId="4571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296563835" sldId="4572"/>
        </pc:sldMkLst>
      </pc:sldChg>
      <pc:sldChg chg="del">
        <pc:chgData name="Ronan Ogor" userId="473d6ea9-be06-4609-b78d-125cc115ecf4" providerId="ADAL" clId="{B37DBE06-60B1-490B-8536-C4820F00D834}" dt="2025-06-05T04:33:57.903" v="2869" actId="47"/>
        <pc:sldMkLst>
          <pc:docMk/>
          <pc:sldMk cId="4181473400" sldId="4573"/>
        </pc:sldMkLst>
      </pc:sldChg>
      <pc:sldChg chg="del">
        <pc:chgData name="Ronan Ogor" userId="473d6ea9-be06-4609-b78d-125cc115ecf4" providerId="ADAL" clId="{B37DBE06-60B1-490B-8536-C4820F00D834}" dt="2025-06-04T08:55:07.273" v="1541" actId="47"/>
        <pc:sldMkLst>
          <pc:docMk/>
          <pc:sldMk cId="1837073333" sldId="4575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2995367704" sldId="4576"/>
        </pc:sldMkLst>
      </pc:sldChg>
      <pc:sldChg chg="addSp delSp modSp mod">
        <pc:chgData name="Ronan Ogor" userId="473d6ea9-be06-4609-b78d-125cc115ecf4" providerId="ADAL" clId="{B37DBE06-60B1-490B-8536-C4820F00D834}" dt="2025-06-03T15:29:18.778" v="45" actId="1076"/>
        <pc:sldMkLst>
          <pc:docMk/>
          <pc:sldMk cId="0" sldId="4579"/>
        </pc:sldMkLst>
        <pc:spChg chg="mod">
          <ac:chgData name="Ronan Ogor" userId="473d6ea9-be06-4609-b78d-125cc115ecf4" providerId="ADAL" clId="{B37DBE06-60B1-490B-8536-C4820F00D834}" dt="2025-06-03T15:29:14.648" v="43" actId="207"/>
          <ac:spMkLst>
            <pc:docMk/>
            <pc:sldMk cId="0" sldId="4579"/>
            <ac:spMk id="89" creationId="{00000000-0000-0000-0000-000000000000}"/>
          </ac:spMkLst>
        </pc:spChg>
      </pc:sldChg>
      <pc:sldChg chg="addSp delSp modSp new mod modAnim">
        <pc:chgData name="Ronan Ogor" userId="473d6ea9-be06-4609-b78d-125cc115ecf4" providerId="ADAL" clId="{B37DBE06-60B1-490B-8536-C4820F00D834}" dt="2025-06-04T08:53:56.816" v="1512" actId="1076"/>
        <pc:sldMkLst>
          <pc:docMk/>
          <pc:sldMk cId="3343501504" sldId="4580"/>
        </pc:sldMkLst>
      </pc:sldChg>
      <pc:sldChg chg="addSp delSp modSp add mod modAnim">
        <pc:chgData name="Ronan Ogor" userId="473d6ea9-be06-4609-b78d-125cc115ecf4" providerId="ADAL" clId="{B37DBE06-60B1-490B-8536-C4820F00D834}" dt="2025-06-04T08:54:00.036" v="1514" actId="478"/>
        <pc:sldMkLst>
          <pc:docMk/>
          <pc:sldMk cId="1236426333" sldId="4581"/>
        </pc:sldMkLst>
      </pc:sldChg>
      <pc:sldChg chg="addSp delSp modSp add mod">
        <pc:chgData name="Ronan Ogor" userId="473d6ea9-be06-4609-b78d-125cc115ecf4" providerId="ADAL" clId="{B37DBE06-60B1-490B-8536-C4820F00D834}" dt="2025-06-07T06:55:45.505" v="5806" actId="14100"/>
        <pc:sldMkLst>
          <pc:docMk/>
          <pc:sldMk cId="0" sldId="4582"/>
        </pc:sldMkLst>
      </pc:sldChg>
      <pc:sldChg chg="addSp delSp modSp new mod setBg">
        <pc:chgData name="Ronan Ogor" userId="473d6ea9-be06-4609-b78d-125cc115ecf4" providerId="ADAL" clId="{B37DBE06-60B1-490B-8536-C4820F00D834}" dt="2025-06-07T04:41:06.384" v="3950" actId="6549"/>
        <pc:sldMkLst>
          <pc:docMk/>
          <pc:sldMk cId="3662263730" sldId="4583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87027135" sldId="4584"/>
        </pc:sldMkLst>
        <pc:spChg chg="add mod">
          <ac:chgData name="Ronan Ogor" userId="473d6ea9-be06-4609-b78d-125cc115ecf4" providerId="ADAL" clId="{B37DBE06-60B1-490B-8536-C4820F00D834}" dt="2025-06-04T08:57:49.236" v="1589" actId="1076"/>
          <ac:spMkLst>
            <pc:docMk/>
            <pc:sldMk cId="87027135" sldId="4584"/>
            <ac:spMk id="2" creationId="{32210EA2-8F93-8B46-022A-2B04CCCC2F59}"/>
          </ac:spMkLst>
        </pc:spChg>
        <pc:spChg chg="add mod">
          <ac:chgData name="Ronan Ogor" userId="473d6ea9-be06-4609-b78d-125cc115ecf4" providerId="ADAL" clId="{B37DBE06-60B1-490B-8536-C4820F00D834}" dt="2025-06-04T09:14:58.789" v="1674" actId="1076"/>
          <ac:spMkLst>
            <pc:docMk/>
            <pc:sldMk cId="87027135" sldId="4584"/>
            <ac:spMk id="4" creationId="{61714EF6-505A-E5FF-CAA0-0DEC72508AE8}"/>
          </ac:spMkLst>
        </pc:spChg>
      </pc:sldChg>
      <pc:sldChg chg="add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4091423166" sldId="4585"/>
        </pc:sldMkLst>
        <pc:spChg chg="add mod">
          <ac:chgData name="Ronan Ogor" userId="473d6ea9-be06-4609-b78d-125cc115ecf4" providerId="ADAL" clId="{B37DBE06-60B1-490B-8536-C4820F00D834}" dt="2025-06-04T09:16:57.948" v="1683"/>
          <ac:spMkLst>
            <pc:docMk/>
            <pc:sldMk cId="4091423166" sldId="4585"/>
            <ac:spMk id="2" creationId="{FF3E91B3-E29B-2513-3FF9-65012053B399}"/>
          </ac:spMkLst>
        </pc:spChg>
        <pc:spChg chg="add mod">
          <ac:chgData name="Ronan Ogor" userId="473d6ea9-be06-4609-b78d-125cc115ecf4" providerId="ADAL" clId="{B37DBE06-60B1-490B-8536-C4820F00D834}" dt="2025-06-04T09:17:01.444" v="1684" actId="1076"/>
          <ac:spMkLst>
            <pc:docMk/>
            <pc:sldMk cId="4091423166" sldId="4585"/>
            <ac:spMk id="3" creationId="{95D70469-A44F-48BA-7D69-06FD18A39520}"/>
          </ac:spMkLst>
        </pc:spChg>
        <pc:spChg chg="add mod">
          <ac:chgData name="Ronan Ogor" userId="473d6ea9-be06-4609-b78d-125cc115ecf4" providerId="ADAL" clId="{B37DBE06-60B1-490B-8536-C4820F00D834}" dt="2025-06-04T09:25:43.234" v="1719" actId="1076"/>
          <ac:spMkLst>
            <pc:docMk/>
            <pc:sldMk cId="4091423166" sldId="4585"/>
            <ac:spMk id="6" creationId="{A4626AF9-0F05-6860-9609-042BE09C877C}"/>
          </ac:spMkLst>
        </pc:spChg>
      </pc:sldChg>
      <pc:sldChg chg="add del">
        <pc:chgData name="Ronan Ogor" userId="473d6ea9-be06-4609-b78d-125cc115ecf4" providerId="ADAL" clId="{B37DBE06-60B1-490B-8536-C4820F00D834}" dt="2025-06-07T03:46:15.160" v="3109" actId="47"/>
        <pc:sldMkLst>
          <pc:docMk/>
          <pc:sldMk cId="1568325183" sldId="4586"/>
        </pc:sldMkLst>
      </pc:sldChg>
      <pc:sldChg chg="add del">
        <pc:chgData name="Ronan Ogor" userId="473d6ea9-be06-4609-b78d-125cc115ecf4" providerId="ADAL" clId="{B37DBE06-60B1-490B-8536-C4820F00D834}" dt="2025-06-07T03:46:11.259" v="3108" actId="47"/>
        <pc:sldMkLst>
          <pc:docMk/>
          <pc:sldMk cId="3271625153" sldId="4587"/>
        </pc:sldMkLst>
      </pc:sldChg>
      <pc:sldChg chg="addSp delSp modSp new mod">
        <pc:chgData name="Ronan Ogor" userId="473d6ea9-be06-4609-b78d-125cc115ecf4" providerId="ADAL" clId="{B37DBE06-60B1-490B-8536-C4820F00D834}" dt="2025-06-05T01:57:07.525" v="1826" actId="1076"/>
        <pc:sldMkLst>
          <pc:docMk/>
          <pc:sldMk cId="861721776" sldId="4588"/>
        </pc:sldMkLst>
      </pc:sldChg>
      <pc:sldChg chg="addSp delSp modSp add mod modAnim">
        <pc:chgData name="Ronan Ogor" userId="473d6ea9-be06-4609-b78d-125cc115ecf4" providerId="ADAL" clId="{B37DBE06-60B1-490B-8536-C4820F00D834}" dt="2025-06-07T07:02:29.212" v="5904"/>
        <pc:sldMkLst>
          <pc:docMk/>
          <pc:sldMk cId="2425655690" sldId="4589"/>
        </pc:sldMkLst>
      </pc:sldChg>
      <pc:sldChg chg="addSp delSp modSp add mod delAnim modAnim">
        <pc:chgData name="Ronan Ogor" userId="473d6ea9-be06-4609-b78d-125cc115ecf4" providerId="ADAL" clId="{B37DBE06-60B1-490B-8536-C4820F00D834}" dt="2025-06-07T07:03:04.557" v="5907" actId="1076"/>
        <pc:sldMkLst>
          <pc:docMk/>
          <pc:sldMk cId="3388518053" sldId="4590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3647061615" sldId="4591"/>
        </pc:sldMkLst>
      </pc:sldChg>
      <pc:sldChg chg="addSp modSp add del mod">
        <pc:chgData name="Ronan Ogor" userId="473d6ea9-be06-4609-b78d-125cc115ecf4" providerId="ADAL" clId="{B37DBE06-60B1-490B-8536-C4820F00D834}" dt="2025-06-04T09:32:38.913" v="1766" actId="47"/>
        <pc:sldMkLst>
          <pc:docMk/>
          <pc:sldMk cId="3638168198" sldId="4592"/>
        </pc:sldMkLst>
      </pc:sldChg>
      <pc:sldChg chg="modSp add mod ord">
        <pc:chgData name="Ronan Ogor" userId="473d6ea9-be06-4609-b78d-125cc115ecf4" providerId="ADAL" clId="{B37DBE06-60B1-490B-8536-C4820F00D834}" dt="2025-06-07T04:36:05.819" v="3563"/>
        <pc:sldMkLst>
          <pc:docMk/>
          <pc:sldMk cId="3309402344" sldId="4593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4222151610" sldId="4594"/>
        </pc:sldMkLst>
      </pc:sldChg>
      <pc:sldChg chg="addSp delSp modSp add del mod">
        <pc:chgData name="Ronan Ogor" userId="473d6ea9-be06-4609-b78d-125cc115ecf4" providerId="ADAL" clId="{B37DBE06-60B1-490B-8536-C4820F00D834}" dt="2025-06-05T03:37:22.062" v="2043" actId="47"/>
        <pc:sldMkLst>
          <pc:docMk/>
          <pc:sldMk cId="3621011566" sldId="4595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3075273277" sldId="4596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269556159" sldId="4597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1505562821" sldId="4598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331154220" sldId="4599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812999759" sldId="4600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4034333683" sldId="4601"/>
        </pc:sldMkLst>
      </pc:sldChg>
      <pc:sldChg chg="add del">
        <pc:chgData name="Ronan Ogor" userId="473d6ea9-be06-4609-b78d-125cc115ecf4" providerId="ADAL" clId="{B37DBE06-60B1-490B-8536-C4820F00D834}" dt="2025-06-07T07:00:19.003" v="5894" actId="47"/>
        <pc:sldMkLst>
          <pc:docMk/>
          <pc:sldMk cId="1037677521" sldId="4602"/>
        </pc:sldMkLst>
      </pc:sldChg>
      <pc:sldChg chg="addSp delSp modSp new mod">
        <pc:chgData name="Ronan Ogor" userId="473d6ea9-be06-4609-b78d-125cc115ecf4" providerId="ADAL" clId="{B37DBE06-60B1-490B-8536-C4820F00D834}" dt="2025-06-07T03:59:22.388" v="3304" actId="1076"/>
        <pc:sldMkLst>
          <pc:docMk/>
          <pc:sldMk cId="278885178" sldId="4603"/>
        </pc:sldMkLst>
      </pc:sldChg>
      <pc:sldChg chg="addSp delSp modSp add mod">
        <pc:chgData name="Ronan Ogor" userId="473d6ea9-be06-4609-b78d-125cc115ecf4" providerId="ADAL" clId="{B37DBE06-60B1-490B-8536-C4820F00D834}" dt="2025-06-07T03:59:23.678" v="3305"/>
        <pc:sldMkLst>
          <pc:docMk/>
          <pc:sldMk cId="813707957" sldId="4604"/>
        </pc:sldMkLst>
      </pc:sldChg>
      <pc:sldChg chg="addSp delSp modSp new mod">
        <pc:chgData name="Ronan Ogor" userId="473d6ea9-be06-4609-b78d-125cc115ecf4" providerId="ADAL" clId="{B37DBE06-60B1-490B-8536-C4820F00D834}" dt="2025-06-07T05:04:36.795" v="4317" actId="1076"/>
        <pc:sldMkLst>
          <pc:docMk/>
          <pc:sldMk cId="3762396305" sldId="4605"/>
        </pc:sldMkLst>
      </pc:sldChg>
      <pc:sldChg chg="addSp modSp add mod">
        <pc:chgData name="Ronan Ogor" userId="473d6ea9-be06-4609-b78d-125cc115ecf4" providerId="ADAL" clId="{B37DBE06-60B1-490B-8536-C4820F00D834}" dt="2025-06-07T03:59:27.282" v="3308" actId="20577"/>
        <pc:sldMkLst>
          <pc:docMk/>
          <pc:sldMk cId="1320157237" sldId="4606"/>
        </pc:sldMkLst>
      </pc:sldChg>
      <pc:sldChg chg="addSp delSp modSp add mod">
        <pc:chgData name="Ronan Ogor" userId="473d6ea9-be06-4609-b78d-125cc115ecf4" providerId="ADAL" clId="{B37DBE06-60B1-490B-8536-C4820F00D834}" dt="2025-06-07T03:51:14.210" v="3212" actId="478"/>
        <pc:sldMkLst>
          <pc:docMk/>
          <pc:sldMk cId="714485998" sldId="4607"/>
        </pc:sldMkLst>
      </pc:sldChg>
      <pc:sldChg chg="addSp delSp modSp add mod">
        <pc:chgData name="Ronan Ogor" userId="473d6ea9-be06-4609-b78d-125cc115ecf4" providerId="ADAL" clId="{B37DBE06-60B1-490B-8536-C4820F00D834}" dt="2025-06-07T03:59:31.108" v="3311" actId="20577"/>
        <pc:sldMkLst>
          <pc:docMk/>
          <pc:sldMk cId="494570661" sldId="4608"/>
        </pc:sldMkLst>
      </pc:sldChg>
      <pc:sldChg chg="addSp delSp modSp add mod">
        <pc:chgData name="Ronan Ogor" userId="473d6ea9-be06-4609-b78d-125cc115ecf4" providerId="ADAL" clId="{B37DBE06-60B1-490B-8536-C4820F00D834}" dt="2025-06-07T04:02:47.773" v="3377" actId="20577"/>
        <pc:sldMkLst>
          <pc:docMk/>
          <pc:sldMk cId="2014799186" sldId="4609"/>
        </pc:sldMkLst>
      </pc:sldChg>
      <pc:sldChg chg="addSp delSp modSp add mod">
        <pc:chgData name="Ronan Ogor" userId="473d6ea9-be06-4609-b78d-125cc115ecf4" providerId="ADAL" clId="{B37DBE06-60B1-490B-8536-C4820F00D834}" dt="2025-06-07T04:01:40.341" v="3360" actId="1076"/>
        <pc:sldMkLst>
          <pc:docMk/>
          <pc:sldMk cId="1902654069" sldId="4610"/>
        </pc:sldMkLst>
      </pc:sldChg>
      <pc:sldChg chg="addSp delSp modSp add mod">
        <pc:chgData name="Ronan Ogor" userId="473d6ea9-be06-4609-b78d-125cc115ecf4" providerId="ADAL" clId="{B37DBE06-60B1-490B-8536-C4820F00D834}" dt="2025-06-07T04:02:12.897" v="3366"/>
        <pc:sldMkLst>
          <pc:docMk/>
          <pc:sldMk cId="3140561895" sldId="4611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3107681159" sldId="4612"/>
        </pc:sldMkLst>
      </pc:sldChg>
      <pc:sldChg chg="modSp add mod ord">
        <pc:chgData name="Ronan Ogor" userId="473d6ea9-be06-4609-b78d-125cc115ecf4" providerId="ADAL" clId="{B37DBE06-60B1-490B-8536-C4820F00D834}" dt="2025-06-07T04:36:05.819" v="3563"/>
        <pc:sldMkLst>
          <pc:docMk/>
          <pc:sldMk cId="2015239594" sldId="4613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1965313820" sldId="4614"/>
        </pc:sldMkLst>
      </pc:sldChg>
      <pc:sldChg chg="addSp delSp modSp add mod delAnim modAnim">
        <pc:chgData name="Ronan Ogor" userId="473d6ea9-be06-4609-b78d-125cc115ecf4" providerId="ADAL" clId="{B37DBE06-60B1-490B-8536-C4820F00D834}" dt="2025-06-07T07:02:19.946" v="5902"/>
        <pc:sldMkLst>
          <pc:docMk/>
          <pc:sldMk cId="3445271640" sldId="4615"/>
        </pc:sldMkLst>
      </pc:sldChg>
      <pc:sldChg chg="addSp delSp modSp add mod ord delAnim modAnim">
        <pc:chgData name="Ronan Ogor" userId="473d6ea9-be06-4609-b78d-125cc115ecf4" providerId="ADAL" clId="{B37DBE06-60B1-490B-8536-C4820F00D834}" dt="2025-06-07T07:02:10.388" v="5901"/>
        <pc:sldMkLst>
          <pc:docMk/>
          <pc:sldMk cId="1690775588" sldId="4616"/>
        </pc:sldMkLst>
      </pc:sldChg>
      <pc:sldChg chg="add del">
        <pc:chgData name="Ronan Ogor" userId="473d6ea9-be06-4609-b78d-125cc115ecf4" providerId="ADAL" clId="{B37DBE06-60B1-490B-8536-C4820F00D834}" dt="2025-06-07T07:00:19.003" v="5894" actId="47"/>
        <pc:sldMkLst>
          <pc:docMk/>
          <pc:sldMk cId="3713147739" sldId="4617"/>
        </pc:sldMkLst>
      </pc:sldChg>
      <pc:sldChg chg="addSp delSp modSp add mod ord modAnim">
        <pc:chgData name="Ronan Ogor" userId="473d6ea9-be06-4609-b78d-125cc115ecf4" providerId="ADAL" clId="{B37DBE06-60B1-490B-8536-C4820F00D834}" dt="2025-06-07T05:18:57.084" v="4518" actId="1076"/>
        <pc:sldMkLst>
          <pc:docMk/>
          <pc:sldMk cId="572960343" sldId="4618"/>
        </pc:sldMkLst>
      </pc:sldChg>
      <pc:sldChg chg="addSp delSp modSp add mod modTransition modAnim">
        <pc:chgData name="Ronan Ogor" userId="473d6ea9-be06-4609-b78d-125cc115ecf4" providerId="ADAL" clId="{B37DBE06-60B1-490B-8536-C4820F00D834}" dt="2025-06-07T07:01:54.692" v="5899"/>
        <pc:sldMkLst>
          <pc:docMk/>
          <pc:sldMk cId="1215600073" sldId="4619"/>
        </pc:sldMkLst>
      </pc:sldChg>
      <pc:sldChg chg="addSp delSp modSp add mod delAnim modAnim">
        <pc:chgData name="Ronan Ogor" userId="473d6ea9-be06-4609-b78d-125cc115ecf4" providerId="ADAL" clId="{B37DBE06-60B1-490B-8536-C4820F00D834}" dt="2025-06-07T06:58:55.528" v="5860" actId="1076"/>
        <pc:sldMkLst>
          <pc:docMk/>
          <pc:sldMk cId="1502843682" sldId="4620"/>
        </pc:sldMkLst>
      </pc:sldChg>
      <pc:sldChg chg="addSp delSp modSp add mod">
        <pc:chgData name="Ronan Ogor" userId="473d6ea9-be06-4609-b78d-125cc115ecf4" providerId="ADAL" clId="{B37DBE06-60B1-490B-8536-C4820F00D834}" dt="2025-06-07T06:58:58.308" v="5862" actId="478"/>
        <pc:sldMkLst>
          <pc:docMk/>
          <pc:sldMk cId="2972050235" sldId="4621"/>
        </pc:sldMkLst>
      </pc:sldChg>
      <pc:sldChg chg="delSp modSp add mod delAnim">
        <pc:chgData name="Ronan Ogor" userId="473d6ea9-be06-4609-b78d-125cc115ecf4" providerId="ADAL" clId="{B37DBE06-60B1-490B-8536-C4820F00D834}" dt="2025-06-07T07:03:09.235" v="5908" actId="20577"/>
        <pc:sldMkLst>
          <pc:docMk/>
          <pc:sldMk cId="1507359175" sldId="4622"/>
        </pc:sldMkLst>
      </pc:sldChg>
      <pc:sldChg chg="addSp delSp modSp add mod ord modAnim">
        <pc:chgData name="Ronan Ogor" userId="473d6ea9-be06-4609-b78d-125cc115ecf4" providerId="ADAL" clId="{B37DBE06-60B1-490B-8536-C4820F00D834}" dt="2025-06-07T07:06:19.283" v="6103" actId="1076"/>
        <pc:sldMkLst>
          <pc:docMk/>
          <pc:sldMk cId="4143899511" sldId="4623"/>
        </pc:sldMkLst>
        <pc:spChg chg="mod">
          <ac:chgData name="Ronan Ogor" userId="473d6ea9-be06-4609-b78d-125cc115ecf4" providerId="ADAL" clId="{B37DBE06-60B1-490B-8536-C4820F00D834}" dt="2025-06-07T07:06:19.283" v="6103" actId="1076"/>
          <ac:spMkLst>
            <pc:docMk/>
            <pc:sldMk cId="4143899511" sldId="4623"/>
            <ac:spMk id="5" creationId="{9C06A17A-6C2B-06A2-5D12-8DDA2A013810}"/>
          </ac:spMkLst>
        </pc:spChg>
      </pc:sldChg>
    </pc:docChg>
  </pc:docChgLst>
  <pc:docChgLst>
    <pc:chgData name="Ronan Ogor" userId="473d6ea9-be06-4609-b78d-125cc115ecf4" providerId="ADAL" clId="{8572432F-DAC5-4285-9A6A-B41C04DFC114}"/>
    <pc:docChg chg="undo custSel addSld delSld modSld sldOrd">
      <pc:chgData name="Ronan Ogor" userId="473d6ea9-be06-4609-b78d-125cc115ecf4" providerId="ADAL" clId="{8572432F-DAC5-4285-9A6A-B41C04DFC114}" dt="2025-04-27T06:12:47.681" v="1073" actId="208"/>
      <pc:docMkLst>
        <pc:docMk/>
      </pc:docMkLst>
      <pc:sldChg chg="addSp delSp modSp add mod setBg">
        <pc:chgData name="Ronan Ogor" userId="473d6ea9-be06-4609-b78d-125cc115ecf4" providerId="ADAL" clId="{8572432F-DAC5-4285-9A6A-B41C04DFC114}" dt="2025-04-26T13:00:04.619" v="107" actId="1076"/>
        <pc:sldMkLst>
          <pc:docMk/>
          <pc:sldMk cId="0" sldId="261"/>
        </pc:sldMkLst>
      </pc:sldChg>
      <pc:sldChg chg="modSp mod">
        <pc:chgData name="Ronan Ogor" userId="473d6ea9-be06-4609-b78d-125cc115ecf4" providerId="ADAL" clId="{8572432F-DAC5-4285-9A6A-B41C04DFC114}" dt="2025-04-27T06:10:47.060" v="1054" actId="1076"/>
        <pc:sldMkLst>
          <pc:docMk/>
          <pc:sldMk cId="2352133627" sldId="264"/>
        </pc:sldMkLst>
      </pc:sldChg>
      <pc:sldChg chg="modSp mod">
        <pc:chgData name="Ronan Ogor" userId="473d6ea9-be06-4609-b78d-125cc115ecf4" providerId="ADAL" clId="{8572432F-DAC5-4285-9A6A-B41C04DFC114}" dt="2025-04-27T06:10:54.439" v="1056" actId="113"/>
        <pc:sldMkLst>
          <pc:docMk/>
          <pc:sldMk cId="3801260251" sldId="265"/>
        </pc:sldMkLst>
      </pc:sldChg>
      <pc:sldChg chg="modSp mod">
        <pc:chgData name="Ronan Ogor" userId="473d6ea9-be06-4609-b78d-125cc115ecf4" providerId="ADAL" clId="{8572432F-DAC5-4285-9A6A-B41C04DFC114}" dt="2025-04-27T06:12:08.366" v="1068" actId="1076"/>
        <pc:sldMkLst>
          <pc:docMk/>
          <pc:sldMk cId="3622077414" sldId="266"/>
        </pc:sldMkLst>
      </pc:sldChg>
      <pc:sldChg chg="modSp mod">
        <pc:chgData name="Ronan Ogor" userId="473d6ea9-be06-4609-b78d-125cc115ecf4" providerId="ADAL" clId="{8572432F-DAC5-4285-9A6A-B41C04DFC114}" dt="2025-04-27T06:11:32.343" v="1063" actId="1076"/>
        <pc:sldMkLst>
          <pc:docMk/>
          <pc:sldMk cId="1819900342" sldId="267"/>
        </pc:sldMkLst>
      </pc:sldChg>
      <pc:sldChg chg="addSp modSp mod">
        <pc:chgData name="Ronan Ogor" userId="473d6ea9-be06-4609-b78d-125cc115ecf4" providerId="ADAL" clId="{8572432F-DAC5-4285-9A6A-B41C04DFC114}" dt="2025-04-27T06:11:53.894" v="1064" actId="571"/>
        <pc:sldMkLst>
          <pc:docMk/>
          <pc:sldMk cId="359739047" sldId="268"/>
        </pc:sldMkLst>
      </pc:sldChg>
      <pc:sldChg chg="modSp add mod">
        <pc:chgData name="Ronan Ogor" userId="473d6ea9-be06-4609-b78d-125cc115ecf4" providerId="ADAL" clId="{8572432F-DAC5-4285-9A6A-B41C04DFC114}" dt="2025-04-27T05:15:58.793" v="582" actId="1076"/>
        <pc:sldMkLst>
          <pc:docMk/>
          <pc:sldMk cId="381353966" sldId="294"/>
        </pc:sldMkLst>
        <pc:spChg chg="mod">
          <ac:chgData name="Ronan Ogor" userId="473d6ea9-be06-4609-b78d-125cc115ecf4" providerId="ADAL" clId="{8572432F-DAC5-4285-9A6A-B41C04DFC114}" dt="2025-04-26T13:04:03.008" v="201" actId="1076"/>
          <ac:spMkLst>
            <pc:docMk/>
            <pc:sldMk cId="381353966" sldId="294"/>
            <ac:spMk id="2" creationId="{46AA968E-803C-41CB-84DE-C020829A543A}"/>
          </ac:spMkLst>
        </pc:spChg>
        <pc:spChg chg="mod">
          <ac:chgData name="Ronan Ogor" userId="473d6ea9-be06-4609-b78d-125cc115ecf4" providerId="ADAL" clId="{8572432F-DAC5-4285-9A6A-B41C04DFC114}" dt="2025-04-27T05:15:58.793" v="582" actId="1076"/>
          <ac:spMkLst>
            <pc:docMk/>
            <pc:sldMk cId="381353966" sldId="294"/>
            <ac:spMk id="8" creationId="{47525548-CEDF-4A00-862D-E2069FE28934}"/>
          </ac:spMkLst>
        </pc:spChg>
      </pc:sldChg>
      <pc:sldChg chg="addSp delSp modSp add mod">
        <pc:chgData name="Ronan Ogor" userId="473d6ea9-be06-4609-b78d-125cc115ecf4" providerId="ADAL" clId="{8572432F-DAC5-4285-9A6A-B41C04DFC114}" dt="2025-04-27T05:49:07.391" v="846" actId="1076"/>
        <pc:sldMkLst>
          <pc:docMk/>
          <pc:sldMk cId="2166324476" sldId="343"/>
        </pc:sldMkLst>
      </pc:sldChg>
      <pc:sldChg chg="addSp modSp add mod modAnim">
        <pc:chgData name="Ronan Ogor" userId="473d6ea9-be06-4609-b78d-125cc115ecf4" providerId="ADAL" clId="{8572432F-DAC5-4285-9A6A-B41C04DFC114}" dt="2025-04-27T05:52:54.032" v="947"/>
        <pc:sldMkLst>
          <pc:docMk/>
          <pc:sldMk cId="2073619114" sldId="346"/>
        </pc:sldMkLst>
      </pc:sldChg>
      <pc:sldChg chg="del">
        <pc:chgData name="Ronan Ogor" userId="473d6ea9-be06-4609-b78d-125cc115ecf4" providerId="ADAL" clId="{8572432F-DAC5-4285-9A6A-B41C04DFC114}" dt="2025-04-27T05:31:39.439" v="584" actId="47"/>
        <pc:sldMkLst>
          <pc:docMk/>
          <pc:sldMk cId="650101835" sldId="406"/>
        </pc:sldMkLst>
      </pc:sldChg>
      <pc:sldChg chg="del">
        <pc:chgData name="Ronan Ogor" userId="473d6ea9-be06-4609-b78d-125cc115ecf4" providerId="ADAL" clId="{8572432F-DAC5-4285-9A6A-B41C04DFC114}" dt="2025-04-27T05:31:39.439" v="584" actId="47"/>
        <pc:sldMkLst>
          <pc:docMk/>
          <pc:sldMk cId="1999760236" sldId="416"/>
        </pc:sldMkLst>
      </pc:sldChg>
      <pc:sldChg chg="del">
        <pc:chgData name="Ronan Ogor" userId="473d6ea9-be06-4609-b78d-125cc115ecf4" providerId="ADAL" clId="{8572432F-DAC5-4285-9A6A-B41C04DFC114}" dt="2025-04-27T05:31:39.439" v="584" actId="47"/>
        <pc:sldMkLst>
          <pc:docMk/>
          <pc:sldMk cId="4086889886" sldId="417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2311653859" sldId="418"/>
        </pc:sldMkLst>
      </pc:sldChg>
      <pc:sldChg chg="del">
        <pc:chgData name="Ronan Ogor" userId="473d6ea9-be06-4609-b78d-125cc115ecf4" providerId="ADAL" clId="{8572432F-DAC5-4285-9A6A-B41C04DFC114}" dt="2025-04-27T05:31:39.439" v="584" actId="47"/>
        <pc:sldMkLst>
          <pc:docMk/>
          <pc:sldMk cId="4272490809" sldId="419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4290480820" sldId="423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1538871621" sldId="424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356060184" sldId="429"/>
        </pc:sldMkLst>
      </pc:sldChg>
      <pc:sldChg chg="del">
        <pc:chgData name="Ronan Ogor" userId="473d6ea9-be06-4609-b78d-125cc115ecf4" providerId="ADAL" clId="{8572432F-DAC5-4285-9A6A-B41C04DFC114}" dt="2025-04-27T05:31:30.402" v="583" actId="47"/>
        <pc:sldMkLst>
          <pc:docMk/>
          <pc:sldMk cId="2709603507" sldId="431"/>
        </pc:sldMkLst>
      </pc:sldChg>
      <pc:sldChg chg="del">
        <pc:chgData name="Ronan Ogor" userId="473d6ea9-be06-4609-b78d-125cc115ecf4" providerId="ADAL" clId="{8572432F-DAC5-4285-9A6A-B41C04DFC114}" dt="2025-04-27T05:31:39.439" v="584" actId="47"/>
        <pc:sldMkLst>
          <pc:docMk/>
          <pc:sldMk cId="2497516509" sldId="432"/>
        </pc:sldMkLst>
      </pc:sldChg>
      <pc:sldChg chg="modSp mod">
        <pc:chgData name="Ronan Ogor" userId="473d6ea9-be06-4609-b78d-125cc115ecf4" providerId="ADAL" clId="{8572432F-DAC5-4285-9A6A-B41C04DFC114}" dt="2025-04-27T05:14:50.681" v="570" actId="208"/>
        <pc:sldMkLst>
          <pc:docMk/>
          <pc:sldMk cId="3381154430" sldId="564"/>
        </pc:sldMkLst>
      </pc:sldChg>
      <pc:sldChg chg="addSp delSp modSp add mod setBg">
        <pc:chgData name="Ronan Ogor" userId="473d6ea9-be06-4609-b78d-125cc115ecf4" providerId="ADAL" clId="{8572432F-DAC5-4285-9A6A-B41C04DFC114}" dt="2025-04-26T12:59:41.286" v="102" actId="1076"/>
        <pc:sldMkLst>
          <pc:docMk/>
          <pc:sldMk cId="2315554891" sldId="572"/>
        </pc:sldMkLst>
      </pc:sldChg>
      <pc:sldChg chg="addSp modSp mod">
        <pc:chgData name="Ronan Ogor" userId="473d6ea9-be06-4609-b78d-125cc115ecf4" providerId="ADAL" clId="{8572432F-DAC5-4285-9A6A-B41C04DFC114}" dt="2025-04-27T05:14:28.025" v="564" actId="1076"/>
        <pc:sldMkLst>
          <pc:docMk/>
          <pc:sldMk cId="1011122087" sldId="590"/>
        </pc:sldMkLst>
      </pc:sldChg>
      <pc:sldChg chg="addSp delSp modSp mod ord">
        <pc:chgData name="Ronan Ogor" userId="473d6ea9-be06-4609-b78d-125cc115ecf4" providerId="ADAL" clId="{8572432F-DAC5-4285-9A6A-B41C04DFC114}" dt="2025-04-27T05:43:55.445" v="730" actId="1076"/>
        <pc:sldMkLst>
          <pc:docMk/>
          <pc:sldMk cId="292064523" sldId="591"/>
        </pc:sldMkLst>
      </pc:sldChg>
      <pc:sldChg chg="modSp mod">
        <pc:chgData name="Ronan Ogor" userId="473d6ea9-be06-4609-b78d-125cc115ecf4" providerId="ADAL" clId="{8572432F-DAC5-4285-9A6A-B41C04DFC114}" dt="2025-04-27T05:44:17.789" v="737" actId="1076"/>
        <pc:sldMkLst>
          <pc:docMk/>
          <pc:sldMk cId="3970265535" sldId="4551"/>
        </pc:sldMkLst>
      </pc:sldChg>
      <pc:sldChg chg="addSp delSp modSp mod modAnim">
        <pc:chgData name="Ronan Ogor" userId="473d6ea9-be06-4609-b78d-125cc115ecf4" providerId="ADAL" clId="{8572432F-DAC5-4285-9A6A-B41C04DFC114}" dt="2025-04-27T05:43:33.722" v="714" actId="1076"/>
        <pc:sldMkLst>
          <pc:docMk/>
          <pc:sldMk cId="1165554107" sldId="4562"/>
        </pc:sldMkLst>
      </pc:sldChg>
      <pc:sldChg chg="del">
        <pc:chgData name="Ronan Ogor" userId="473d6ea9-be06-4609-b78d-125cc115ecf4" providerId="ADAL" clId="{8572432F-DAC5-4285-9A6A-B41C04DFC114}" dt="2025-04-26T12:49:50.222" v="48" actId="47"/>
        <pc:sldMkLst>
          <pc:docMk/>
          <pc:sldMk cId="4159439312" sldId="4563"/>
        </pc:sldMkLst>
      </pc:sldChg>
      <pc:sldChg chg="modSp del mod">
        <pc:chgData name="Ronan Ogor" userId="473d6ea9-be06-4609-b78d-125cc115ecf4" providerId="ADAL" clId="{8572432F-DAC5-4285-9A6A-B41C04DFC114}" dt="2025-04-26T12:50:10.667" v="97" actId="47"/>
        <pc:sldMkLst>
          <pc:docMk/>
          <pc:sldMk cId="1192871561" sldId="4565"/>
        </pc:sldMkLst>
      </pc:sldChg>
      <pc:sldChg chg="modSp mod">
        <pc:chgData name="Ronan Ogor" userId="473d6ea9-be06-4609-b78d-125cc115ecf4" providerId="ADAL" clId="{8572432F-DAC5-4285-9A6A-B41C04DFC114}" dt="2025-04-27T06:06:51.977" v="996" actId="1076"/>
        <pc:sldMkLst>
          <pc:docMk/>
          <pc:sldMk cId="1948772146" sldId="4566"/>
        </pc:sldMkLst>
      </pc:sldChg>
      <pc:sldChg chg="del">
        <pc:chgData name="Ronan Ogor" userId="473d6ea9-be06-4609-b78d-125cc115ecf4" providerId="ADAL" clId="{8572432F-DAC5-4285-9A6A-B41C04DFC114}" dt="2025-04-27T05:08:07.261" v="504" actId="47"/>
        <pc:sldMkLst>
          <pc:docMk/>
          <pc:sldMk cId="2387452750" sldId="4567"/>
        </pc:sldMkLst>
      </pc:sldChg>
      <pc:sldChg chg="del ord">
        <pc:chgData name="Ronan Ogor" userId="473d6ea9-be06-4609-b78d-125cc115ecf4" providerId="ADAL" clId="{8572432F-DAC5-4285-9A6A-B41C04DFC114}" dt="2025-04-27T05:43:38.222" v="715" actId="47"/>
        <pc:sldMkLst>
          <pc:docMk/>
          <pc:sldMk cId="43566097" sldId="4569"/>
        </pc:sldMkLst>
      </pc:sldChg>
      <pc:sldChg chg="modSp mod">
        <pc:chgData name="Ronan Ogor" userId="473d6ea9-be06-4609-b78d-125cc115ecf4" providerId="ADAL" clId="{8572432F-DAC5-4285-9A6A-B41C04DFC114}" dt="2025-04-27T06:12:47.681" v="1073" actId="208"/>
        <pc:sldMkLst>
          <pc:docMk/>
          <pc:sldMk cId="3296563835" sldId="4572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4032487047" sldId="4574"/>
        </pc:sldMkLst>
      </pc:sldChg>
      <pc:sldChg chg="modSp mod">
        <pc:chgData name="Ronan Ogor" userId="473d6ea9-be06-4609-b78d-125cc115ecf4" providerId="ADAL" clId="{8572432F-DAC5-4285-9A6A-B41C04DFC114}" dt="2025-04-27T05:09:01.908" v="508" actId="113"/>
        <pc:sldMkLst>
          <pc:docMk/>
          <pc:sldMk cId="2995367704" sldId="4576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1032452249" sldId="4577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3762726955" sldId="4578"/>
        </pc:sldMkLst>
      </pc:sldChg>
      <pc:sldChg chg="delSp modSp add mod">
        <pc:chgData name="Ronan Ogor" userId="473d6ea9-be06-4609-b78d-125cc115ecf4" providerId="ADAL" clId="{8572432F-DAC5-4285-9A6A-B41C04DFC114}" dt="2025-04-26T12:48:23.733" v="10" actId="478"/>
        <pc:sldMkLst>
          <pc:docMk/>
          <pc:sldMk cId="0" sldId="4579"/>
        </pc:sldMkLst>
        <pc:spChg chg="mod">
          <ac:chgData name="Ronan Ogor" userId="473d6ea9-be06-4609-b78d-125cc115ecf4" providerId="ADAL" clId="{8572432F-DAC5-4285-9A6A-B41C04DFC114}" dt="2025-04-26T12:48:21.710" v="9" actId="1076"/>
          <ac:spMkLst>
            <pc:docMk/>
            <pc:sldMk cId="0" sldId="4579"/>
            <ac:spMk id="9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47ED1-C69F-4346-98B4-FBE000784B2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9FD1AB-9725-4B7A-B8B4-44A66AD6E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69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23F5F84-2922-5601-DAE3-B45647E14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AB5F297A-B9F7-30BA-35E1-07D811B28E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692886EF-C1F0-8EA9-DD08-19FA8EA15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335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5880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5A8C9-6255-A52C-C427-1D1918481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05AA3-6653-0B4D-6502-F4A8D02EA1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EAB4C-6069-7671-D920-942CDC871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E8B05-9BEF-C8DC-2CAE-4093E622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91FB9-972C-AF29-1948-0B4B9A28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729D-9BED-BEB0-7EB2-0C10C745E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43CD4-78C1-C305-B6F1-443A2D6FA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F155A-91C9-A2AA-B040-97BCD8243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6B538-D7DB-CA57-E426-EDE91C49A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497D1-7892-F84B-09A1-35D67B08D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33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9EFD4-F951-C525-23E7-DCB9EEAC8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074A0-AB56-AF4F-39E8-1D5CE7CBD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DAF03-A398-67C6-31F4-FFB75C115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F1EE5-DF18-19CB-C756-F0052AED1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1B488-97E4-73FF-16F4-2A2750AC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340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D9852-205D-00BC-7242-EED62AF9F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E87BB-7CED-34C4-506E-20AFD90A9D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E4FA6-0767-DDC7-D53D-40A67FBF0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8C771-8BAB-67EB-170C-7FA8FBB3B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9FD12-9C5F-1448-4C90-27C47849B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C4400-DDF0-D08F-66CC-7264C6B03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3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3C3C-11E2-3B0B-DB5E-9760AA7D7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F657F-191D-93D6-40A3-91E5EF1D7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58085-4FCF-B0EF-0E40-85F229455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CC164C-2AD0-0A48-458E-C246279FB0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193444-28C5-AB18-1723-1B9D883F1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FF5A29-FAD9-7853-96EF-3C1398BE0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4A0ECB-2BC0-A734-6B32-899367933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3515-7767-48D6-B30F-F1ACDCC40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0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FFB05-E1B8-A58D-6AD9-007D697D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9A079E-2C42-0640-20F8-C059FC926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AF73B-1471-8AED-543B-E1A59A68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930AE-F6E0-E30E-C4AF-D24E8CB88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654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55F72-8FDE-8F76-107D-86B9AA4C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208149-A8FE-33D7-279A-0EE442F93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6D29C-D89B-912F-0452-DB9798D1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2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23E7-8966-8A01-06D9-1BCA9345A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15BD4-A68D-F411-74E9-F5270D0B8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0096E4-6FD5-941A-2752-64FA51BCA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7720A-6CE8-6964-8DB6-736C67B9B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1F42E-114F-76DB-E099-E9CAABBEF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CA3FC-14CA-7E67-EB9C-33DB3B79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9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CFA1-2260-C17D-4595-0B4E3E1B6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96A05-8802-5BF2-E906-F225DF892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E32EA-9EDD-A558-D198-0FB491B66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C0C42-ACC4-5B6E-4954-961250342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AEE97-7F4E-9694-4B32-38EA26D92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3653F-12B4-5A5A-B8D9-899BE5C7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7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D9296-2D37-F56A-99B8-E318FAAC6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8D960-D30E-FBEE-369B-B49FB9AB0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9210A-F030-5E50-E1CE-A97C22A0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BA2CA-C82E-8949-B9EC-F477FBC91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3B921-FF62-7E6B-3443-E7EB4FDC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33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B69124-B882-4C68-70C9-30B6E314C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C5ED1-7F17-CAC9-7EB8-660059AD2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F66AD-D564-E43B-BF24-C2E8D3660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9D7C2-EADE-5795-0FF7-19094C63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27653-B86B-0BF2-FD11-F3E006FEA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37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046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EB1B18-1A18-F64D-0BB3-C9A6E157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D3F3D-B88E-DEDB-E6D7-2D42182E6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E42DA-038E-F4E8-6D4F-508E61A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4C485B-A0CC-4D32-A051-05B9C7684D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34224-BEF7-D199-B8EE-810CCCC10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3378F-D2F9-A1C1-8162-9CA26C47E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37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sequelize.org/docs/v6/getting-started/" TargetMode="Externa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equelize.org/docs/v6/getting-started/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sequelize.org/docs/v6/getting-started/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adtedu-my.sharepoint.com/:u:/g/personal/ronan_ogor_cadt_edu_kh/EdxL-sGWWdpCqNHe-xDxMbQBX2iRkCm8zgHxg-SnrG87hA?e=m07xaE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hyperlink" Target="https://www.digitalocean.com/community/tutorials/how-to-use-sequelize-with-node-js-and-mysql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igitalocean.com/community/tutorials/how-to-use-sequelize-with-node-js-and-mysql" TargetMode="Externa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sequelize.org/docs/v6/core-concepts/model-querying-basics/" TargetMode="Externa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adtedu-my.sharepoint.com/:u:/g/personal/ronan_ogor_cadt_edu_kh/EQf_pdQAyDJHtzQNI6Dak3MBW0VcfO0MuwAZKmUeVHzfJw?e=jaH8gm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adtedu-my.sharepoint.com/:u:/g/personal/ronan_ogor_cadt_edu_kh/EdxL-sGWWdpCqNHe-xDxMbQBX2iRkCm8zgHxg-SnrG87hA?e=m07xaE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sequelize.org/docs/v6/core-concepts/assocs/" TargetMode="Externa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cadtedu-my.sharepoint.com/:u:/g/personal/ronan_ogor_cadt_edu_kh/EYGacu3URedOpk24tPQsJckBXBQhpFJNQNusnyOH_2wVaw?e=DnrDfa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sequelize.org/docs/v6/" TargetMode="External"/><Relationship Id="rId7" Type="http://schemas.openxmlformats.org/officeDocument/2006/relationships/hyperlink" Target="https://www.youtube.com/watch?v=ZAk1YKzKkL4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3_9-JFXTVDE" TargetMode="External"/><Relationship Id="rId5" Type="http://schemas.openxmlformats.org/officeDocument/2006/relationships/hyperlink" Target="https://www.youtube.com/watch?v=YNyGD4rakmc" TargetMode="External"/><Relationship Id="rId4" Type="http://schemas.openxmlformats.org/officeDocument/2006/relationships/hyperlink" Target="https://www.digitalocean.com/community/tutorials/how-to-use-sequelize-with-node-js-and-mysql" TargetMode="External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405442" y="1247863"/>
            <a:ext cx="1143862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262626"/>
              </a:buClr>
              <a:buSzPts val="4800"/>
            </a:pPr>
            <a:r>
              <a:rPr lang="en-US" sz="4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WEEK 7 – </a:t>
            </a:r>
            <a:r>
              <a:rPr lang="en-US" sz="4800" b="1" dirty="0">
                <a:solidFill>
                  <a:srgbClr val="00AFEF"/>
                </a:solidFill>
                <a:latin typeface="Open Sans"/>
                <a:ea typeface="Open Sans"/>
                <a:cs typeface="Open Sans"/>
                <a:sym typeface="Open Sans"/>
              </a:rPr>
              <a:t>Sequelize - Part 1</a:t>
            </a:r>
            <a:endParaRPr sz="1600" b="0" i="0" u="none" strike="noStrike" cap="none" dirty="0">
              <a:solidFill>
                <a:srgbClr val="00AFE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495482" y="601572"/>
            <a:ext cx="729998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BACK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36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END DEVELOPMENT COURSE </a:t>
            </a:r>
          </a:p>
        </p:txBody>
      </p:sp>
      <p:cxnSp>
        <p:nvCxnSpPr>
          <p:cNvPr id="93" name="Google Shape;93;p1"/>
          <p:cNvCxnSpPr/>
          <p:nvPr/>
        </p:nvCxnSpPr>
        <p:spPr>
          <a:xfrm>
            <a:off x="1326732" y="1247863"/>
            <a:ext cx="96374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574D5CA-8FA1-45CA-99CB-E92DF91C7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43391" y="6224562"/>
            <a:ext cx="946927" cy="494663"/>
          </a:xfrm>
          <a:prstGeom prst="rect">
            <a:avLst/>
          </a:prstGeom>
        </p:spPr>
      </p:pic>
      <p:pic>
        <p:nvPicPr>
          <p:cNvPr id="1026" name="Picture 2" descr="GitHub - sequelize/sequelize: Feature ...">
            <a:extLst>
              <a:ext uri="{FF2B5EF4-FFF2-40B4-BE49-F238E27FC236}">
                <a16:creationId xmlns:a16="http://schemas.microsoft.com/office/drawing/2014/main" id="{19EC70B5-1AA0-6DE9-9CC1-CE4B1D0EE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433" y="2596550"/>
            <a:ext cx="3154844" cy="3154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/>
        </p:nvSpPr>
        <p:spPr>
          <a:xfrm>
            <a:off x="4273575" y="427294"/>
            <a:ext cx="416890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fr-BE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objectives</a:t>
            </a: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1679" y="259252"/>
            <a:ext cx="801896" cy="80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75936" y="229727"/>
            <a:ext cx="801896" cy="80189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2594257" y="2309926"/>
            <a:ext cx="8637335" cy="309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Understand the role and purpose of </a:t>
            </a:r>
            <a:r>
              <a:rPr lang="en-US" sz="26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 as an ORM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</a:t>
            </a:r>
            <a:r>
              <a:rPr lang="en-US" sz="2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represent database tables.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CRUD individual data entries (</a:t>
            </a:r>
            <a:r>
              <a:rPr lang="en-US" sz="26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instances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Perform basic and advanced </a:t>
            </a:r>
            <a:r>
              <a:rPr lang="en-US" sz="26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queries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</a:t>
            </a:r>
            <a:r>
              <a:rPr lang="en-US" sz="26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(find, where…)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and use </a:t>
            </a:r>
            <a:r>
              <a:rPr lang="en-US" sz="2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relationships between models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1-1 and 1-N )</a:t>
            </a:r>
            <a:endParaRPr lang="en-US" sz="2600" i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D1629B-5FE9-A8F9-B1BB-7CCE660EC55D}"/>
              </a:ext>
            </a:extLst>
          </p:cNvPr>
          <p:cNvSpPr/>
          <p:nvPr/>
        </p:nvSpPr>
        <p:spPr>
          <a:xfrm>
            <a:off x="582189" y="3110247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0B1B40-F9F9-3532-5409-92E80F742445}"/>
              </a:ext>
            </a:extLst>
          </p:cNvPr>
          <p:cNvSpPr/>
          <p:nvPr/>
        </p:nvSpPr>
        <p:spPr>
          <a:xfrm>
            <a:off x="582188" y="3745807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EB6977-5D66-07F0-D9BD-120401B39BD1}"/>
              </a:ext>
            </a:extLst>
          </p:cNvPr>
          <p:cNvSpPr/>
          <p:nvPr/>
        </p:nvSpPr>
        <p:spPr>
          <a:xfrm>
            <a:off x="582187" y="4311517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D6B9C3-CF85-7470-E370-3F8BB6EF6A21}"/>
              </a:ext>
            </a:extLst>
          </p:cNvPr>
          <p:cNvSpPr/>
          <p:nvPr/>
        </p:nvSpPr>
        <p:spPr>
          <a:xfrm>
            <a:off x="582187" y="4898223"/>
            <a:ext cx="1837161" cy="3441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149765-6FF7-9BA9-8509-4E4E2919ECCA}"/>
              </a:ext>
            </a:extLst>
          </p:cNvPr>
          <p:cNvSpPr/>
          <p:nvPr/>
        </p:nvSpPr>
        <p:spPr>
          <a:xfrm>
            <a:off x="582186" y="2527433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ORM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BB78-E0BF-7B77-F991-ED00CAC46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32210EA2-8F93-8B46-022A-2B04CCCC2F59}"/>
              </a:ext>
            </a:extLst>
          </p:cNvPr>
          <p:cNvSpPr txBox="1"/>
          <p:nvPr/>
        </p:nvSpPr>
        <p:spPr>
          <a:xfrm>
            <a:off x="3506421" y="264330"/>
            <a:ext cx="517915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an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ORM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sz="40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Google Shape;120;p3">
            <a:extLst>
              <a:ext uri="{FF2B5EF4-FFF2-40B4-BE49-F238E27FC236}">
                <a16:creationId xmlns:a16="http://schemas.microsoft.com/office/drawing/2014/main" id="{61714EF6-505A-E5FF-CAA0-0DEC72508AE8}"/>
              </a:ext>
            </a:extLst>
          </p:cNvPr>
          <p:cNvSpPr txBox="1"/>
          <p:nvPr/>
        </p:nvSpPr>
        <p:spPr>
          <a:xfrm rot="576955">
            <a:off x="8961801" y="127165"/>
            <a:ext cx="165154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b="1" dirty="0">
                <a:solidFill>
                  <a:schemeClr val="accent4"/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O</a:t>
            </a:r>
            <a:r>
              <a:rPr lang="en-US" dirty="0">
                <a:solidFill>
                  <a:schemeClr val="accent4"/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bject </a:t>
            </a:r>
            <a:r>
              <a:rPr lang="en-US" b="1" dirty="0">
                <a:solidFill>
                  <a:schemeClr val="accent4"/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R</a:t>
            </a:r>
            <a:r>
              <a:rPr lang="en-US" dirty="0">
                <a:solidFill>
                  <a:schemeClr val="accent4"/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elational </a:t>
            </a:r>
            <a:r>
              <a:rPr lang="en-US" b="1" dirty="0">
                <a:solidFill>
                  <a:schemeClr val="accent4"/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M</a:t>
            </a:r>
            <a:r>
              <a:rPr lang="en-US" dirty="0">
                <a:solidFill>
                  <a:schemeClr val="accent4"/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apping</a:t>
            </a:r>
          </a:p>
        </p:txBody>
      </p:sp>
      <p:sp>
        <p:nvSpPr>
          <p:cNvPr id="27" name="Google Shape;120;p3">
            <a:extLst>
              <a:ext uri="{FF2B5EF4-FFF2-40B4-BE49-F238E27FC236}">
                <a16:creationId xmlns:a16="http://schemas.microsoft.com/office/drawing/2014/main" id="{8C56500D-4E0C-02E6-325B-022E8B69896B}"/>
              </a:ext>
            </a:extLst>
          </p:cNvPr>
          <p:cNvSpPr txBox="1"/>
          <p:nvPr/>
        </p:nvSpPr>
        <p:spPr>
          <a:xfrm>
            <a:off x="374831" y="1670863"/>
            <a:ext cx="11643347" cy="6924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/>
                <a:ea typeface="Calibri"/>
                <a:cs typeface="Calibri"/>
                <a:sym typeface="Calibri"/>
              </a:rPr>
              <a:t>An ORM is a library creating a </a:t>
            </a:r>
            <a:r>
              <a:rPr lang="en-US" sz="2600" b="1" dirty="0">
                <a:latin typeface="Calibri"/>
                <a:ea typeface="Calibri"/>
                <a:cs typeface="Calibri"/>
                <a:sym typeface="Calibri"/>
              </a:rPr>
              <a:t>Bridge </a:t>
            </a:r>
            <a:r>
              <a:rPr lang="en-US" sz="2600" dirty="0">
                <a:latin typeface="Calibri"/>
                <a:ea typeface="Calibri"/>
                <a:cs typeface="Calibri"/>
                <a:sym typeface="Calibri"/>
              </a:rPr>
              <a:t>between </a:t>
            </a:r>
            <a:r>
              <a:rPr lang="en-US" sz="2600" b="1" dirty="0">
                <a:latin typeface="Calibri"/>
                <a:ea typeface="Calibri"/>
                <a:cs typeface="Calibri"/>
                <a:sym typeface="Calibri"/>
              </a:rPr>
              <a:t>Objects</a:t>
            </a:r>
            <a:r>
              <a:rPr lang="en-US" sz="2600" dirty="0">
                <a:latin typeface="Calibri"/>
                <a:ea typeface="Calibri"/>
                <a:cs typeface="Calibri"/>
                <a:sym typeface="Calibri"/>
              </a:rPr>
              <a:t> and relational </a:t>
            </a:r>
            <a:r>
              <a:rPr lang="en-US" sz="2600" b="1" dirty="0">
                <a:latin typeface="Calibri"/>
                <a:ea typeface="Calibri"/>
                <a:cs typeface="Calibri"/>
                <a:sym typeface="Calibri"/>
              </a:rPr>
              <a:t>Databases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4D250F4-2109-A028-FF9D-E2623105D127}"/>
              </a:ext>
            </a:extLst>
          </p:cNvPr>
          <p:cNvGrpSpPr/>
          <p:nvPr/>
        </p:nvGrpSpPr>
        <p:grpSpPr>
          <a:xfrm>
            <a:off x="1155712" y="4022202"/>
            <a:ext cx="2095838" cy="1917290"/>
            <a:chOff x="1175656" y="3222171"/>
            <a:chExt cx="2786743" cy="219118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553C967-BCA5-47E4-3682-95B82A0BB5D1}"/>
                </a:ext>
              </a:extLst>
            </p:cNvPr>
            <p:cNvSpPr/>
            <p:nvPr/>
          </p:nvSpPr>
          <p:spPr>
            <a:xfrm>
              <a:off x="1175656" y="3222171"/>
              <a:ext cx="2786743" cy="219118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C0B1F6F-007D-5F0E-8DA7-3F747D945BA7}"/>
                </a:ext>
              </a:extLst>
            </p:cNvPr>
            <p:cNvCxnSpPr>
              <a:cxnSpLocks/>
            </p:cNvCxnSpPr>
            <p:nvPr/>
          </p:nvCxnSpPr>
          <p:spPr>
            <a:xfrm>
              <a:off x="1175656" y="3991429"/>
              <a:ext cx="278674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B16AA9FF-CAAB-BBCF-D68B-6DC65E23FD32}"/>
              </a:ext>
            </a:extLst>
          </p:cNvPr>
          <p:cNvSpPr txBox="1"/>
          <p:nvPr/>
        </p:nvSpPr>
        <p:spPr>
          <a:xfrm>
            <a:off x="1537487" y="4084996"/>
            <a:ext cx="1332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75D8E0-5A03-1E6F-175F-2791B8AF0FD2}"/>
              </a:ext>
            </a:extLst>
          </p:cNvPr>
          <p:cNvSpPr txBox="1"/>
          <p:nvPr/>
        </p:nvSpPr>
        <p:spPr>
          <a:xfrm>
            <a:off x="1319773" y="4823139"/>
            <a:ext cx="109036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passport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E1A289F9-4D54-8404-E765-96E77C8BEAFB}"/>
              </a:ext>
            </a:extLst>
          </p:cNvPr>
          <p:cNvSpPr/>
          <p:nvPr/>
        </p:nvSpPr>
        <p:spPr>
          <a:xfrm>
            <a:off x="3772075" y="4129842"/>
            <a:ext cx="2283182" cy="1130922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BF37A8-E34A-32F6-80F9-FA59E598A38D}"/>
              </a:ext>
            </a:extLst>
          </p:cNvPr>
          <p:cNvSpPr txBox="1"/>
          <p:nvPr/>
        </p:nvSpPr>
        <p:spPr>
          <a:xfrm>
            <a:off x="1823810" y="3136698"/>
            <a:ext cx="1086195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OBJECTS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0CBE3C-8230-0A64-C8B4-D5F347F8FE3F}"/>
              </a:ext>
            </a:extLst>
          </p:cNvPr>
          <p:cNvSpPr txBox="1"/>
          <p:nvPr/>
        </p:nvSpPr>
        <p:spPr>
          <a:xfrm>
            <a:off x="4268487" y="4510637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Mapping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0719168-B87D-0523-0589-4FF6CBC74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944808"/>
              </p:ext>
            </p:extLst>
          </p:nvPr>
        </p:nvGraphicFramePr>
        <p:xfrm>
          <a:off x="6671249" y="4434884"/>
          <a:ext cx="4450080" cy="158305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12520">
                  <a:extLst>
                    <a:ext uri="{9D8B030D-6E8A-4147-A177-3AD203B41FA5}">
                      <a16:colId xmlns:a16="http://schemas.microsoft.com/office/drawing/2014/main" val="2258044611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884692911"/>
                    </a:ext>
                  </a:extLst>
                </a:gridCol>
                <a:gridCol w="875466">
                  <a:extLst>
                    <a:ext uri="{9D8B030D-6E8A-4147-A177-3AD203B41FA5}">
                      <a16:colId xmlns:a16="http://schemas.microsoft.com/office/drawing/2014/main" val="1774286007"/>
                    </a:ext>
                  </a:extLst>
                </a:gridCol>
                <a:gridCol w="1349574">
                  <a:extLst>
                    <a:ext uri="{9D8B030D-6E8A-4147-A177-3AD203B41FA5}">
                      <a16:colId xmlns:a16="http://schemas.microsoft.com/office/drawing/2014/main" val="4149704947"/>
                    </a:ext>
                  </a:extLst>
                </a:gridCol>
              </a:tblGrid>
              <a:tr h="527685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219511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663377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907688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B509D0CA-7F45-7D45-50CB-D7A983308293}"/>
              </a:ext>
            </a:extLst>
          </p:cNvPr>
          <p:cNvSpPr txBox="1"/>
          <p:nvPr/>
        </p:nvSpPr>
        <p:spPr>
          <a:xfrm>
            <a:off x="8069936" y="3977274"/>
            <a:ext cx="165270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E94278-49E7-6C2F-12FC-9E5CB37007CC}"/>
              </a:ext>
            </a:extLst>
          </p:cNvPr>
          <p:cNvSpPr txBox="1"/>
          <p:nvPr/>
        </p:nvSpPr>
        <p:spPr>
          <a:xfrm>
            <a:off x="8299838" y="3062007"/>
            <a:ext cx="804066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TABLE</a:t>
            </a:r>
          </a:p>
        </p:txBody>
      </p: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99FF61AD-F7F7-DB99-7973-637458E72BDC}"/>
              </a:ext>
            </a:extLst>
          </p:cNvPr>
          <p:cNvCxnSpPr>
            <a:cxnSpLocks/>
          </p:cNvCxnSpPr>
          <p:nvPr/>
        </p:nvCxnSpPr>
        <p:spPr>
          <a:xfrm rot="10800000" flipV="1">
            <a:off x="8298615" y="542485"/>
            <a:ext cx="675839" cy="151535"/>
          </a:xfrm>
          <a:prstGeom prst="curvedConnector3">
            <a:avLst>
              <a:gd name="adj1" fmla="val 50000"/>
            </a:avLst>
          </a:prstGeom>
          <a:ln>
            <a:solidFill>
              <a:schemeClr val="accent4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Google Shape;107;p2">
            <a:extLst>
              <a:ext uri="{FF2B5EF4-FFF2-40B4-BE49-F238E27FC236}">
                <a16:creationId xmlns:a16="http://schemas.microsoft.com/office/drawing/2014/main" id="{D3AAE371-853E-15F2-6E8F-A69D4902C519}"/>
              </a:ext>
            </a:extLst>
          </p:cNvPr>
          <p:cNvSpPr txBox="1"/>
          <p:nvPr/>
        </p:nvSpPr>
        <p:spPr>
          <a:xfrm>
            <a:off x="374831" y="159630"/>
            <a:ext cx="2095838" cy="369332"/>
          </a:xfrm>
          <a:prstGeom prst="rect">
            <a:avLst/>
          </a:prstGeom>
          <a:solidFill>
            <a:schemeClr val="accent4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ORM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027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539ED-67D0-B94A-FB2F-9D016CDD8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203C9102-21CA-6341-DBE9-E4FB818C2616}"/>
              </a:ext>
            </a:extLst>
          </p:cNvPr>
          <p:cNvSpPr txBox="1"/>
          <p:nvPr/>
        </p:nvSpPr>
        <p:spPr>
          <a:xfrm>
            <a:off x="3506422" y="397127"/>
            <a:ext cx="517915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Sequelize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?</a:t>
            </a:r>
            <a:endParaRPr lang="en-US" sz="40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2" name="Google Shape;107;p2">
            <a:extLst>
              <a:ext uri="{FF2B5EF4-FFF2-40B4-BE49-F238E27FC236}">
                <a16:creationId xmlns:a16="http://schemas.microsoft.com/office/drawing/2014/main" id="{18F33F9B-547E-114F-255A-24CF59CAAE8F}"/>
              </a:ext>
            </a:extLst>
          </p:cNvPr>
          <p:cNvSpPr txBox="1"/>
          <p:nvPr/>
        </p:nvSpPr>
        <p:spPr>
          <a:xfrm>
            <a:off x="374831" y="159630"/>
            <a:ext cx="2095838" cy="369332"/>
          </a:xfrm>
          <a:prstGeom prst="rect">
            <a:avLst/>
          </a:prstGeom>
          <a:solidFill>
            <a:schemeClr val="accent4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ORM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Picture 2" descr="GitHub - sequelize/sequelize: Feature ...">
            <a:extLst>
              <a:ext uri="{FF2B5EF4-FFF2-40B4-BE49-F238E27FC236}">
                <a16:creationId xmlns:a16="http://schemas.microsoft.com/office/drawing/2014/main" id="{B71D675C-E7B4-9F05-1968-89B8A3193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75500">
            <a:off x="8315987" y="331347"/>
            <a:ext cx="739182" cy="73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658AAEA-EC1B-89D5-A297-768FAF1B85EA}"/>
              </a:ext>
            </a:extLst>
          </p:cNvPr>
          <p:cNvSpPr txBox="1"/>
          <p:nvPr/>
        </p:nvSpPr>
        <p:spPr>
          <a:xfrm>
            <a:off x="1422750" y="1413337"/>
            <a:ext cx="5362517" cy="5047536"/>
          </a:xfrm>
          <a:custGeom>
            <a:avLst/>
            <a:gdLst>
              <a:gd name="connsiteX0" fmla="*/ 0 w 5362517"/>
              <a:gd name="connsiteY0" fmla="*/ 0 h 5047536"/>
              <a:gd name="connsiteX1" fmla="*/ 542210 w 5362517"/>
              <a:gd name="connsiteY1" fmla="*/ 0 h 5047536"/>
              <a:gd name="connsiteX2" fmla="*/ 977170 w 5362517"/>
              <a:gd name="connsiteY2" fmla="*/ 0 h 5047536"/>
              <a:gd name="connsiteX3" fmla="*/ 1680255 w 5362517"/>
              <a:gd name="connsiteY3" fmla="*/ 0 h 5047536"/>
              <a:gd name="connsiteX4" fmla="*/ 2222465 w 5362517"/>
              <a:gd name="connsiteY4" fmla="*/ 0 h 5047536"/>
              <a:gd name="connsiteX5" fmla="*/ 2764675 w 5362517"/>
              <a:gd name="connsiteY5" fmla="*/ 0 h 5047536"/>
              <a:gd name="connsiteX6" fmla="*/ 3467761 w 5362517"/>
              <a:gd name="connsiteY6" fmla="*/ 0 h 5047536"/>
              <a:gd name="connsiteX7" fmla="*/ 3956346 w 5362517"/>
              <a:gd name="connsiteY7" fmla="*/ 0 h 5047536"/>
              <a:gd name="connsiteX8" fmla="*/ 4659431 w 5362517"/>
              <a:gd name="connsiteY8" fmla="*/ 0 h 5047536"/>
              <a:gd name="connsiteX9" fmla="*/ 5362517 w 5362517"/>
              <a:gd name="connsiteY9" fmla="*/ 0 h 5047536"/>
              <a:gd name="connsiteX10" fmla="*/ 5362517 w 5362517"/>
              <a:gd name="connsiteY10" fmla="*/ 560837 h 5047536"/>
              <a:gd name="connsiteX11" fmla="*/ 5362517 w 5362517"/>
              <a:gd name="connsiteY11" fmla="*/ 1121675 h 5047536"/>
              <a:gd name="connsiteX12" fmla="*/ 5362517 w 5362517"/>
              <a:gd name="connsiteY12" fmla="*/ 1732987 h 5047536"/>
              <a:gd name="connsiteX13" fmla="*/ 5362517 w 5362517"/>
              <a:gd name="connsiteY13" fmla="*/ 2142399 h 5047536"/>
              <a:gd name="connsiteX14" fmla="*/ 5362517 w 5362517"/>
              <a:gd name="connsiteY14" fmla="*/ 2703236 h 5047536"/>
              <a:gd name="connsiteX15" fmla="*/ 5362517 w 5362517"/>
              <a:gd name="connsiteY15" fmla="*/ 3264073 h 5047536"/>
              <a:gd name="connsiteX16" fmla="*/ 5362517 w 5362517"/>
              <a:gd name="connsiteY16" fmla="*/ 3824911 h 5047536"/>
              <a:gd name="connsiteX17" fmla="*/ 5362517 w 5362517"/>
              <a:gd name="connsiteY17" fmla="*/ 4436223 h 5047536"/>
              <a:gd name="connsiteX18" fmla="*/ 5362517 w 5362517"/>
              <a:gd name="connsiteY18" fmla="*/ 5047536 h 5047536"/>
              <a:gd name="connsiteX19" fmla="*/ 4713057 w 5362517"/>
              <a:gd name="connsiteY19" fmla="*/ 5047536 h 5047536"/>
              <a:gd name="connsiteX20" fmla="*/ 4224472 w 5362517"/>
              <a:gd name="connsiteY20" fmla="*/ 5047536 h 5047536"/>
              <a:gd name="connsiteX21" fmla="*/ 3521386 w 5362517"/>
              <a:gd name="connsiteY21" fmla="*/ 5047536 h 5047536"/>
              <a:gd name="connsiteX22" fmla="*/ 2925551 w 5362517"/>
              <a:gd name="connsiteY22" fmla="*/ 5047536 h 5047536"/>
              <a:gd name="connsiteX23" fmla="*/ 2436966 w 5362517"/>
              <a:gd name="connsiteY23" fmla="*/ 5047536 h 5047536"/>
              <a:gd name="connsiteX24" fmla="*/ 1841131 w 5362517"/>
              <a:gd name="connsiteY24" fmla="*/ 5047536 h 5047536"/>
              <a:gd name="connsiteX25" fmla="*/ 1406171 w 5362517"/>
              <a:gd name="connsiteY25" fmla="*/ 5047536 h 5047536"/>
              <a:gd name="connsiteX26" fmla="*/ 971211 w 5362517"/>
              <a:gd name="connsiteY26" fmla="*/ 5047536 h 5047536"/>
              <a:gd name="connsiteX27" fmla="*/ 0 w 5362517"/>
              <a:gd name="connsiteY27" fmla="*/ 5047536 h 5047536"/>
              <a:gd name="connsiteX28" fmla="*/ 0 w 5362517"/>
              <a:gd name="connsiteY28" fmla="*/ 4587649 h 5047536"/>
              <a:gd name="connsiteX29" fmla="*/ 0 w 5362517"/>
              <a:gd name="connsiteY29" fmla="*/ 3925861 h 5047536"/>
              <a:gd name="connsiteX30" fmla="*/ 0 w 5362517"/>
              <a:gd name="connsiteY30" fmla="*/ 3415499 h 5047536"/>
              <a:gd name="connsiteX31" fmla="*/ 0 w 5362517"/>
              <a:gd name="connsiteY31" fmla="*/ 3006088 h 5047536"/>
              <a:gd name="connsiteX32" fmla="*/ 0 w 5362517"/>
              <a:gd name="connsiteY32" fmla="*/ 2394775 h 5047536"/>
              <a:gd name="connsiteX33" fmla="*/ 0 w 5362517"/>
              <a:gd name="connsiteY33" fmla="*/ 1934889 h 5047536"/>
              <a:gd name="connsiteX34" fmla="*/ 0 w 5362517"/>
              <a:gd name="connsiteY34" fmla="*/ 1323576 h 5047536"/>
              <a:gd name="connsiteX35" fmla="*/ 0 w 5362517"/>
              <a:gd name="connsiteY35" fmla="*/ 661788 h 5047536"/>
              <a:gd name="connsiteX36" fmla="*/ 0 w 5362517"/>
              <a:gd name="connsiteY36" fmla="*/ 0 h 5047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62517" h="5047536" extrusionOk="0">
                <a:moveTo>
                  <a:pt x="0" y="0"/>
                </a:moveTo>
                <a:cubicBezTo>
                  <a:pt x="224207" y="-62809"/>
                  <a:pt x="272981" y="46155"/>
                  <a:pt x="542210" y="0"/>
                </a:cubicBezTo>
                <a:cubicBezTo>
                  <a:pt x="811439" y="-46155"/>
                  <a:pt x="858552" y="45094"/>
                  <a:pt x="977170" y="0"/>
                </a:cubicBezTo>
                <a:cubicBezTo>
                  <a:pt x="1095788" y="-45094"/>
                  <a:pt x="1350502" y="72313"/>
                  <a:pt x="1680255" y="0"/>
                </a:cubicBezTo>
                <a:cubicBezTo>
                  <a:pt x="2010008" y="-72313"/>
                  <a:pt x="1961897" y="19120"/>
                  <a:pt x="2222465" y="0"/>
                </a:cubicBezTo>
                <a:cubicBezTo>
                  <a:pt x="2483033" y="-19120"/>
                  <a:pt x="2503834" y="46332"/>
                  <a:pt x="2764675" y="0"/>
                </a:cubicBezTo>
                <a:cubicBezTo>
                  <a:pt x="3025516" y="-46332"/>
                  <a:pt x="3249253" y="73828"/>
                  <a:pt x="3467761" y="0"/>
                </a:cubicBezTo>
                <a:cubicBezTo>
                  <a:pt x="3686269" y="-73828"/>
                  <a:pt x="3772002" y="33329"/>
                  <a:pt x="3956346" y="0"/>
                </a:cubicBezTo>
                <a:cubicBezTo>
                  <a:pt x="4140691" y="-33329"/>
                  <a:pt x="4464077" y="70973"/>
                  <a:pt x="4659431" y="0"/>
                </a:cubicBezTo>
                <a:cubicBezTo>
                  <a:pt x="4854785" y="-70973"/>
                  <a:pt x="5216994" y="32630"/>
                  <a:pt x="5362517" y="0"/>
                </a:cubicBezTo>
                <a:cubicBezTo>
                  <a:pt x="5394778" y="160682"/>
                  <a:pt x="5314105" y="295122"/>
                  <a:pt x="5362517" y="560837"/>
                </a:cubicBezTo>
                <a:cubicBezTo>
                  <a:pt x="5410929" y="826552"/>
                  <a:pt x="5304516" y="904135"/>
                  <a:pt x="5362517" y="1121675"/>
                </a:cubicBezTo>
                <a:cubicBezTo>
                  <a:pt x="5420518" y="1339215"/>
                  <a:pt x="5311964" y="1569988"/>
                  <a:pt x="5362517" y="1732987"/>
                </a:cubicBezTo>
                <a:cubicBezTo>
                  <a:pt x="5413070" y="1895986"/>
                  <a:pt x="5332700" y="1969293"/>
                  <a:pt x="5362517" y="2142399"/>
                </a:cubicBezTo>
                <a:cubicBezTo>
                  <a:pt x="5392334" y="2315505"/>
                  <a:pt x="5348009" y="2557125"/>
                  <a:pt x="5362517" y="2703236"/>
                </a:cubicBezTo>
                <a:cubicBezTo>
                  <a:pt x="5377025" y="2849347"/>
                  <a:pt x="5358406" y="3139291"/>
                  <a:pt x="5362517" y="3264073"/>
                </a:cubicBezTo>
                <a:cubicBezTo>
                  <a:pt x="5366628" y="3388855"/>
                  <a:pt x="5316887" y="3600361"/>
                  <a:pt x="5362517" y="3824911"/>
                </a:cubicBezTo>
                <a:cubicBezTo>
                  <a:pt x="5408147" y="4049461"/>
                  <a:pt x="5339615" y="4250855"/>
                  <a:pt x="5362517" y="4436223"/>
                </a:cubicBezTo>
                <a:cubicBezTo>
                  <a:pt x="5385419" y="4621591"/>
                  <a:pt x="5341176" y="4905323"/>
                  <a:pt x="5362517" y="5047536"/>
                </a:cubicBezTo>
                <a:cubicBezTo>
                  <a:pt x="5199972" y="5102345"/>
                  <a:pt x="4988705" y="4992279"/>
                  <a:pt x="4713057" y="5047536"/>
                </a:cubicBezTo>
                <a:cubicBezTo>
                  <a:pt x="4437409" y="5102793"/>
                  <a:pt x="4396153" y="5045399"/>
                  <a:pt x="4224472" y="5047536"/>
                </a:cubicBezTo>
                <a:cubicBezTo>
                  <a:pt x="4052792" y="5049673"/>
                  <a:pt x="3815725" y="4967352"/>
                  <a:pt x="3521386" y="5047536"/>
                </a:cubicBezTo>
                <a:cubicBezTo>
                  <a:pt x="3227047" y="5127720"/>
                  <a:pt x="3060322" y="5027429"/>
                  <a:pt x="2925551" y="5047536"/>
                </a:cubicBezTo>
                <a:cubicBezTo>
                  <a:pt x="2790780" y="5067643"/>
                  <a:pt x="2566908" y="4999810"/>
                  <a:pt x="2436966" y="5047536"/>
                </a:cubicBezTo>
                <a:cubicBezTo>
                  <a:pt x="2307025" y="5095262"/>
                  <a:pt x="2060729" y="5027504"/>
                  <a:pt x="1841131" y="5047536"/>
                </a:cubicBezTo>
                <a:cubicBezTo>
                  <a:pt x="1621534" y="5067568"/>
                  <a:pt x="1502406" y="5003630"/>
                  <a:pt x="1406171" y="5047536"/>
                </a:cubicBezTo>
                <a:cubicBezTo>
                  <a:pt x="1309936" y="5091442"/>
                  <a:pt x="1151044" y="5026460"/>
                  <a:pt x="971211" y="5047536"/>
                </a:cubicBezTo>
                <a:cubicBezTo>
                  <a:pt x="791378" y="5068612"/>
                  <a:pt x="220106" y="5036226"/>
                  <a:pt x="0" y="5047536"/>
                </a:cubicBezTo>
                <a:cubicBezTo>
                  <a:pt x="-20099" y="4848914"/>
                  <a:pt x="8880" y="4779167"/>
                  <a:pt x="0" y="4587649"/>
                </a:cubicBezTo>
                <a:cubicBezTo>
                  <a:pt x="-8880" y="4396131"/>
                  <a:pt x="77474" y="4233551"/>
                  <a:pt x="0" y="3925861"/>
                </a:cubicBezTo>
                <a:cubicBezTo>
                  <a:pt x="-77474" y="3618171"/>
                  <a:pt x="32992" y="3527020"/>
                  <a:pt x="0" y="3415499"/>
                </a:cubicBezTo>
                <a:cubicBezTo>
                  <a:pt x="-32992" y="3303978"/>
                  <a:pt x="246" y="3162093"/>
                  <a:pt x="0" y="3006088"/>
                </a:cubicBezTo>
                <a:cubicBezTo>
                  <a:pt x="-246" y="2850083"/>
                  <a:pt x="63612" y="2520638"/>
                  <a:pt x="0" y="2394775"/>
                </a:cubicBezTo>
                <a:cubicBezTo>
                  <a:pt x="-63612" y="2268912"/>
                  <a:pt x="32451" y="2072132"/>
                  <a:pt x="0" y="1934889"/>
                </a:cubicBezTo>
                <a:cubicBezTo>
                  <a:pt x="-32451" y="1797646"/>
                  <a:pt x="27284" y="1530162"/>
                  <a:pt x="0" y="1323576"/>
                </a:cubicBezTo>
                <a:cubicBezTo>
                  <a:pt x="-27284" y="1116990"/>
                  <a:pt x="25678" y="872937"/>
                  <a:pt x="0" y="661788"/>
                </a:cubicBezTo>
                <a:cubicBezTo>
                  <a:pt x="-25678" y="450639"/>
                  <a:pt x="68029" y="278944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 Define the model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const </a:t>
            </a:r>
            <a:r>
              <a:rPr lang="en-US" sz="1400" b="1" dirty="0">
                <a:solidFill>
                  <a:schemeClr val="accent5"/>
                </a:solidFill>
                <a:latin typeface="Consolas" panose="020B0609020204030204" pitchFamily="49" charset="0"/>
              </a:rPr>
              <a:t>User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sequelize.define</a:t>
            </a:r>
            <a:r>
              <a:rPr lang="en-US" sz="1400" dirty="0">
                <a:latin typeface="Consolas" panose="020B0609020204030204" pitchFamily="49" charset="0"/>
              </a:rPr>
              <a:t>('User', {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username: </a:t>
            </a:r>
            <a:r>
              <a:rPr lang="en-US" sz="1400" dirty="0" err="1">
                <a:latin typeface="Consolas" panose="020B0609020204030204" pitchFamily="49" charset="0"/>
              </a:rPr>
              <a:t>DataTypes.STRING</a:t>
            </a:r>
            <a:r>
              <a:rPr lang="en-US" sz="14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birthday: </a:t>
            </a:r>
            <a:r>
              <a:rPr lang="en-US" sz="1400" dirty="0" err="1">
                <a:latin typeface="Consolas" panose="020B0609020204030204" pitchFamily="49" charset="0"/>
              </a:rPr>
              <a:t>DataTypes.DATE</a:t>
            </a:r>
            <a:r>
              <a:rPr lang="en-US" sz="14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});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chemeClr val="accent4"/>
                </a:solidFill>
                <a:latin typeface="Consolas" panose="020B0609020204030204" pitchFamily="49" charset="0"/>
              </a:rPr>
              <a:t>async</a:t>
            </a:r>
            <a:r>
              <a:rPr lang="en-US" sz="1400" dirty="0">
                <a:latin typeface="Consolas" panose="020B0609020204030204" pitchFamily="49" charset="0"/>
              </a:rPr>
              <a:t> function main() {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 Create table if it doesn't exist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b="1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sequelize.sync</a:t>
            </a:r>
            <a:r>
              <a:rPr lang="en-US" sz="1400" dirty="0">
                <a:solidFill>
                  <a:schemeClr val="accent5"/>
                </a:solidFill>
                <a:latin typeface="Consolas" panose="020B0609020204030204" pitchFamily="49" charset="0"/>
              </a:rPr>
              <a:t>(); 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 Create an instance of User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const </a:t>
            </a:r>
            <a:r>
              <a:rPr lang="en-US" sz="14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ronan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b="1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accent5"/>
                </a:solidFill>
                <a:latin typeface="Consolas" panose="020B0609020204030204" pitchFamily="49" charset="0"/>
              </a:rPr>
              <a:t>User</a:t>
            </a:r>
            <a:r>
              <a:rPr lang="en-US" sz="1400" dirty="0">
                <a:latin typeface="Consolas" panose="020B0609020204030204" pitchFamily="49" charset="0"/>
              </a:rPr>
              <a:t>.create({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username: ‘the best',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birthday: new Date(1990, 6, 20),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});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console.log(</a:t>
            </a:r>
            <a:r>
              <a:rPr lang="en-US" sz="14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ronan</a:t>
            </a:r>
            <a:r>
              <a:rPr lang="en-US" sz="1400" dirty="0" err="1">
                <a:latin typeface="Consolas" panose="020B0609020204030204" pitchFamily="49" charset="0"/>
              </a:rPr>
              <a:t>.toJSON</a:t>
            </a:r>
            <a:r>
              <a:rPr lang="en-US" sz="1400" dirty="0">
                <a:latin typeface="Consolas" panose="020B0609020204030204" pitchFamily="49" charset="0"/>
              </a:rPr>
              <a:t>());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endParaRPr lang="en-US" sz="1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main();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C2AC1C0-F6D9-FEBA-FE4F-25CD44D870B6}"/>
              </a:ext>
            </a:extLst>
          </p:cNvPr>
          <p:cNvCxnSpPr>
            <a:cxnSpLocks/>
          </p:cNvCxnSpPr>
          <p:nvPr/>
        </p:nvCxnSpPr>
        <p:spPr>
          <a:xfrm flipH="1">
            <a:off x="5097978" y="4401568"/>
            <a:ext cx="215054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1EFDEE8-2576-A6DE-9132-5EE8ACC28B44}"/>
              </a:ext>
            </a:extLst>
          </p:cNvPr>
          <p:cNvSpPr txBox="1"/>
          <p:nvPr/>
        </p:nvSpPr>
        <p:spPr>
          <a:xfrm>
            <a:off x="7168183" y="2279714"/>
            <a:ext cx="4233242" cy="464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promise-based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Node.js ORM…</a:t>
            </a:r>
            <a:endParaRPr lang="en-US" dirty="0">
              <a:solidFill>
                <a:schemeClr val="accent4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5E4E92-309A-8FE5-6420-37C8C2D5FFA5}"/>
              </a:ext>
            </a:extLst>
          </p:cNvPr>
          <p:cNvCxnSpPr>
            <a:cxnSpLocks/>
          </p:cNvCxnSpPr>
          <p:nvPr/>
        </p:nvCxnSpPr>
        <p:spPr>
          <a:xfrm flipH="1">
            <a:off x="4686167" y="2673961"/>
            <a:ext cx="2482016" cy="105113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4AB6934-CC48-AE96-3014-A948E21679EB}"/>
              </a:ext>
            </a:extLst>
          </p:cNvPr>
          <p:cNvSpPr txBox="1"/>
          <p:nvPr/>
        </p:nvSpPr>
        <p:spPr>
          <a:xfrm>
            <a:off x="7323503" y="3614968"/>
            <a:ext cx="4233242" cy="87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work with relational databases using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dirty="0">
              <a:solidFill>
                <a:schemeClr val="accent4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05AA5A0-4491-AB98-4F21-234630288513}"/>
              </a:ext>
            </a:extLst>
          </p:cNvPr>
          <p:cNvCxnSpPr>
            <a:cxnSpLocks/>
          </p:cNvCxnSpPr>
          <p:nvPr/>
        </p:nvCxnSpPr>
        <p:spPr>
          <a:xfrm flipH="1" flipV="1">
            <a:off x="5228772" y="4909976"/>
            <a:ext cx="2171804" cy="70977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60A4948-586E-7DBB-7E79-83ADBBD3029E}"/>
              </a:ext>
            </a:extLst>
          </p:cNvPr>
          <p:cNvSpPr txBox="1"/>
          <p:nvPr/>
        </p:nvSpPr>
        <p:spPr>
          <a:xfrm>
            <a:off x="7400576" y="5247788"/>
            <a:ext cx="4233242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Run SQL queries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clean, object-oriented code</a:t>
            </a:r>
          </a:p>
        </p:txBody>
      </p:sp>
    </p:spTree>
    <p:extLst>
      <p:ext uri="{BB962C8B-B14F-4D97-AF65-F5344CB8AC3E}">
        <p14:creationId xmlns:p14="http://schemas.microsoft.com/office/powerpoint/2010/main" val="101643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1F39-9C52-E49F-CB12-F7CE0BE07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A0B3BC6E-0866-58C1-6A7E-8EA3EC670028}"/>
              </a:ext>
            </a:extLst>
          </p:cNvPr>
          <p:cNvSpPr txBox="1"/>
          <p:nvPr/>
        </p:nvSpPr>
        <p:spPr>
          <a:xfrm>
            <a:off x="1863203" y="434802"/>
            <a:ext cx="890294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Sequelize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let you write SQL queries in JavaScript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2" name="Google Shape;107;p2">
            <a:extLst>
              <a:ext uri="{FF2B5EF4-FFF2-40B4-BE49-F238E27FC236}">
                <a16:creationId xmlns:a16="http://schemas.microsoft.com/office/drawing/2014/main" id="{2468B714-73F2-DC83-52A4-5DC06586284F}"/>
              </a:ext>
            </a:extLst>
          </p:cNvPr>
          <p:cNvSpPr txBox="1"/>
          <p:nvPr/>
        </p:nvSpPr>
        <p:spPr>
          <a:xfrm>
            <a:off x="374831" y="159630"/>
            <a:ext cx="2095838" cy="369332"/>
          </a:xfrm>
          <a:prstGeom prst="rect">
            <a:avLst/>
          </a:prstGeom>
          <a:solidFill>
            <a:schemeClr val="accent4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ORM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Picture 2" descr="GitHub - sequelize/sequelize: Feature ...">
            <a:extLst>
              <a:ext uri="{FF2B5EF4-FFF2-40B4-BE49-F238E27FC236}">
                <a16:creationId xmlns:a16="http://schemas.microsoft.com/office/drawing/2014/main" id="{C8129FC0-9D3E-F2B5-7F50-27DA2B911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75500">
            <a:off x="10645120" y="258783"/>
            <a:ext cx="739182" cy="73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FF69B9-BE37-AC57-5CC0-C2D13AC51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337100"/>
              </p:ext>
            </p:extLst>
          </p:nvPr>
        </p:nvGraphicFramePr>
        <p:xfrm>
          <a:off x="600015" y="1889106"/>
          <a:ext cx="11347570" cy="45340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68731">
                  <a:extLst>
                    <a:ext uri="{9D8B030D-6E8A-4147-A177-3AD203B41FA5}">
                      <a16:colId xmlns:a16="http://schemas.microsoft.com/office/drawing/2014/main" val="2720637048"/>
                    </a:ext>
                  </a:extLst>
                </a:gridCol>
                <a:gridCol w="6078839">
                  <a:extLst>
                    <a:ext uri="{9D8B030D-6E8A-4147-A177-3AD203B41FA5}">
                      <a16:colId xmlns:a16="http://schemas.microsoft.com/office/drawing/2014/main" val="1601050935"/>
                    </a:ext>
                  </a:extLst>
                </a:gridCol>
              </a:tblGrid>
              <a:tr h="81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SQL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SEQUELIZE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18836"/>
                  </a:ext>
                </a:extLst>
              </a:tr>
              <a:tr h="818912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onsolas" panose="020B0609020204030204" pitchFamily="49" charset="0"/>
                        </a:rPr>
                        <a:t>SELECT * FROM users;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onsolas" panose="020B0609020204030204" pitchFamily="49" charset="0"/>
                        </a:rPr>
                        <a:t>const users = await 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User.findAll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();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3281375"/>
                  </a:ext>
                </a:extLst>
              </a:tr>
              <a:tr h="11727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onsolas" panose="020B0609020204030204" pitchFamily="49" charset="0"/>
                        </a:rPr>
                        <a:t>INSERT INTO users (username, email) VALUES ('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alice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', 'alice@example.com');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onsolas" panose="020B0609020204030204" pitchFamily="49" charset="0"/>
                        </a:rPr>
                        <a:t>await User.create({</a:t>
                      </a:r>
                    </a:p>
                    <a:p>
                      <a:pPr algn="l"/>
                      <a:r>
                        <a:rPr lang="en-US" sz="1600" dirty="0">
                          <a:latin typeface="Consolas" panose="020B0609020204030204" pitchFamily="49" charset="0"/>
                        </a:rPr>
                        <a:t>  username: '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alice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',</a:t>
                      </a:r>
                    </a:p>
                    <a:p>
                      <a:pPr algn="l"/>
                      <a:r>
                        <a:rPr lang="en-US" sz="1600" dirty="0">
                          <a:latin typeface="Consolas" panose="020B0609020204030204" pitchFamily="49" charset="0"/>
                        </a:rPr>
                        <a:t>  email: 'alice@example.com'</a:t>
                      </a:r>
                    </a:p>
                    <a:p>
                      <a:pPr algn="l"/>
                      <a:r>
                        <a:rPr lang="en-US" sz="1600" dirty="0">
                          <a:latin typeface="Consolas" panose="020B0609020204030204" pitchFamily="49" charset="0"/>
                        </a:rPr>
                        <a:t>});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3587864"/>
                  </a:ext>
                </a:extLst>
              </a:tr>
              <a:tr h="818912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onsolas" panose="020B0609020204030204" pitchFamily="49" charset="0"/>
                        </a:rPr>
                        <a:t>SELECT * FROM users WHERE id = 1;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onsolas" panose="020B0609020204030204" pitchFamily="49" charset="0"/>
                        </a:rPr>
                        <a:t>const user = await 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User.findOne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({ where: { id: 1 } });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465124"/>
                  </a:ext>
                </a:extLst>
              </a:tr>
              <a:tr h="904654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onsolas" panose="020B0609020204030204" pitchFamily="49" charset="0"/>
                        </a:rPr>
                        <a:t>SELECT * FROM users WHERE role = 'admin';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onsolas" panose="020B0609020204030204" pitchFamily="49" charset="0"/>
                        </a:rPr>
                        <a:t>const admins = await 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User.findAll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({</a:t>
                      </a:r>
                    </a:p>
                    <a:p>
                      <a:pPr algn="l"/>
                      <a:r>
                        <a:rPr lang="en-US" sz="1600" dirty="0">
                          <a:latin typeface="Consolas" panose="020B0609020204030204" pitchFamily="49" charset="0"/>
                        </a:rPr>
                        <a:t>  where: { role: 'admin' }</a:t>
                      </a:r>
                    </a:p>
                    <a:p>
                      <a:pPr algn="l"/>
                      <a:r>
                        <a:rPr lang="en-US" sz="1600" dirty="0">
                          <a:latin typeface="Consolas" panose="020B0609020204030204" pitchFamily="49" charset="0"/>
                        </a:rPr>
                        <a:t>});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727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95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632B7284-F98C-258C-9AA7-756E8B1242A7}"/>
              </a:ext>
            </a:extLst>
          </p:cNvPr>
          <p:cNvSpPr txBox="1"/>
          <p:nvPr/>
        </p:nvSpPr>
        <p:spPr>
          <a:xfrm>
            <a:off x="2611664" y="294513"/>
            <a:ext cx="696867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Sequelize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Concepts</a:t>
            </a:r>
            <a:endParaRPr lang="en-US" sz="3200" b="1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D17A7B-5669-678D-5985-E93F82BF33C9}"/>
              </a:ext>
            </a:extLst>
          </p:cNvPr>
          <p:cNvSpPr/>
          <p:nvPr/>
        </p:nvSpPr>
        <p:spPr>
          <a:xfrm>
            <a:off x="2196490" y="1456393"/>
            <a:ext cx="2525485" cy="9144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Models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35A8119-B6E4-CC5F-8266-6C8E2767A4D6}"/>
              </a:ext>
            </a:extLst>
          </p:cNvPr>
          <p:cNvCxnSpPr>
            <a:cxnSpLocks/>
          </p:cNvCxnSpPr>
          <p:nvPr/>
        </p:nvCxnSpPr>
        <p:spPr>
          <a:xfrm>
            <a:off x="4721975" y="1913593"/>
            <a:ext cx="205047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99C7A3B-14C7-0ABA-3E13-7E1CE7A06D50}"/>
              </a:ext>
            </a:extLst>
          </p:cNvPr>
          <p:cNvSpPr/>
          <p:nvPr/>
        </p:nvSpPr>
        <p:spPr>
          <a:xfrm>
            <a:off x="6772454" y="1456393"/>
            <a:ext cx="4352746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onsolas" panose="020B0609020204030204" pitchFamily="49" charset="0"/>
              </a:rPr>
              <a:t>User, Product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919EFF-8F9A-0CE5-EE51-52B5AF796AB6}"/>
              </a:ext>
            </a:extLst>
          </p:cNvPr>
          <p:cNvSpPr/>
          <p:nvPr/>
        </p:nvSpPr>
        <p:spPr>
          <a:xfrm>
            <a:off x="2196490" y="2719135"/>
            <a:ext cx="2525485" cy="9144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Instances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753712-0C03-AD4F-3CD8-09A2209BDD8C}"/>
              </a:ext>
            </a:extLst>
          </p:cNvPr>
          <p:cNvCxnSpPr>
            <a:cxnSpLocks/>
          </p:cNvCxnSpPr>
          <p:nvPr/>
        </p:nvCxnSpPr>
        <p:spPr>
          <a:xfrm>
            <a:off x="4721975" y="3176335"/>
            <a:ext cx="205047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D987193-837A-18DC-FF23-7D8F005F1548}"/>
              </a:ext>
            </a:extLst>
          </p:cNvPr>
          <p:cNvSpPr/>
          <p:nvPr/>
        </p:nvSpPr>
        <p:spPr>
          <a:xfrm>
            <a:off x="6772454" y="2719135"/>
            <a:ext cx="4352746" cy="914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onsolas" panose="020B0609020204030204" pitchFamily="49" charset="0"/>
              </a:rPr>
              <a:t>const </a:t>
            </a:r>
            <a:r>
              <a:rPr lang="en-US" sz="2000" dirty="0" err="1">
                <a:latin typeface="Consolas" panose="020B0609020204030204" pitchFamily="49" charset="0"/>
              </a:rPr>
              <a:t>ronan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User.build</a:t>
            </a:r>
            <a:r>
              <a:rPr lang="en-US" sz="2000" dirty="0"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63F333-6F0E-CF32-22F3-B2ABC668587E}"/>
              </a:ext>
            </a:extLst>
          </p:cNvPr>
          <p:cNvSpPr/>
          <p:nvPr/>
        </p:nvSpPr>
        <p:spPr>
          <a:xfrm>
            <a:off x="2196490" y="3981877"/>
            <a:ext cx="2525485" cy="9144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Queries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C8BD0F-2ED1-B861-C142-77868D39F335}"/>
              </a:ext>
            </a:extLst>
          </p:cNvPr>
          <p:cNvCxnSpPr>
            <a:cxnSpLocks/>
          </p:cNvCxnSpPr>
          <p:nvPr/>
        </p:nvCxnSpPr>
        <p:spPr>
          <a:xfrm>
            <a:off x="4721975" y="4439077"/>
            <a:ext cx="205047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ACB29B9-E8E5-1475-B736-C3B0B3B42EB4}"/>
              </a:ext>
            </a:extLst>
          </p:cNvPr>
          <p:cNvSpPr/>
          <p:nvPr/>
        </p:nvSpPr>
        <p:spPr>
          <a:xfrm>
            <a:off x="6772454" y="3981877"/>
            <a:ext cx="4352746" cy="914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latin typeface="Consolas" panose="020B0609020204030204" pitchFamily="49" charset="0"/>
              </a:rPr>
              <a:t>User.findAll</a:t>
            </a:r>
            <a:r>
              <a:rPr lang="en-US" sz="2000" dirty="0"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590EFB-57CE-816E-8EBF-105E1CC665B0}"/>
              </a:ext>
            </a:extLst>
          </p:cNvPr>
          <p:cNvSpPr/>
          <p:nvPr/>
        </p:nvSpPr>
        <p:spPr>
          <a:xfrm>
            <a:off x="2196490" y="5244619"/>
            <a:ext cx="2525485" cy="914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Associations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53750D-04D4-6E96-7F55-741C2D3F4D3D}"/>
              </a:ext>
            </a:extLst>
          </p:cNvPr>
          <p:cNvCxnSpPr>
            <a:cxnSpLocks/>
          </p:cNvCxnSpPr>
          <p:nvPr/>
        </p:nvCxnSpPr>
        <p:spPr>
          <a:xfrm>
            <a:off x="4721975" y="5701819"/>
            <a:ext cx="205047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02E6428-73A6-9181-129B-AF20CBB5F690}"/>
              </a:ext>
            </a:extLst>
          </p:cNvPr>
          <p:cNvSpPr/>
          <p:nvPr/>
        </p:nvSpPr>
        <p:spPr>
          <a:xfrm>
            <a:off x="6772454" y="5244619"/>
            <a:ext cx="4352746" cy="914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latin typeface="Consolas" panose="020B0609020204030204" pitchFamily="49" charset="0"/>
              </a:rPr>
              <a:t>User.hasMany</a:t>
            </a:r>
            <a:r>
              <a:rPr lang="en-US" sz="2000" dirty="0">
                <a:latin typeface="Consolas" panose="020B0609020204030204" pitchFamily="49" charset="0"/>
              </a:rPr>
              <a:t>(Product);</a:t>
            </a:r>
          </a:p>
        </p:txBody>
      </p:sp>
      <p:sp>
        <p:nvSpPr>
          <p:cNvPr id="18" name="Google Shape;107;p2">
            <a:extLst>
              <a:ext uri="{FF2B5EF4-FFF2-40B4-BE49-F238E27FC236}">
                <a16:creationId xmlns:a16="http://schemas.microsoft.com/office/drawing/2014/main" id="{1C9590B6-A66B-E526-782A-7D91E337F9AE}"/>
              </a:ext>
            </a:extLst>
          </p:cNvPr>
          <p:cNvSpPr txBox="1"/>
          <p:nvPr/>
        </p:nvSpPr>
        <p:spPr>
          <a:xfrm>
            <a:off x="374831" y="159630"/>
            <a:ext cx="2095838" cy="369332"/>
          </a:xfrm>
          <a:prstGeom prst="rect">
            <a:avLst/>
          </a:prstGeom>
          <a:solidFill>
            <a:schemeClr val="accent4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ORM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383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631B7-6D99-A5D6-E8B0-758A821C8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1;p2">
            <a:extLst>
              <a:ext uri="{FF2B5EF4-FFF2-40B4-BE49-F238E27FC236}">
                <a16:creationId xmlns:a16="http://schemas.microsoft.com/office/drawing/2014/main" id="{1647003C-C02C-5D0F-89C3-49B650A2F2F0}"/>
              </a:ext>
            </a:extLst>
          </p:cNvPr>
          <p:cNvSpPr txBox="1"/>
          <p:nvPr/>
        </p:nvSpPr>
        <p:spPr>
          <a:xfrm>
            <a:off x="2204389" y="183972"/>
            <a:ext cx="691558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Let’s </a:t>
            </a:r>
            <a:r>
              <a:rPr lang="en-US" sz="40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</a:t>
            </a:r>
            <a:endParaRPr lang="en-US" sz="4000" b="1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4E1A7D-2456-19C5-9048-ADABA0E85CBB}"/>
              </a:ext>
            </a:extLst>
          </p:cNvPr>
          <p:cNvSpPr/>
          <p:nvPr/>
        </p:nvSpPr>
        <p:spPr>
          <a:xfrm>
            <a:off x="1422401" y="1776661"/>
            <a:ext cx="8256078" cy="4026417"/>
          </a:xfrm>
          <a:custGeom>
            <a:avLst/>
            <a:gdLst>
              <a:gd name="connsiteX0" fmla="*/ 0 w 8256078"/>
              <a:gd name="connsiteY0" fmla="*/ 671083 h 4026417"/>
              <a:gd name="connsiteX1" fmla="*/ 671083 w 8256078"/>
              <a:gd name="connsiteY1" fmla="*/ 0 h 4026417"/>
              <a:gd name="connsiteX2" fmla="*/ 1385521 w 8256078"/>
              <a:gd name="connsiteY2" fmla="*/ 0 h 4026417"/>
              <a:gd name="connsiteX3" fmla="*/ 1892541 w 8256078"/>
              <a:gd name="connsiteY3" fmla="*/ 0 h 4026417"/>
              <a:gd name="connsiteX4" fmla="*/ 2330422 w 8256078"/>
              <a:gd name="connsiteY4" fmla="*/ 0 h 4026417"/>
              <a:gd name="connsiteX5" fmla="*/ 2975720 w 8256078"/>
              <a:gd name="connsiteY5" fmla="*/ 0 h 4026417"/>
              <a:gd name="connsiteX6" fmla="*/ 3482741 w 8256078"/>
              <a:gd name="connsiteY6" fmla="*/ 0 h 4026417"/>
              <a:gd name="connsiteX7" fmla="*/ 4197178 w 8256078"/>
              <a:gd name="connsiteY7" fmla="*/ 0 h 4026417"/>
              <a:gd name="connsiteX8" fmla="*/ 4635059 w 8256078"/>
              <a:gd name="connsiteY8" fmla="*/ 0 h 4026417"/>
              <a:gd name="connsiteX9" fmla="*/ 5349497 w 8256078"/>
              <a:gd name="connsiteY9" fmla="*/ 0 h 4026417"/>
              <a:gd name="connsiteX10" fmla="*/ 5718239 w 8256078"/>
              <a:gd name="connsiteY10" fmla="*/ 0 h 4026417"/>
              <a:gd name="connsiteX11" fmla="*/ 6294398 w 8256078"/>
              <a:gd name="connsiteY11" fmla="*/ 0 h 4026417"/>
              <a:gd name="connsiteX12" fmla="*/ 6870557 w 8256078"/>
              <a:gd name="connsiteY12" fmla="*/ 0 h 4026417"/>
              <a:gd name="connsiteX13" fmla="*/ 7584995 w 8256078"/>
              <a:gd name="connsiteY13" fmla="*/ 0 h 4026417"/>
              <a:gd name="connsiteX14" fmla="*/ 8256078 w 8256078"/>
              <a:gd name="connsiteY14" fmla="*/ 671083 h 4026417"/>
              <a:gd name="connsiteX15" fmla="*/ 8256078 w 8256078"/>
              <a:gd name="connsiteY15" fmla="*/ 1207933 h 4026417"/>
              <a:gd name="connsiteX16" fmla="*/ 8256078 w 8256078"/>
              <a:gd name="connsiteY16" fmla="*/ 1744783 h 4026417"/>
              <a:gd name="connsiteX17" fmla="*/ 8256078 w 8256078"/>
              <a:gd name="connsiteY17" fmla="*/ 2335319 h 4026417"/>
              <a:gd name="connsiteX18" fmla="*/ 8256078 w 8256078"/>
              <a:gd name="connsiteY18" fmla="*/ 2872169 h 4026417"/>
              <a:gd name="connsiteX19" fmla="*/ 8256078 w 8256078"/>
              <a:gd name="connsiteY19" fmla="*/ 3355334 h 4026417"/>
              <a:gd name="connsiteX20" fmla="*/ 7584995 w 8256078"/>
              <a:gd name="connsiteY20" fmla="*/ 4026417 h 4026417"/>
              <a:gd name="connsiteX21" fmla="*/ 6939697 w 8256078"/>
              <a:gd name="connsiteY21" fmla="*/ 4026417 h 4026417"/>
              <a:gd name="connsiteX22" fmla="*/ 6501815 w 8256078"/>
              <a:gd name="connsiteY22" fmla="*/ 4026417 h 4026417"/>
              <a:gd name="connsiteX23" fmla="*/ 5925656 w 8256078"/>
              <a:gd name="connsiteY23" fmla="*/ 4026417 h 4026417"/>
              <a:gd name="connsiteX24" fmla="*/ 5556914 w 8256078"/>
              <a:gd name="connsiteY24" fmla="*/ 4026417 h 4026417"/>
              <a:gd name="connsiteX25" fmla="*/ 5188172 w 8256078"/>
              <a:gd name="connsiteY25" fmla="*/ 4026417 h 4026417"/>
              <a:gd name="connsiteX26" fmla="*/ 4612013 w 8256078"/>
              <a:gd name="connsiteY26" fmla="*/ 4026417 h 4026417"/>
              <a:gd name="connsiteX27" fmla="*/ 4174132 w 8256078"/>
              <a:gd name="connsiteY27" fmla="*/ 4026417 h 4026417"/>
              <a:gd name="connsiteX28" fmla="*/ 3528833 w 8256078"/>
              <a:gd name="connsiteY28" fmla="*/ 4026417 h 4026417"/>
              <a:gd name="connsiteX29" fmla="*/ 3090952 w 8256078"/>
              <a:gd name="connsiteY29" fmla="*/ 4026417 h 4026417"/>
              <a:gd name="connsiteX30" fmla="*/ 2445654 w 8256078"/>
              <a:gd name="connsiteY30" fmla="*/ 4026417 h 4026417"/>
              <a:gd name="connsiteX31" fmla="*/ 2076912 w 8256078"/>
              <a:gd name="connsiteY31" fmla="*/ 4026417 h 4026417"/>
              <a:gd name="connsiteX32" fmla="*/ 1431613 w 8256078"/>
              <a:gd name="connsiteY32" fmla="*/ 4026417 h 4026417"/>
              <a:gd name="connsiteX33" fmla="*/ 671083 w 8256078"/>
              <a:gd name="connsiteY33" fmla="*/ 4026417 h 4026417"/>
              <a:gd name="connsiteX34" fmla="*/ 0 w 8256078"/>
              <a:gd name="connsiteY34" fmla="*/ 3355334 h 4026417"/>
              <a:gd name="connsiteX35" fmla="*/ 0 w 8256078"/>
              <a:gd name="connsiteY35" fmla="*/ 2764799 h 4026417"/>
              <a:gd name="connsiteX36" fmla="*/ 0 w 8256078"/>
              <a:gd name="connsiteY36" fmla="*/ 2281634 h 4026417"/>
              <a:gd name="connsiteX37" fmla="*/ 0 w 8256078"/>
              <a:gd name="connsiteY37" fmla="*/ 1825311 h 4026417"/>
              <a:gd name="connsiteX38" fmla="*/ 0 w 8256078"/>
              <a:gd name="connsiteY38" fmla="*/ 1342146 h 4026417"/>
              <a:gd name="connsiteX39" fmla="*/ 0 w 8256078"/>
              <a:gd name="connsiteY39" fmla="*/ 671083 h 4026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8256078" h="4026417" extrusionOk="0">
                <a:moveTo>
                  <a:pt x="0" y="671083"/>
                </a:moveTo>
                <a:cubicBezTo>
                  <a:pt x="-10991" y="293675"/>
                  <a:pt x="242648" y="21696"/>
                  <a:pt x="671083" y="0"/>
                </a:cubicBezTo>
                <a:cubicBezTo>
                  <a:pt x="1014430" y="-47317"/>
                  <a:pt x="1174672" y="67308"/>
                  <a:pt x="1385521" y="0"/>
                </a:cubicBezTo>
                <a:cubicBezTo>
                  <a:pt x="1596370" y="-67308"/>
                  <a:pt x="1723319" y="25342"/>
                  <a:pt x="1892541" y="0"/>
                </a:cubicBezTo>
                <a:cubicBezTo>
                  <a:pt x="2061763" y="-25342"/>
                  <a:pt x="2160705" y="18225"/>
                  <a:pt x="2330422" y="0"/>
                </a:cubicBezTo>
                <a:cubicBezTo>
                  <a:pt x="2500139" y="-18225"/>
                  <a:pt x="2811078" y="52670"/>
                  <a:pt x="2975720" y="0"/>
                </a:cubicBezTo>
                <a:cubicBezTo>
                  <a:pt x="3140362" y="-52670"/>
                  <a:pt x="3327326" y="15178"/>
                  <a:pt x="3482741" y="0"/>
                </a:cubicBezTo>
                <a:cubicBezTo>
                  <a:pt x="3638156" y="-15178"/>
                  <a:pt x="4033964" y="82924"/>
                  <a:pt x="4197178" y="0"/>
                </a:cubicBezTo>
                <a:cubicBezTo>
                  <a:pt x="4360392" y="-82924"/>
                  <a:pt x="4517970" y="31476"/>
                  <a:pt x="4635059" y="0"/>
                </a:cubicBezTo>
                <a:cubicBezTo>
                  <a:pt x="4752148" y="-31476"/>
                  <a:pt x="5059743" y="20476"/>
                  <a:pt x="5349497" y="0"/>
                </a:cubicBezTo>
                <a:cubicBezTo>
                  <a:pt x="5639251" y="-20476"/>
                  <a:pt x="5534560" y="12257"/>
                  <a:pt x="5718239" y="0"/>
                </a:cubicBezTo>
                <a:cubicBezTo>
                  <a:pt x="5901918" y="-12257"/>
                  <a:pt x="6085012" y="34353"/>
                  <a:pt x="6294398" y="0"/>
                </a:cubicBezTo>
                <a:cubicBezTo>
                  <a:pt x="6503784" y="-34353"/>
                  <a:pt x="6603821" y="59996"/>
                  <a:pt x="6870557" y="0"/>
                </a:cubicBezTo>
                <a:cubicBezTo>
                  <a:pt x="7137293" y="-59996"/>
                  <a:pt x="7337921" y="76284"/>
                  <a:pt x="7584995" y="0"/>
                </a:cubicBezTo>
                <a:cubicBezTo>
                  <a:pt x="7990875" y="43180"/>
                  <a:pt x="8269386" y="288802"/>
                  <a:pt x="8256078" y="671083"/>
                </a:cubicBezTo>
                <a:cubicBezTo>
                  <a:pt x="8316053" y="922030"/>
                  <a:pt x="8235439" y="1016513"/>
                  <a:pt x="8256078" y="1207933"/>
                </a:cubicBezTo>
                <a:cubicBezTo>
                  <a:pt x="8276717" y="1399353"/>
                  <a:pt x="8219817" y="1544294"/>
                  <a:pt x="8256078" y="1744783"/>
                </a:cubicBezTo>
                <a:cubicBezTo>
                  <a:pt x="8292339" y="1945272"/>
                  <a:pt x="8222861" y="2212546"/>
                  <a:pt x="8256078" y="2335319"/>
                </a:cubicBezTo>
                <a:cubicBezTo>
                  <a:pt x="8289295" y="2458092"/>
                  <a:pt x="8235720" y="2721656"/>
                  <a:pt x="8256078" y="2872169"/>
                </a:cubicBezTo>
                <a:cubicBezTo>
                  <a:pt x="8276436" y="3022682"/>
                  <a:pt x="8241052" y="3153715"/>
                  <a:pt x="8256078" y="3355334"/>
                </a:cubicBezTo>
                <a:cubicBezTo>
                  <a:pt x="8160935" y="3729880"/>
                  <a:pt x="7962912" y="4013279"/>
                  <a:pt x="7584995" y="4026417"/>
                </a:cubicBezTo>
                <a:cubicBezTo>
                  <a:pt x="7280342" y="4077418"/>
                  <a:pt x="7089400" y="3961773"/>
                  <a:pt x="6939697" y="4026417"/>
                </a:cubicBezTo>
                <a:cubicBezTo>
                  <a:pt x="6789994" y="4091061"/>
                  <a:pt x="6600963" y="3995014"/>
                  <a:pt x="6501815" y="4026417"/>
                </a:cubicBezTo>
                <a:cubicBezTo>
                  <a:pt x="6402667" y="4057820"/>
                  <a:pt x="6059219" y="3991517"/>
                  <a:pt x="5925656" y="4026417"/>
                </a:cubicBezTo>
                <a:cubicBezTo>
                  <a:pt x="5792093" y="4061317"/>
                  <a:pt x="5650990" y="4017294"/>
                  <a:pt x="5556914" y="4026417"/>
                </a:cubicBezTo>
                <a:cubicBezTo>
                  <a:pt x="5462838" y="4035540"/>
                  <a:pt x="5302832" y="4017692"/>
                  <a:pt x="5188172" y="4026417"/>
                </a:cubicBezTo>
                <a:cubicBezTo>
                  <a:pt x="5073512" y="4035142"/>
                  <a:pt x="4751722" y="3972880"/>
                  <a:pt x="4612013" y="4026417"/>
                </a:cubicBezTo>
                <a:cubicBezTo>
                  <a:pt x="4472304" y="4079954"/>
                  <a:pt x="4320976" y="4024353"/>
                  <a:pt x="4174132" y="4026417"/>
                </a:cubicBezTo>
                <a:cubicBezTo>
                  <a:pt x="4027288" y="4028481"/>
                  <a:pt x="3715149" y="3963303"/>
                  <a:pt x="3528833" y="4026417"/>
                </a:cubicBezTo>
                <a:cubicBezTo>
                  <a:pt x="3342517" y="4089531"/>
                  <a:pt x="3259583" y="3976629"/>
                  <a:pt x="3090952" y="4026417"/>
                </a:cubicBezTo>
                <a:cubicBezTo>
                  <a:pt x="2922321" y="4076205"/>
                  <a:pt x="2647170" y="3998051"/>
                  <a:pt x="2445654" y="4026417"/>
                </a:cubicBezTo>
                <a:cubicBezTo>
                  <a:pt x="2244138" y="4054783"/>
                  <a:pt x="2254392" y="4023260"/>
                  <a:pt x="2076912" y="4026417"/>
                </a:cubicBezTo>
                <a:cubicBezTo>
                  <a:pt x="1899432" y="4029574"/>
                  <a:pt x="1693226" y="3985832"/>
                  <a:pt x="1431613" y="4026417"/>
                </a:cubicBezTo>
                <a:cubicBezTo>
                  <a:pt x="1170000" y="4067002"/>
                  <a:pt x="897644" y="3935891"/>
                  <a:pt x="671083" y="4026417"/>
                </a:cubicBezTo>
                <a:cubicBezTo>
                  <a:pt x="225701" y="4068333"/>
                  <a:pt x="4782" y="3738920"/>
                  <a:pt x="0" y="3355334"/>
                </a:cubicBezTo>
                <a:cubicBezTo>
                  <a:pt x="-52360" y="3149409"/>
                  <a:pt x="55926" y="3024877"/>
                  <a:pt x="0" y="2764799"/>
                </a:cubicBezTo>
                <a:cubicBezTo>
                  <a:pt x="-55926" y="2504722"/>
                  <a:pt x="7265" y="2509120"/>
                  <a:pt x="0" y="2281634"/>
                </a:cubicBezTo>
                <a:cubicBezTo>
                  <a:pt x="-7265" y="2054148"/>
                  <a:pt x="49335" y="1925337"/>
                  <a:pt x="0" y="1825311"/>
                </a:cubicBezTo>
                <a:cubicBezTo>
                  <a:pt x="-49335" y="1725285"/>
                  <a:pt x="23409" y="1503754"/>
                  <a:pt x="0" y="1342146"/>
                </a:cubicBezTo>
                <a:cubicBezTo>
                  <a:pt x="-23409" y="1180538"/>
                  <a:pt x="68137" y="841916"/>
                  <a:pt x="0" y="671083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D4F277-3B5A-7BC3-83C1-D3E2CDB3B30B}"/>
              </a:ext>
            </a:extLst>
          </p:cNvPr>
          <p:cNvSpPr txBox="1"/>
          <p:nvPr/>
        </p:nvSpPr>
        <p:spPr>
          <a:xfrm>
            <a:off x="4691070" y="1940509"/>
            <a:ext cx="1718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  BACK 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D3C568-A748-1AA2-E86C-F258655FAB93}"/>
              </a:ext>
            </a:extLst>
          </p:cNvPr>
          <p:cNvSpPr/>
          <p:nvPr/>
        </p:nvSpPr>
        <p:spPr>
          <a:xfrm>
            <a:off x="1736159" y="2913721"/>
            <a:ext cx="1758950" cy="22865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Router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E3817C-D033-93A7-8475-E02D2E4E54AD}"/>
              </a:ext>
            </a:extLst>
          </p:cNvPr>
          <p:cNvSpPr/>
          <p:nvPr/>
        </p:nvSpPr>
        <p:spPr>
          <a:xfrm>
            <a:off x="3704659" y="2913721"/>
            <a:ext cx="1758950" cy="22865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Controller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4945F5-4E3C-EADF-3747-08D7DC929AA6}"/>
              </a:ext>
            </a:extLst>
          </p:cNvPr>
          <p:cNvSpPr/>
          <p:nvPr/>
        </p:nvSpPr>
        <p:spPr>
          <a:xfrm>
            <a:off x="5662183" y="2913720"/>
            <a:ext cx="1758950" cy="2286563"/>
          </a:xfrm>
          <a:prstGeom prst="rect">
            <a:avLst/>
          </a:prstGeom>
          <a:solidFill>
            <a:schemeClr val="accent4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Model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3A34219C-23D7-7419-61C8-23568B13B0E4}"/>
              </a:ext>
            </a:extLst>
          </p:cNvPr>
          <p:cNvSpPr/>
          <p:nvPr/>
        </p:nvSpPr>
        <p:spPr>
          <a:xfrm>
            <a:off x="10477500" y="3299403"/>
            <a:ext cx="1193800" cy="1587754"/>
          </a:xfrm>
          <a:prstGeom prst="can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FEABD6-5A81-B8D3-A82E-16EA03FD70A5}"/>
              </a:ext>
            </a:extLst>
          </p:cNvPr>
          <p:cNvSpPr txBox="1"/>
          <p:nvPr/>
        </p:nvSpPr>
        <p:spPr>
          <a:xfrm>
            <a:off x="10302205" y="4904763"/>
            <a:ext cx="11887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MySQL</a:t>
            </a:r>
          </a:p>
          <a:p>
            <a:pPr algn="ctr"/>
            <a:r>
              <a:rPr lang="en-US" b="1" dirty="0"/>
              <a:t>Database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E9395B-3002-A3BA-4743-526FFD339850}"/>
              </a:ext>
            </a:extLst>
          </p:cNvPr>
          <p:cNvCxnSpPr>
            <a:cxnSpLocks/>
          </p:cNvCxnSpPr>
          <p:nvPr/>
        </p:nvCxnSpPr>
        <p:spPr>
          <a:xfrm flipH="1">
            <a:off x="9378657" y="3872406"/>
            <a:ext cx="1098843" cy="0"/>
          </a:xfrm>
          <a:prstGeom prst="straightConnector1">
            <a:avLst/>
          </a:prstGeom>
          <a:ln w="76200">
            <a:solidFill>
              <a:schemeClr val="accent4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3B7C581-0F22-4C55-A223-62787266C114}"/>
              </a:ext>
            </a:extLst>
          </p:cNvPr>
          <p:cNvSpPr/>
          <p:nvPr/>
        </p:nvSpPr>
        <p:spPr>
          <a:xfrm>
            <a:off x="7619707" y="2913720"/>
            <a:ext cx="1758950" cy="228656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2" name="Picture 2" descr="GitHub - sequelize/sequelize: Feature ...">
            <a:extLst>
              <a:ext uri="{FF2B5EF4-FFF2-40B4-BE49-F238E27FC236}">
                <a16:creationId xmlns:a16="http://schemas.microsoft.com/office/drawing/2014/main" id="{75AC3ECF-57DB-9030-EF08-237985206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75500">
            <a:off x="8077808" y="4170046"/>
            <a:ext cx="842745" cy="842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7C12570-1220-276B-2E81-DA1907EE4B77}"/>
              </a:ext>
            </a:extLst>
          </p:cNvPr>
          <p:cNvSpPr txBox="1"/>
          <p:nvPr/>
        </p:nvSpPr>
        <p:spPr>
          <a:xfrm>
            <a:off x="7762377" y="3595336"/>
            <a:ext cx="1473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F9ED5"/>
                </a:solidFill>
              </a:rPr>
              <a:t>Sequelize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1069AE-2CF0-A083-848D-48B81089345F}"/>
              </a:ext>
            </a:extLst>
          </p:cNvPr>
          <p:cNvSpPr txBox="1"/>
          <p:nvPr/>
        </p:nvSpPr>
        <p:spPr>
          <a:xfrm>
            <a:off x="2223168" y="878703"/>
            <a:ext cx="86734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/>
              <a:t>Let s connect the back end to the database using </a:t>
            </a:r>
            <a:r>
              <a:rPr lang="en-US" sz="2000" b="1" i="1" dirty="0">
                <a:solidFill>
                  <a:srgbClr val="0F9ED5"/>
                </a:solidFill>
              </a:rPr>
              <a:t>Sequelize</a:t>
            </a:r>
          </a:p>
        </p:txBody>
      </p:sp>
      <p:sp>
        <p:nvSpPr>
          <p:cNvPr id="24" name="Google Shape;107;p2">
            <a:extLst>
              <a:ext uri="{FF2B5EF4-FFF2-40B4-BE49-F238E27FC236}">
                <a16:creationId xmlns:a16="http://schemas.microsoft.com/office/drawing/2014/main" id="{2B9F66D0-E07C-83A8-9510-A65845FEF7CC}"/>
              </a:ext>
            </a:extLst>
          </p:cNvPr>
          <p:cNvSpPr txBox="1"/>
          <p:nvPr/>
        </p:nvSpPr>
        <p:spPr>
          <a:xfrm>
            <a:off x="374831" y="159630"/>
            <a:ext cx="2095838" cy="369332"/>
          </a:xfrm>
          <a:prstGeom prst="rect">
            <a:avLst/>
          </a:prstGeom>
          <a:solidFill>
            <a:schemeClr val="accent4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ORM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8720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07F8C-DB43-1AEA-C955-1C51663B5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50E0D504-EDE4-FDE1-18EC-254DDA738E96}"/>
              </a:ext>
            </a:extLst>
          </p:cNvPr>
          <p:cNvSpPr txBox="1"/>
          <p:nvPr/>
        </p:nvSpPr>
        <p:spPr>
          <a:xfrm>
            <a:off x="3204886" y="1221809"/>
            <a:ext cx="4216400" cy="5170606"/>
          </a:xfrm>
          <a:custGeom>
            <a:avLst/>
            <a:gdLst>
              <a:gd name="connsiteX0" fmla="*/ 0 w 4216400"/>
              <a:gd name="connsiteY0" fmla="*/ 0 h 5170606"/>
              <a:gd name="connsiteX1" fmla="*/ 611378 w 4216400"/>
              <a:gd name="connsiteY1" fmla="*/ 0 h 5170606"/>
              <a:gd name="connsiteX2" fmla="*/ 1054100 w 4216400"/>
              <a:gd name="connsiteY2" fmla="*/ 0 h 5170606"/>
              <a:gd name="connsiteX3" fmla="*/ 1623314 w 4216400"/>
              <a:gd name="connsiteY3" fmla="*/ 0 h 5170606"/>
              <a:gd name="connsiteX4" fmla="*/ 2192528 w 4216400"/>
              <a:gd name="connsiteY4" fmla="*/ 0 h 5170606"/>
              <a:gd name="connsiteX5" fmla="*/ 2803906 w 4216400"/>
              <a:gd name="connsiteY5" fmla="*/ 0 h 5170606"/>
              <a:gd name="connsiteX6" fmla="*/ 3246628 w 4216400"/>
              <a:gd name="connsiteY6" fmla="*/ 0 h 5170606"/>
              <a:gd name="connsiteX7" fmla="*/ 4216400 w 4216400"/>
              <a:gd name="connsiteY7" fmla="*/ 0 h 5170606"/>
              <a:gd name="connsiteX8" fmla="*/ 4216400 w 4216400"/>
              <a:gd name="connsiteY8" fmla="*/ 522806 h 5170606"/>
              <a:gd name="connsiteX9" fmla="*/ 4216400 w 4216400"/>
              <a:gd name="connsiteY9" fmla="*/ 1200730 h 5170606"/>
              <a:gd name="connsiteX10" fmla="*/ 4216400 w 4216400"/>
              <a:gd name="connsiteY10" fmla="*/ 1775241 h 5170606"/>
              <a:gd name="connsiteX11" fmla="*/ 4216400 w 4216400"/>
              <a:gd name="connsiteY11" fmla="*/ 2453165 h 5170606"/>
              <a:gd name="connsiteX12" fmla="*/ 4216400 w 4216400"/>
              <a:gd name="connsiteY12" fmla="*/ 2924265 h 5170606"/>
              <a:gd name="connsiteX13" fmla="*/ 4216400 w 4216400"/>
              <a:gd name="connsiteY13" fmla="*/ 3498777 h 5170606"/>
              <a:gd name="connsiteX14" fmla="*/ 4216400 w 4216400"/>
              <a:gd name="connsiteY14" fmla="*/ 4124995 h 5170606"/>
              <a:gd name="connsiteX15" fmla="*/ 4216400 w 4216400"/>
              <a:gd name="connsiteY15" fmla="*/ 4647800 h 5170606"/>
              <a:gd name="connsiteX16" fmla="*/ 4216400 w 4216400"/>
              <a:gd name="connsiteY16" fmla="*/ 5170606 h 5170606"/>
              <a:gd name="connsiteX17" fmla="*/ 3773678 w 4216400"/>
              <a:gd name="connsiteY17" fmla="*/ 5170606 h 5170606"/>
              <a:gd name="connsiteX18" fmla="*/ 3330956 w 4216400"/>
              <a:gd name="connsiteY18" fmla="*/ 5170606 h 5170606"/>
              <a:gd name="connsiteX19" fmla="*/ 2719578 w 4216400"/>
              <a:gd name="connsiteY19" fmla="*/ 5170606 h 5170606"/>
              <a:gd name="connsiteX20" fmla="*/ 2150364 w 4216400"/>
              <a:gd name="connsiteY20" fmla="*/ 5170606 h 5170606"/>
              <a:gd name="connsiteX21" fmla="*/ 1581150 w 4216400"/>
              <a:gd name="connsiteY21" fmla="*/ 5170606 h 5170606"/>
              <a:gd name="connsiteX22" fmla="*/ 1138428 w 4216400"/>
              <a:gd name="connsiteY22" fmla="*/ 5170606 h 5170606"/>
              <a:gd name="connsiteX23" fmla="*/ 695706 w 4216400"/>
              <a:gd name="connsiteY23" fmla="*/ 5170606 h 5170606"/>
              <a:gd name="connsiteX24" fmla="*/ 0 w 4216400"/>
              <a:gd name="connsiteY24" fmla="*/ 5170606 h 5170606"/>
              <a:gd name="connsiteX25" fmla="*/ 0 w 4216400"/>
              <a:gd name="connsiteY25" fmla="*/ 4596094 h 5170606"/>
              <a:gd name="connsiteX26" fmla="*/ 0 w 4216400"/>
              <a:gd name="connsiteY26" fmla="*/ 4021582 h 5170606"/>
              <a:gd name="connsiteX27" fmla="*/ 0 w 4216400"/>
              <a:gd name="connsiteY27" fmla="*/ 3550483 h 5170606"/>
              <a:gd name="connsiteX28" fmla="*/ 0 w 4216400"/>
              <a:gd name="connsiteY28" fmla="*/ 3131089 h 5170606"/>
              <a:gd name="connsiteX29" fmla="*/ 0 w 4216400"/>
              <a:gd name="connsiteY29" fmla="*/ 2659990 h 5170606"/>
              <a:gd name="connsiteX30" fmla="*/ 0 w 4216400"/>
              <a:gd name="connsiteY30" fmla="*/ 2085478 h 5170606"/>
              <a:gd name="connsiteX31" fmla="*/ 0 w 4216400"/>
              <a:gd name="connsiteY31" fmla="*/ 1510966 h 5170606"/>
              <a:gd name="connsiteX32" fmla="*/ 0 w 4216400"/>
              <a:gd name="connsiteY32" fmla="*/ 988160 h 5170606"/>
              <a:gd name="connsiteX33" fmla="*/ 0 w 4216400"/>
              <a:gd name="connsiteY33" fmla="*/ 0 h 517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216400" h="5170606" extrusionOk="0">
                <a:moveTo>
                  <a:pt x="0" y="0"/>
                </a:moveTo>
                <a:cubicBezTo>
                  <a:pt x="213668" y="-2225"/>
                  <a:pt x="397356" y="10109"/>
                  <a:pt x="611378" y="0"/>
                </a:cubicBezTo>
                <a:cubicBezTo>
                  <a:pt x="825400" y="-10109"/>
                  <a:pt x="924245" y="11153"/>
                  <a:pt x="1054100" y="0"/>
                </a:cubicBezTo>
                <a:cubicBezTo>
                  <a:pt x="1183955" y="-11153"/>
                  <a:pt x="1370867" y="63153"/>
                  <a:pt x="1623314" y="0"/>
                </a:cubicBezTo>
                <a:cubicBezTo>
                  <a:pt x="1875761" y="-63153"/>
                  <a:pt x="1976831" y="63389"/>
                  <a:pt x="2192528" y="0"/>
                </a:cubicBezTo>
                <a:cubicBezTo>
                  <a:pt x="2408225" y="-63389"/>
                  <a:pt x="2604023" y="31073"/>
                  <a:pt x="2803906" y="0"/>
                </a:cubicBezTo>
                <a:cubicBezTo>
                  <a:pt x="3003789" y="-31073"/>
                  <a:pt x="3032762" y="20890"/>
                  <a:pt x="3246628" y="0"/>
                </a:cubicBezTo>
                <a:cubicBezTo>
                  <a:pt x="3460494" y="-20890"/>
                  <a:pt x="3850017" y="40284"/>
                  <a:pt x="4216400" y="0"/>
                </a:cubicBezTo>
                <a:cubicBezTo>
                  <a:pt x="4270592" y="192753"/>
                  <a:pt x="4194373" y="383180"/>
                  <a:pt x="4216400" y="522806"/>
                </a:cubicBezTo>
                <a:cubicBezTo>
                  <a:pt x="4238427" y="662432"/>
                  <a:pt x="4182140" y="905210"/>
                  <a:pt x="4216400" y="1200730"/>
                </a:cubicBezTo>
                <a:cubicBezTo>
                  <a:pt x="4250660" y="1496250"/>
                  <a:pt x="4202685" y="1651853"/>
                  <a:pt x="4216400" y="1775241"/>
                </a:cubicBezTo>
                <a:cubicBezTo>
                  <a:pt x="4230115" y="1898629"/>
                  <a:pt x="4202994" y="2259792"/>
                  <a:pt x="4216400" y="2453165"/>
                </a:cubicBezTo>
                <a:cubicBezTo>
                  <a:pt x="4229806" y="2646538"/>
                  <a:pt x="4181394" y="2768872"/>
                  <a:pt x="4216400" y="2924265"/>
                </a:cubicBezTo>
                <a:cubicBezTo>
                  <a:pt x="4251406" y="3079658"/>
                  <a:pt x="4160921" y="3272049"/>
                  <a:pt x="4216400" y="3498777"/>
                </a:cubicBezTo>
                <a:cubicBezTo>
                  <a:pt x="4271879" y="3725505"/>
                  <a:pt x="4149229" y="3863666"/>
                  <a:pt x="4216400" y="4124995"/>
                </a:cubicBezTo>
                <a:cubicBezTo>
                  <a:pt x="4283571" y="4386324"/>
                  <a:pt x="4165815" y="4444824"/>
                  <a:pt x="4216400" y="4647800"/>
                </a:cubicBezTo>
                <a:cubicBezTo>
                  <a:pt x="4266985" y="4850777"/>
                  <a:pt x="4195512" y="4942759"/>
                  <a:pt x="4216400" y="5170606"/>
                </a:cubicBezTo>
                <a:cubicBezTo>
                  <a:pt x="4126059" y="5207372"/>
                  <a:pt x="3938561" y="5138461"/>
                  <a:pt x="3773678" y="5170606"/>
                </a:cubicBezTo>
                <a:cubicBezTo>
                  <a:pt x="3608795" y="5202751"/>
                  <a:pt x="3504738" y="5130693"/>
                  <a:pt x="3330956" y="5170606"/>
                </a:cubicBezTo>
                <a:cubicBezTo>
                  <a:pt x="3157174" y="5210519"/>
                  <a:pt x="2993736" y="5138632"/>
                  <a:pt x="2719578" y="5170606"/>
                </a:cubicBezTo>
                <a:cubicBezTo>
                  <a:pt x="2445420" y="5202580"/>
                  <a:pt x="2339856" y="5151289"/>
                  <a:pt x="2150364" y="5170606"/>
                </a:cubicBezTo>
                <a:cubicBezTo>
                  <a:pt x="1960872" y="5189923"/>
                  <a:pt x="1813228" y="5134901"/>
                  <a:pt x="1581150" y="5170606"/>
                </a:cubicBezTo>
                <a:cubicBezTo>
                  <a:pt x="1349072" y="5206311"/>
                  <a:pt x="1262191" y="5134734"/>
                  <a:pt x="1138428" y="5170606"/>
                </a:cubicBezTo>
                <a:cubicBezTo>
                  <a:pt x="1014665" y="5206478"/>
                  <a:pt x="858250" y="5124978"/>
                  <a:pt x="695706" y="5170606"/>
                </a:cubicBezTo>
                <a:cubicBezTo>
                  <a:pt x="533162" y="5216234"/>
                  <a:pt x="291604" y="5159633"/>
                  <a:pt x="0" y="5170606"/>
                </a:cubicBezTo>
                <a:cubicBezTo>
                  <a:pt x="-32670" y="5011120"/>
                  <a:pt x="9721" y="4736826"/>
                  <a:pt x="0" y="4596094"/>
                </a:cubicBezTo>
                <a:cubicBezTo>
                  <a:pt x="-9721" y="4455362"/>
                  <a:pt x="52560" y="4159222"/>
                  <a:pt x="0" y="4021582"/>
                </a:cubicBezTo>
                <a:cubicBezTo>
                  <a:pt x="-52560" y="3883942"/>
                  <a:pt x="39974" y="3707928"/>
                  <a:pt x="0" y="3550483"/>
                </a:cubicBezTo>
                <a:cubicBezTo>
                  <a:pt x="-39974" y="3393038"/>
                  <a:pt x="8943" y="3239272"/>
                  <a:pt x="0" y="3131089"/>
                </a:cubicBezTo>
                <a:cubicBezTo>
                  <a:pt x="-8943" y="3022906"/>
                  <a:pt x="47016" y="2828786"/>
                  <a:pt x="0" y="2659990"/>
                </a:cubicBezTo>
                <a:cubicBezTo>
                  <a:pt x="-47016" y="2491194"/>
                  <a:pt x="42648" y="2363505"/>
                  <a:pt x="0" y="2085478"/>
                </a:cubicBezTo>
                <a:cubicBezTo>
                  <a:pt x="-42648" y="1807451"/>
                  <a:pt x="40504" y="1644736"/>
                  <a:pt x="0" y="1510966"/>
                </a:cubicBezTo>
                <a:cubicBezTo>
                  <a:pt x="-40504" y="1377196"/>
                  <a:pt x="16202" y="1188815"/>
                  <a:pt x="0" y="988160"/>
                </a:cubicBezTo>
                <a:cubicBezTo>
                  <a:pt x="-16202" y="787505"/>
                  <a:pt x="99365" y="314894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08059139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project/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</a:t>
            </a:r>
            <a:r>
              <a:rPr lang="sv-SE" sz="20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controllers</a:t>
            </a: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userController.js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</a:t>
            </a:r>
            <a:r>
              <a:rPr lang="sv-SE" sz="2000" b="1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model</a:t>
            </a: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routes/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userRoutes.js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db/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</a:t>
            </a:r>
            <a:r>
              <a:rPr lang="sv-SE" sz="2000" b="1" dirty="0">
                <a:solidFill>
                  <a:schemeClr val="accent5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database.js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.env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server.js</a:t>
            </a:r>
            <a:endParaRPr lang="en-US" sz="2000" b="1" strike="noStrike" cap="none" dirty="0">
              <a:solidFill>
                <a:srgbClr val="0070C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0A1149-61B1-2C4A-5A66-6E51F74A8465}"/>
              </a:ext>
            </a:extLst>
          </p:cNvPr>
          <p:cNvSpPr txBox="1"/>
          <p:nvPr/>
        </p:nvSpPr>
        <p:spPr>
          <a:xfrm>
            <a:off x="7797905" y="1709874"/>
            <a:ext cx="2909641" cy="42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accent2"/>
                </a:solidFill>
                <a:latin typeface="Comic Sans MS" panose="030F0702030302020204" pitchFamily="66" charset="0"/>
              </a:rPr>
              <a:t>Handles business logic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8E85BFE-BEBF-4050-C727-2790A73A6959}"/>
              </a:ext>
            </a:extLst>
          </p:cNvPr>
          <p:cNvCxnSpPr>
            <a:cxnSpLocks/>
          </p:cNvCxnSpPr>
          <p:nvPr/>
        </p:nvCxnSpPr>
        <p:spPr>
          <a:xfrm flipH="1">
            <a:off x="5606143" y="2050048"/>
            <a:ext cx="219176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BC8144-D90D-CC86-59ED-3B6BC0C18A4F}"/>
              </a:ext>
            </a:extLst>
          </p:cNvPr>
          <p:cNvCxnSpPr>
            <a:cxnSpLocks/>
          </p:cNvCxnSpPr>
          <p:nvPr/>
        </p:nvCxnSpPr>
        <p:spPr>
          <a:xfrm flipH="1">
            <a:off x="5156200" y="2863462"/>
            <a:ext cx="264170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99A1D94-F559-C8E5-50C6-7ADC981479DC}"/>
              </a:ext>
            </a:extLst>
          </p:cNvPr>
          <p:cNvSpPr txBox="1"/>
          <p:nvPr/>
        </p:nvSpPr>
        <p:spPr>
          <a:xfrm>
            <a:off x="7797905" y="2632160"/>
            <a:ext cx="2909641" cy="42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accent4"/>
                </a:solidFill>
                <a:latin typeface="Comic Sans MS" panose="030F0702030302020204" pitchFamily="66" charset="0"/>
              </a:rPr>
              <a:t>Model Definition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00A21FC-C9A3-ADB0-312D-A5F9C943DFFE}"/>
              </a:ext>
            </a:extLst>
          </p:cNvPr>
          <p:cNvCxnSpPr>
            <a:cxnSpLocks/>
          </p:cNvCxnSpPr>
          <p:nvPr/>
        </p:nvCxnSpPr>
        <p:spPr>
          <a:xfrm flipH="1">
            <a:off x="6159684" y="5162925"/>
            <a:ext cx="147845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3F12FB5-4D11-8F30-245A-C15E96483B41}"/>
              </a:ext>
            </a:extLst>
          </p:cNvPr>
          <p:cNvSpPr txBox="1"/>
          <p:nvPr/>
        </p:nvSpPr>
        <p:spPr>
          <a:xfrm>
            <a:off x="7797904" y="4604786"/>
            <a:ext cx="2909641" cy="79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accent5"/>
                </a:solidFill>
                <a:latin typeface="Comic Sans MS" panose="030F0702030302020204" pitchFamily="66" charset="0"/>
              </a:rPr>
              <a:t>Create an instance of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accent5"/>
                </a:solidFill>
                <a:latin typeface="Comic Sans MS" panose="030F0702030302020204" pitchFamily="66" charset="0"/>
              </a:rPr>
              <a:t>Sequelize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FFFF91-BB35-B588-8155-DC520DAEA4E5}"/>
              </a:ext>
            </a:extLst>
          </p:cNvPr>
          <p:cNvCxnSpPr>
            <a:cxnSpLocks/>
          </p:cNvCxnSpPr>
          <p:nvPr/>
        </p:nvCxnSpPr>
        <p:spPr>
          <a:xfrm flipH="1">
            <a:off x="4605847" y="5686991"/>
            <a:ext cx="303229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3536A22-8FDB-D851-1052-6D5BC1A8FABE}"/>
              </a:ext>
            </a:extLst>
          </p:cNvPr>
          <p:cNvSpPr txBox="1"/>
          <p:nvPr/>
        </p:nvSpPr>
        <p:spPr>
          <a:xfrm>
            <a:off x="7797905" y="5475585"/>
            <a:ext cx="3155322" cy="79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Stores configuration values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DB credentials 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093A8C-00FE-579D-A9FE-BD3B18BBE80B}"/>
              </a:ext>
            </a:extLst>
          </p:cNvPr>
          <p:cNvSpPr txBox="1"/>
          <p:nvPr/>
        </p:nvSpPr>
        <p:spPr>
          <a:xfrm>
            <a:off x="3684661" y="253971"/>
            <a:ext cx="48746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the Project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</a:t>
            </a:r>
          </a:p>
        </p:txBody>
      </p:sp>
      <p:sp>
        <p:nvSpPr>
          <p:cNvPr id="14" name="Google Shape;107;p2">
            <a:extLst>
              <a:ext uri="{FF2B5EF4-FFF2-40B4-BE49-F238E27FC236}">
                <a16:creationId xmlns:a16="http://schemas.microsoft.com/office/drawing/2014/main" id="{973A0A31-28E7-9440-CAA4-33D264B5589C}"/>
              </a:ext>
            </a:extLst>
          </p:cNvPr>
          <p:cNvSpPr txBox="1"/>
          <p:nvPr/>
        </p:nvSpPr>
        <p:spPr>
          <a:xfrm>
            <a:off x="374831" y="159630"/>
            <a:ext cx="2095838" cy="369332"/>
          </a:xfrm>
          <a:prstGeom prst="rect">
            <a:avLst/>
          </a:prstGeom>
          <a:solidFill>
            <a:schemeClr val="accent4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ORM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83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7D400-FCB7-AE1D-831A-38566016D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76B01A41-22FC-FB7C-DBDC-6AB60D94B149}"/>
              </a:ext>
            </a:extLst>
          </p:cNvPr>
          <p:cNvSpPr txBox="1"/>
          <p:nvPr/>
        </p:nvSpPr>
        <p:spPr>
          <a:xfrm>
            <a:off x="3663776" y="1876713"/>
            <a:ext cx="6153324" cy="584735"/>
          </a:xfrm>
          <a:custGeom>
            <a:avLst/>
            <a:gdLst>
              <a:gd name="connsiteX0" fmla="*/ 0 w 6153324"/>
              <a:gd name="connsiteY0" fmla="*/ 0 h 584735"/>
              <a:gd name="connsiteX1" fmla="*/ 620926 w 6153324"/>
              <a:gd name="connsiteY1" fmla="*/ 0 h 584735"/>
              <a:gd name="connsiteX2" fmla="*/ 1303386 w 6153324"/>
              <a:gd name="connsiteY2" fmla="*/ 0 h 584735"/>
              <a:gd name="connsiteX3" fmla="*/ 1801246 w 6153324"/>
              <a:gd name="connsiteY3" fmla="*/ 0 h 584735"/>
              <a:gd name="connsiteX4" fmla="*/ 2360639 w 6153324"/>
              <a:gd name="connsiteY4" fmla="*/ 0 h 584735"/>
              <a:gd name="connsiteX5" fmla="*/ 2981565 w 6153324"/>
              <a:gd name="connsiteY5" fmla="*/ 0 h 584735"/>
              <a:gd name="connsiteX6" fmla="*/ 3479425 w 6153324"/>
              <a:gd name="connsiteY6" fmla="*/ 0 h 584735"/>
              <a:gd name="connsiteX7" fmla="*/ 4100351 w 6153324"/>
              <a:gd name="connsiteY7" fmla="*/ 0 h 584735"/>
              <a:gd name="connsiteX8" fmla="*/ 4475145 w 6153324"/>
              <a:gd name="connsiteY8" fmla="*/ 0 h 584735"/>
              <a:gd name="connsiteX9" fmla="*/ 4849938 w 6153324"/>
              <a:gd name="connsiteY9" fmla="*/ 0 h 584735"/>
              <a:gd name="connsiteX10" fmla="*/ 5286265 w 6153324"/>
              <a:gd name="connsiteY10" fmla="*/ 0 h 584735"/>
              <a:gd name="connsiteX11" fmla="*/ 6153324 w 6153324"/>
              <a:gd name="connsiteY11" fmla="*/ 0 h 584735"/>
              <a:gd name="connsiteX12" fmla="*/ 6153324 w 6153324"/>
              <a:gd name="connsiteY12" fmla="*/ 584735 h 584735"/>
              <a:gd name="connsiteX13" fmla="*/ 5470864 w 6153324"/>
              <a:gd name="connsiteY13" fmla="*/ 584735 h 584735"/>
              <a:gd name="connsiteX14" fmla="*/ 4973005 w 6153324"/>
              <a:gd name="connsiteY14" fmla="*/ 584735 h 584735"/>
              <a:gd name="connsiteX15" fmla="*/ 4536678 w 6153324"/>
              <a:gd name="connsiteY15" fmla="*/ 584735 h 584735"/>
              <a:gd name="connsiteX16" fmla="*/ 3915752 w 6153324"/>
              <a:gd name="connsiteY16" fmla="*/ 584735 h 584735"/>
              <a:gd name="connsiteX17" fmla="*/ 3233292 w 6153324"/>
              <a:gd name="connsiteY17" fmla="*/ 584735 h 584735"/>
              <a:gd name="connsiteX18" fmla="*/ 2550832 w 6153324"/>
              <a:gd name="connsiteY18" fmla="*/ 584735 h 584735"/>
              <a:gd name="connsiteX19" fmla="*/ 2176039 w 6153324"/>
              <a:gd name="connsiteY19" fmla="*/ 584735 h 584735"/>
              <a:gd name="connsiteX20" fmla="*/ 1739713 w 6153324"/>
              <a:gd name="connsiteY20" fmla="*/ 584735 h 584735"/>
              <a:gd name="connsiteX21" fmla="*/ 1057253 w 6153324"/>
              <a:gd name="connsiteY21" fmla="*/ 584735 h 584735"/>
              <a:gd name="connsiteX22" fmla="*/ 559393 w 6153324"/>
              <a:gd name="connsiteY22" fmla="*/ 584735 h 584735"/>
              <a:gd name="connsiteX23" fmla="*/ 0 w 6153324"/>
              <a:gd name="connsiteY23" fmla="*/ 584735 h 584735"/>
              <a:gd name="connsiteX24" fmla="*/ 0 w 6153324"/>
              <a:gd name="connsiteY24" fmla="*/ 0 h 58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153324" h="584735" extrusionOk="0">
                <a:moveTo>
                  <a:pt x="0" y="0"/>
                </a:moveTo>
                <a:cubicBezTo>
                  <a:pt x="236660" y="-41359"/>
                  <a:pt x="406631" y="4105"/>
                  <a:pt x="620926" y="0"/>
                </a:cubicBezTo>
                <a:cubicBezTo>
                  <a:pt x="835221" y="-4105"/>
                  <a:pt x="998381" y="76788"/>
                  <a:pt x="1303386" y="0"/>
                </a:cubicBezTo>
                <a:cubicBezTo>
                  <a:pt x="1608391" y="-76788"/>
                  <a:pt x="1585581" y="41207"/>
                  <a:pt x="1801246" y="0"/>
                </a:cubicBezTo>
                <a:cubicBezTo>
                  <a:pt x="2016911" y="-41207"/>
                  <a:pt x="2152509" y="60914"/>
                  <a:pt x="2360639" y="0"/>
                </a:cubicBezTo>
                <a:cubicBezTo>
                  <a:pt x="2568769" y="-60914"/>
                  <a:pt x="2672303" y="53909"/>
                  <a:pt x="2981565" y="0"/>
                </a:cubicBezTo>
                <a:cubicBezTo>
                  <a:pt x="3290827" y="-53909"/>
                  <a:pt x="3319330" y="6923"/>
                  <a:pt x="3479425" y="0"/>
                </a:cubicBezTo>
                <a:cubicBezTo>
                  <a:pt x="3639520" y="-6923"/>
                  <a:pt x="3808511" y="22698"/>
                  <a:pt x="4100351" y="0"/>
                </a:cubicBezTo>
                <a:cubicBezTo>
                  <a:pt x="4392191" y="-22698"/>
                  <a:pt x="4394449" y="44866"/>
                  <a:pt x="4475145" y="0"/>
                </a:cubicBezTo>
                <a:cubicBezTo>
                  <a:pt x="4555841" y="-44866"/>
                  <a:pt x="4753696" y="41002"/>
                  <a:pt x="4849938" y="0"/>
                </a:cubicBezTo>
                <a:cubicBezTo>
                  <a:pt x="4946180" y="-41002"/>
                  <a:pt x="5082570" y="48650"/>
                  <a:pt x="5286265" y="0"/>
                </a:cubicBezTo>
                <a:cubicBezTo>
                  <a:pt x="5489960" y="-48650"/>
                  <a:pt x="5937085" y="23305"/>
                  <a:pt x="6153324" y="0"/>
                </a:cubicBezTo>
                <a:cubicBezTo>
                  <a:pt x="6199602" y="140446"/>
                  <a:pt x="6135188" y="358609"/>
                  <a:pt x="6153324" y="584735"/>
                </a:cubicBezTo>
                <a:cubicBezTo>
                  <a:pt x="5991378" y="591378"/>
                  <a:pt x="5717835" y="526646"/>
                  <a:pt x="5470864" y="584735"/>
                </a:cubicBezTo>
                <a:cubicBezTo>
                  <a:pt x="5223893" y="642824"/>
                  <a:pt x="5151494" y="540535"/>
                  <a:pt x="4973005" y="584735"/>
                </a:cubicBezTo>
                <a:cubicBezTo>
                  <a:pt x="4794516" y="628935"/>
                  <a:pt x="4710829" y="544119"/>
                  <a:pt x="4536678" y="584735"/>
                </a:cubicBezTo>
                <a:cubicBezTo>
                  <a:pt x="4362527" y="625351"/>
                  <a:pt x="4126602" y="557946"/>
                  <a:pt x="3915752" y="584735"/>
                </a:cubicBezTo>
                <a:cubicBezTo>
                  <a:pt x="3704902" y="611524"/>
                  <a:pt x="3372388" y="568915"/>
                  <a:pt x="3233292" y="584735"/>
                </a:cubicBezTo>
                <a:cubicBezTo>
                  <a:pt x="3094196" y="600555"/>
                  <a:pt x="2771783" y="545508"/>
                  <a:pt x="2550832" y="584735"/>
                </a:cubicBezTo>
                <a:cubicBezTo>
                  <a:pt x="2329881" y="623962"/>
                  <a:pt x="2274050" y="573290"/>
                  <a:pt x="2176039" y="584735"/>
                </a:cubicBezTo>
                <a:cubicBezTo>
                  <a:pt x="2078028" y="596180"/>
                  <a:pt x="1850204" y="548612"/>
                  <a:pt x="1739713" y="584735"/>
                </a:cubicBezTo>
                <a:cubicBezTo>
                  <a:pt x="1629222" y="620858"/>
                  <a:pt x="1262266" y="524875"/>
                  <a:pt x="1057253" y="584735"/>
                </a:cubicBezTo>
                <a:cubicBezTo>
                  <a:pt x="852240" y="644595"/>
                  <a:pt x="776318" y="528269"/>
                  <a:pt x="559393" y="584735"/>
                </a:cubicBezTo>
                <a:cubicBezTo>
                  <a:pt x="342468" y="641201"/>
                  <a:pt x="271965" y="529195"/>
                  <a:pt x="0" y="584735"/>
                </a:cubicBezTo>
                <a:cubicBezTo>
                  <a:pt x="-15933" y="430423"/>
                  <a:pt x="5336" y="223350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25306211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npm init -y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npm install express </a:t>
            </a:r>
            <a:r>
              <a:rPr lang="sv-SE" sz="16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mysql2 dotenv</a:t>
            </a:r>
            <a:r>
              <a:rPr lang="sv-SE" sz="1600" b="1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sv-SE" sz="1600" b="1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</a:t>
            </a:r>
            <a:endParaRPr lang="en-US" sz="1600" b="1" strike="noStrike" cap="none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D38D2D-DABB-9A0A-87E8-6AE5F39AB83A}"/>
              </a:ext>
            </a:extLst>
          </p:cNvPr>
          <p:cNvSpPr txBox="1"/>
          <p:nvPr/>
        </p:nvSpPr>
        <p:spPr>
          <a:xfrm>
            <a:off x="3663776" y="1538159"/>
            <a:ext cx="3447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Sequelize is available via npm (or yarn).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Google Shape;111;p2">
            <a:extLst>
              <a:ext uri="{FF2B5EF4-FFF2-40B4-BE49-F238E27FC236}">
                <a16:creationId xmlns:a16="http://schemas.microsoft.com/office/drawing/2014/main" id="{09C0D078-4F1A-C846-F578-F208614A70BD}"/>
              </a:ext>
            </a:extLst>
          </p:cNvPr>
          <p:cNvSpPr txBox="1"/>
          <p:nvPr/>
        </p:nvSpPr>
        <p:spPr>
          <a:xfrm>
            <a:off x="3634309" y="3138302"/>
            <a:ext cx="6215242" cy="1323399"/>
          </a:xfrm>
          <a:custGeom>
            <a:avLst/>
            <a:gdLst>
              <a:gd name="connsiteX0" fmla="*/ 0 w 6215242"/>
              <a:gd name="connsiteY0" fmla="*/ 0 h 1323399"/>
              <a:gd name="connsiteX1" fmla="*/ 689327 w 6215242"/>
              <a:gd name="connsiteY1" fmla="*/ 0 h 1323399"/>
              <a:gd name="connsiteX2" fmla="*/ 1067892 w 6215242"/>
              <a:gd name="connsiteY2" fmla="*/ 0 h 1323399"/>
              <a:gd name="connsiteX3" fmla="*/ 1508609 w 6215242"/>
              <a:gd name="connsiteY3" fmla="*/ 0 h 1323399"/>
              <a:gd name="connsiteX4" fmla="*/ 1949326 w 6215242"/>
              <a:gd name="connsiteY4" fmla="*/ 0 h 1323399"/>
              <a:gd name="connsiteX5" fmla="*/ 2327891 w 6215242"/>
              <a:gd name="connsiteY5" fmla="*/ 0 h 1323399"/>
              <a:gd name="connsiteX6" fmla="*/ 2830760 w 6215242"/>
              <a:gd name="connsiteY6" fmla="*/ 0 h 1323399"/>
              <a:gd name="connsiteX7" fmla="*/ 3395782 w 6215242"/>
              <a:gd name="connsiteY7" fmla="*/ 0 h 1323399"/>
              <a:gd name="connsiteX8" fmla="*/ 3960804 w 6215242"/>
              <a:gd name="connsiteY8" fmla="*/ 0 h 1323399"/>
              <a:gd name="connsiteX9" fmla="*/ 4587979 w 6215242"/>
              <a:gd name="connsiteY9" fmla="*/ 0 h 1323399"/>
              <a:gd name="connsiteX10" fmla="*/ 5277305 w 6215242"/>
              <a:gd name="connsiteY10" fmla="*/ 0 h 1323399"/>
              <a:gd name="connsiteX11" fmla="*/ 6215242 w 6215242"/>
              <a:gd name="connsiteY11" fmla="*/ 0 h 1323399"/>
              <a:gd name="connsiteX12" fmla="*/ 6215242 w 6215242"/>
              <a:gd name="connsiteY12" fmla="*/ 467601 h 1323399"/>
              <a:gd name="connsiteX13" fmla="*/ 6215242 w 6215242"/>
              <a:gd name="connsiteY13" fmla="*/ 895500 h 1323399"/>
              <a:gd name="connsiteX14" fmla="*/ 6215242 w 6215242"/>
              <a:gd name="connsiteY14" fmla="*/ 1323399 h 1323399"/>
              <a:gd name="connsiteX15" fmla="*/ 5588068 w 6215242"/>
              <a:gd name="connsiteY15" fmla="*/ 1323399 h 1323399"/>
              <a:gd name="connsiteX16" fmla="*/ 5085198 w 6215242"/>
              <a:gd name="connsiteY16" fmla="*/ 1323399 h 1323399"/>
              <a:gd name="connsiteX17" fmla="*/ 4582328 w 6215242"/>
              <a:gd name="connsiteY17" fmla="*/ 1323399 h 1323399"/>
              <a:gd name="connsiteX18" fmla="*/ 4141611 w 6215242"/>
              <a:gd name="connsiteY18" fmla="*/ 1323399 h 1323399"/>
              <a:gd name="connsiteX19" fmla="*/ 3763047 w 6215242"/>
              <a:gd name="connsiteY19" fmla="*/ 1323399 h 1323399"/>
              <a:gd name="connsiteX20" fmla="*/ 3073720 w 6215242"/>
              <a:gd name="connsiteY20" fmla="*/ 1323399 h 1323399"/>
              <a:gd name="connsiteX21" fmla="*/ 2570850 w 6215242"/>
              <a:gd name="connsiteY21" fmla="*/ 1323399 h 1323399"/>
              <a:gd name="connsiteX22" fmla="*/ 1881523 w 6215242"/>
              <a:gd name="connsiteY22" fmla="*/ 1323399 h 1323399"/>
              <a:gd name="connsiteX23" fmla="*/ 1378654 w 6215242"/>
              <a:gd name="connsiteY23" fmla="*/ 1323399 h 1323399"/>
              <a:gd name="connsiteX24" fmla="*/ 813632 w 6215242"/>
              <a:gd name="connsiteY24" fmla="*/ 1323399 h 1323399"/>
              <a:gd name="connsiteX25" fmla="*/ 0 w 6215242"/>
              <a:gd name="connsiteY25" fmla="*/ 1323399 h 1323399"/>
              <a:gd name="connsiteX26" fmla="*/ 0 w 6215242"/>
              <a:gd name="connsiteY26" fmla="*/ 855798 h 1323399"/>
              <a:gd name="connsiteX27" fmla="*/ 0 w 6215242"/>
              <a:gd name="connsiteY27" fmla="*/ 454367 h 1323399"/>
              <a:gd name="connsiteX28" fmla="*/ 0 w 6215242"/>
              <a:gd name="connsiteY28" fmla="*/ 0 h 1323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215242" h="1323399" extrusionOk="0">
                <a:moveTo>
                  <a:pt x="0" y="0"/>
                </a:moveTo>
                <a:cubicBezTo>
                  <a:pt x="222305" y="-54542"/>
                  <a:pt x="543634" y="79789"/>
                  <a:pt x="689327" y="0"/>
                </a:cubicBezTo>
                <a:cubicBezTo>
                  <a:pt x="835020" y="-79789"/>
                  <a:pt x="910468" y="39329"/>
                  <a:pt x="1067892" y="0"/>
                </a:cubicBezTo>
                <a:cubicBezTo>
                  <a:pt x="1225317" y="-39329"/>
                  <a:pt x="1325128" y="52247"/>
                  <a:pt x="1508609" y="0"/>
                </a:cubicBezTo>
                <a:cubicBezTo>
                  <a:pt x="1692090" y="-52247"/>
                  <a:pt x="1804246" y="3962"/>
                  <a:pt x="1949326" y="0"/>
                </a:cubicBezTo>
                <a:cubicBezTo>
                  <a:pt x="2094406" y="-3962"/>
                  <a:pt x="2204121" y="37207"/>
                  <a:pt x="2327891" y="0"/>
                </a:cubicBezTo>
                <a:cubicBezTo>
                  <a:pt x="2451661" y="-37207"/>
                  <a:pt x="2634393" y="58524"/>
                  <a:pt x="2830760" y="0"/>
                </a:cubicBezTo>
                <a:cubicBezTo>
                  <a:pt x="3027127" y="-58524"/>
                  <a:pt x="3115492" y="13777"/>
                  <a:pt x="3395782" y="0"/>
                </a:cubicBezTo>
                <a:cubicBezTo>
                  <a:pt x="3676072" y="-13777"/>
                  <a:pt x="3842844" y="10265"/>
                  <a:pt x="3960804" y="0"/>
                </a:cubicBezTo>
                <a:cubicBezTo>
                  <a:pt x="4078764" y="-10265"/>
                  <a:pt x="4313133" y="4090"/>
                  <a:pt x="4587979" y="0"/>
                </a:cubicBezTo>
                <a:cubicBezTo>
                  <a:pt x="4862825" y="-4090"/>
                  <a:pt x="5084951" y="64332"/>
                  <a:pt x="5277305" y="0"/>
                </a:cubicBezTo>
                <a:cubicBezTo>
                  <a:pt x="5469659" y="-64332"/>
                  <a:pt x="5966898" y="89068"/>
                  <a:pt x="6215242" y="0"/>
                </a:cubicBezTo>
                <a:cubicBezTo>
                  <a:pt x="6248751" y="223766"/>
                  <a:pt x="6179128" y="350582"/>
                  <a:pt x="6215242" y="467601"/>
                </a:cubicBezTo>
                <a:cubicBezTo>
                  <a:pt x="6251356" y="584620"/>
                  <a:pt x="6189556" y="684520"/>
                  <a:pt x="6215242" y="895500"/>
                </a:cubicBezTo>
                <a:cubicBezTo>
                  <a:pt x="6240928" y="1106480"/>
                  <a:pt x="6193661" y="1207739"/>
                  <a:pt x="6215242" y="1323399"/>
                </a:cubicBezTo>
                <a:cubicBezTo>
                  <a:pt x="6084242" y="1373786"/>
                  <a:pt x="5849940" y="1275957"/>
                  <a:pt x="5588068" y="1323399"/>
                </a:cubicBezTo>
                <a:cubicBezTo>
                  <a:pt x="5326196" y="1370841"/>
                  <a:pt x="5235250" y="1284106"/>
                  <a:pt x="5085198" y="1323399"/>
                </a:cubicBezTo>
                <a:cubicBezTo>
                  <a:pt x="4935146" y="1362692"/>
                  <a:pt x="4724537" y="1319329"/>
                  <a:pt x="4582328" y="1323399"/>
                </a:cubicBezTo>
                <a:cubicBezTo>
                  <a:pt x="4440119" y="1327469"/>
                  <a:pt x="4272458" y="1285109"/>
                  <a:pt x="4141611" y="1323399"/>
                </a:cubicBezTo>
                <a:cubicBezTo>
                  <a:pt x="4010764" y="1361689"/>
                  <a:pt x="3885466" y="1302443"/>
                  <a:pt x="3763047" y="1323399"/>
                </a:cubicBezTo>
                <a:cubicBezTo>
                  <a:pt x="3640628" y="1344355"/>
                  <a:pt x="3348978" y="1290963"/>
                  <a:pt x="3073720" y="1323399"/>
                </a:cubicBezTo>
                <a:cubicBezTo>
                  <a:pt x="2798462" y="1355835"/>
                  <a:pt x="2695795" y="1277034"/>
                  <a:pt x="2570850" y="1323399"/>
                </a:cubicBezTo>
                <a:cubicBezTo>
                  <a:pt x="2445905" y="1369764"/>
                  <a:pt x="2043982" y="1259894"/>
                  <a:pt x="1881523" y="1323399"/>
                </a:cubicBezTo>
                <a:cubicBezTo>
                  <a:pt x="1719064" y="1386904"/>
                  <a:pt x="1535588" y="1319361"/>
                  <a:pt x="1378654" y="1323399"/>
                </a:cubicBezTo>
                <a:cubicBezTo>
                  <a:pt x="1221720" y="1327437"/>
                  <a:pt x="928062" y="1296924"/>
                  <a:pt x="813632" y="1323399"/>
                </a:cubicBezTo>
                <a:cubicBezTo>
                  <a:pt x="699202" y="1349874"/>
                  <a:pt x="318542" y="1298112"/>
                  <a:pt x="0" y="1323399"/>
                </a:cubicBezTo>
                <a:cubicBezTo>
                  <a:pt x="-30701" y="1167869"/>
                  <a:pt x="2826" y="1010373"/>
                  <a:pt x="0" y="855798"/>
                </a:cubicBezTo>
                <a:cubicBezTo>
                  <a:pt x="-2826" y="701223"/>
                  <a:pt x="12055" y="592297"/>
                  <a:pt x="0" y="454367"/>
                </a:cubicBezTo>
                <a:cubicBezTo>
                  <a:pt x="-12055" y="316437"/>
                  <a:pt x="39009" y="114974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0330935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DB_HOST=localhost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DB_USER=root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DB_PASS=yourpassword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DB_NAME=</a:t>
            </a:r>
            <a:r>
              <a:rPr lang="sv-SE" sz="16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week7db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1600" dirty="0"/>
              <a:t>PORT=4000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36F87D-98D2-B13E-2312-480BC7A3D0D6}"/>
              </a:ext>
            </a:extLst>
          </p:cNvPr>
          <p:cNvSpPr txBox="1"/>
          <p:nvPr/>
        </p:nvSpPr>
        <p:spPr>
          <a:xfrm>
            <a:off x="3566771" y="2745354"/>
            <a:ext cx="535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.env</a:t>
            </a:r>
          </a:p>
        </p:txBody>
      </p:sp>
      <p:sp>
        <p:nvSpPr>
          <p:cNvPr id="19" name="Google Shape;111;p2">
            <a:extLst>
              <a:ext uri="{FF2B5EF4-FFF2-40B4-BE49-F238E27FC236}">
                <a16:creationId xmlns:a16="http://schemas.microsoft.com/office/drawing/2014/main" id="{A922BB6E-6C3C-A382-FDE3-A0C2C8B510AF}"/>
              </a:ext>
            </a:extLst>
          </p:cNvPr>
          <p:cNvSpPr txBox="1"/>
          <p:nvPr/>
        </p:nvSpPr>
        <p:spPr>
          <a:xfrm>
            <a:off x="250231" y="1707436"/>
            <a:ext cx="2873969" cy="364711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project/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controllers/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userController.js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model/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routes/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userRoutes.js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db/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database.js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</a:t>
            </a:r>
            <a:r>
              <a:rPr lang="sv-SE" sz="14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.env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server.js</a:t>
            </a:r>
            <a:endParaRPr lang="en-US" sz="1400" strike="noStrike" cap="none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1" name="TextBox 20">
            <a:hlinkClick r:id="rId2"/>
            <a:extLst>
              <a:ext uri="{FF2B5EF4-FFF2-40B4-BE49-F238E27FC236}">
                <a16:creationId xmlns:a16="http://schemas.microsoft.com/office/drawing/2014/main" id="{92A07B22-B3F7-475A-0ABA-5848838BA462}"/>
              </a:ext>
            </a:extLst>
          </p:cNvPr>
          <p:cNvSpPr txBox="1"/>
          <p:nvPr/>
        </p:nvSpPr>
        <p:spPr>
          <a:xfrm rot="19730347">
            <a:off x="10772945" y="342597"/>
            <a:ext cx="1162498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SEE  MORE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4AA4B4-8982-7B82-1CE1-CA1D9A379205}"/>
              </a:ext>
            </a:extLst>
          </p:cNvPr>
          <p:cNvSpPr txBox="1"/>
          <p:nvPr/>
        </p:nvSpPr>
        <p:spPr>
          <a:xfrm>
            <a:off x="3566771" y="5183308"/>
            <a:ext cx="52711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mysql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-u root –p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to create a  new SQL database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C41558B-DC81-1473-2C13-E8642FCAE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231" y="5630997"/>
            <a:ext cx="6215242" cy="65654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A93DA93-CB51-DAC4-4A2F-2E00B82DCE56}"/>
              </a:ext>
            </a:extLst>
          </p:cNvPr>
          <p:cNvSpPr txBox="1"/>
          <p:nvPr/>
        </p:nvSpPr>
        <p:spPr>
          <a:xfrm>
            <a:off x="4888360" y="161901"/>
            <a:ext cx="2415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Setup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Project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DC1FF1-AAA4-2742-4B0A-0709B14DF2F7}"/>
              </a:ext>
            </a:extLst>
          </p:cNvPr>
          <p:cNvSpPr txBox="1"/>
          <p:nvPr/>
        </p:nvSpPr>
        <p:spPr>
          <a:xfrm>
            <a:off x="2461149" y="660197"/>
            <a:ext cx="7359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packages, create a database, define the environment variables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Google Shape;107;p2">
            <a:extLst>
              <a:ext uri="{FF2B5EF4-FFF2-40B4-BE49-F238E27FC236}">
                <a16:creationId xmlns:a16="http://schemas.microsoft.com/office/drawing/2014/main" id="{128773C1-9100-DD42-CAAE-4EBFC7582F56}"/>
              </a:ext>
            </a:extLst>
          </p:cNvPr>
          <p:cNvSpPr txBox="1"/>
          <p:nvPr/>
        </p:nvSpPr>
        <p:spPr>
          <a:xfrm>
            <a:off x="374831" y="159630"/>
            <a:ext cx="2095838" cy="369332"/>
          </a:xfrm>
          <a:prstGeom prst="rect">
            <a:avLst/>
          </a:prstGeom>
          <a:solidFill>
            <a:schemeClr val="accent4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ORM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4575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CE722-EB32-9A8A-6F79-2CB28BCD2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5AF676-3223-7611-4703-9472A05F48DA}"/>
              </a:ext>
            </a:extLst>
          </p:cNvPr>
          <p:cNvSpPr txBox="1"/>
          <p:nvPr/>
        </p:nvSpPr>
        <p:spPr>
          <a:xfrm>
            <a:off x="3238646" y="145116"/>
            <a:ext cx="51135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the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Sequelize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instance</a:t>
            </a:r>
          </a:p>
        </p:txBody>
      </p:sp>
      <p:sp>
        <p:nvSpPr>
          <p:cNvPr id="7" name="Google Shape;111;p2">
            <a:extLst>
              <a:ext uri="{FF2B5EF4-FFF2-40B4-BE49-F238E27FC236}">
                <a16:creationId xmlns:a16="http://schemas.microsoft.com/office/drawing/2014/main" id="{EC0C758B-F1DD-A893-7089-491EE773F2BB}"/>
              </a:ext>
            </a:extLst>
          </p:cNvPr>
          <p:cNvSpPr txBox="1"/>
          <p:nvPr/>
        </p:nvSpPr>
        <p:spPr>
          <a:xfrm>
            <a:off x="250231" y="1707436"/>
            <a:ext cx="2886669" cy="364711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project/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controllers/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userController.js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model/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routes/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userRoutes.js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db/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</a:t>
            </a:r>
            <a:r>
              <a:rPr lang="sv-SE" sz="14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database.js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.env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server.js</a:t>
            </a:r>
            <a:endParaRPr lang="en-US" sz="1400" strike="noStrike" cap="none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" name="Google Shape;111;p2">
            <a:extLst>
              <a:ext uri="{FF2B5EF4-FFF2-40B4-BE49-F238E27FC236}">
                <a16:creationId xmlns:a16="http://schemas.microsoft.com/office/drawing/2014/main" id="{411497E8-5D96-A2A4-7DEC-0B6C25819037}"/>
              </a:ext>
            </a:extLst>
          </p:cNvPr>
          <p:cNvSpPr txBox="1"/>
          <p:nvPr/>
        </p:nvSpPr>
        <p:spPr>
          <a:xfrm>
            <a:off x="3729471" y="1707436"/>
            <a:ext cx="5236729" cy="4278054"/>
          </a:xfrm>
          <a:custGeom>
            <a:avLst/>
            <a:gdLst>
              <a:gd name="connsiteX0" fmla="*/ 0 w 5236729"/>
              <a:gd name="connsiteY0" fmla="*/ 0 h 4278054"/>
              <a:gd name="connsiteX1" fmla="*/ 529491 w 5236729"/>
              <a:gd name="connsiteY1" fmla="*/ 0 h 4278054"/>
              <a:gd name="connsiteX2" fmla="*/ 1111350 w 5236729"/>
              <a:gd name="connsiteY2" fmla="*/ 0 h 4278054"/>
              <a:gd name="connsiteX3" fmla="*/ 1640842 w 5236729"/>
              <a:gd name="connsiteY3" fmla="*/ 0 h 4278054"/>
              <a:gd name="connsiteX4" fmla="*/ 2275068 w 5236729"/>
              <a:gd name="connsiteY4" fmla="*/ 0 h 4278054"/>
              <a:gd name="connsiteX5" fmla="*/ 2699825 w 5236729"/>
              <a:gd name="connsiteY5" fmla="*/ 0 h 4278054"/>
              <a:gd name="connsiteX6" fmla="*/ 3386418 w 5236729"/>
              <a:gd name="connsiteY6" fmla="*/ 0 h 4278054"/>
              <a:gd name="connsiteX7" fmla="*/ 3811175 w 5236729"/>
              <a:gd name="connsiteY7" fmla="*/ 0 h 4278054"/>
              <a:gd name="connsiteX8" fmla="*/ 4497768 w 5236729"/>
              <a:gd name="connsiteY8" fmla="*/ 0 h 4278054"/>
              <a:gd name="connsiteX9" fmla="*/ 5236729 w 5236729"/>
              <a:gd name="connsiteY9" fmla="*/ 0 h 4278054"/>
              <a:gd name="connsiteX10" fmla="*/ 5236729 w 5236729"/>
              <a:gd name="connsiteY10" fmla="*/ 449196 h 4278054"/>
              <a:gd name="connsiteX11" fmla="*/ 5236729 w 5236729"/>
              <a:gd name="connsiteY11" fmla="*/ 983952 h 4278054"/>
              <a:gd name="connsiteX12" fmla="*/ 5236729 w 5236729"/>
              <a:gd name="connsiteY12" fmla="*/ 1433148 h 4278054"/>
              <a:gd name="connsiteX13" fmla="*/ 5236729 w 5236729"/>
              <a:gd name="connsiteY13" fmla="*/ 1925124 h 4278054"/>
              <a:gd name="connsiteX14" fmla="*/ 5236729 w 5236729"/>
              <a:gd name="connsiteY14" fmla="*/ 2502662 h 4278054"/>
              <a:gd name="connsiteX15" fmla="*/ 5236729 w 5236729"/>
              <a:gd name="connsiteY15" fmla="*/ 3122979 h 4278054"/>
              <a:gd name="connsiteX16" fmla="*/ 5236729 w 5236729"/>
              <a:gd name="connsiteY16" fmla="*/ 3657736 h 4278054"/>
              <a:gd name="connsiteX17" fmla="*/ 5236729 w 5236729"/>
              <a:gd name="connsiteY17" fmla="*/ 4278054 h 4278054"/>
              <a:gd name="connsiteX18" fmla="*/ 4759605 w 5236729"/>
              <a:gd name="connsiteY18" fmla="*/ 4278054 h 4278054"/>
              <a:gd name="connsiteX19" fmla="*/ 4073011 w 5236729"/>
              <a:gd name="connsiteY19" fmla="*/ 4278054 h 4278054"/>
              <a:gd name="connsiteX20" fmla="*/ 3386418 w 5236729"/>
              <a:gd name="connsiteY20" fmla="*/ 4278054 h 4278054"/>
              <a:gd name="connsiteX21" fmla="*/ 2961661 w 5236729"/>
              <a:gd name="connsiteY21" fmla="*/ 4278054 h 4278054"/>
              <a:gd name="connsiteX22" fmla="*/ 2275068 w 5236729"/>
              <a:gd name="connsiteY22" fmla="*/ 4278054 h 4278054"/>
              <a:gd name="connsiteX23" fmla="*/ 1588474 w 5236729"/>
              <a:gd name="connsiteY23" fmla="*/ 4278054 h 4278054"/>
              <a:gd name="connsiteX24" fmla="*/ 901881 w 5236729"/>
              <a:gd name="connsiteY24" fmla="*/ 4278054 h 4278054"/>
              <a:gd name="connsiteX25" fmla="*/ 0 w 5236729"/>
              <a:gd name="connsiteY25" fmla="*/ 4278054 h 4278054"/>
              <a:gd name="connsiteX26" fmla="*/ 0 w 5236729"/>
              <a:gd name="connsiteY26" fmla="*/ 3700517 h 4278054"/>
              <a:gd name="connsiteX27" fmla="*/ 0 w 5236729"/>
              <a:gd name="connsiteY27" fmla="*/ 3208541 h 4278054"/>
              <a:gd name="connsiteX28" fmla="*/ 0 w 5236729"/>
              <a:gd name="connsiteY28" fmla="*/ 2631003 h 4278054"/>
              <a:gd name="connsiteX29" fmla="*/ 0 w 5236729"/>
              <a:gd name="connsiteY29" fmla="*/ 2096246 h 4278054"/>
              <a:gd name="connsiteX30" fmla="*/ 0 w 5236729"/>
              <a:gd name="connsiteY30" fmla="*/ 1647051 h 4278054"/>
              <a:gd name="connsiteX31" fmla="*/ 0 w 5236729"/>
              <a:gd name="connsiteY31" fmla="*/ 1197855 h 4278054"/>
              <a:gd name="connsiteX32" fmla="*/ 0 w 5236729"/>
              <a:gd name="connsiteY32" fmla="*/ 705879 h 4278054"/>
              <a:gd name="connsiteX33" fmla="*/ 0 w 5236729"/>
              <a:gd name="connsiteY33" fmla="*/ 0 h 4278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5236729" h="4278054" extrusionOk="0">
                <a:moveTo>
                  <a:pt x="0" y="0"/>
                </a:moveTo>
                <a:cubicBezTo>
                  <a:pt x="223535" y="-57502"/>
                  <a:pt x="399274" y="50445"/>
                  <a:pt x="529491" y="0"/>
                </a:cubicBezTo>
                <a:cubicBezTo>
                  <a:pt x="659708" y="-50445"/>
                  <a:pt x="969939" y="62156"/>
                  <a:pt x="1111350" y="0"/>
                </a:cubicBezTo>
                <a:cubicBezTo>
                  <a:pt x="1252761" y="-62156"/>
                  <a:pt x="1519950" y="6603"/>
                  <a:pt x="1640842" y="0"/>
                </a:cubicBezTo>
                <a:cubicBezTo>
                  <a:pt x="1761734" y="-6603"/>
                  <a:pt x="2130549" y="71949"/>
                  <a:pt x="2275068" y="0"/>
                </a:cubicBezTo>
                <a:cubicBezTo>
                  <a:pt x="2419587" y="-71949"/>
                  <a:pt x="2498286" y="12654"/>
                  <a:pt x="2699825" y="0"/>
                </a:cubicBezTo>
                <a:cubicBezTo>
                  <a:pt x="2901364" y="-12654"/>
                  <a:pt x="3205417" y="64579"/>
                  <a:pt x="3386418" y="0"/>
                </a:cubicBezTo>
                <a:cubicBezTo>
                  <a:pt x="3567419" y="-64579"/>
                  <a:pt x="3633703" y="49251"/>
                  <a:pt x="3811175" y="0"/>
                </a:cubicBezTo>
                <a:cubicBezTo>
                  <a:pt x="3988647" y="-49251"/>
                  <a:pt x="4268177" y="17842"/>
                  <a:pt x="4497768" y="0"/>
                </a:cubicBezTo>
                <a:cubicBezTo>
                  <a:pt x="4727359" y="-17842"/>
                  <a:pt x="5075416" y="54238"/>
                  <a:pt x="5236729" y="0"/>
                </a:cubicBezTo>
                <a:cubicBezTo>
                  <a:pt x="5277483" y="185698"/>
                  <a:pt x="5199523" y="263733"/>
                  <a:pt x="5236729" y="449196"/>
                </a:cubicBezTo>
                <a:cubicBezTo>
                  <a:pt x="5273935" y="634659"/>
                  <a:pt x="5205032" y="771810"/>
                  <a:pt x="5236729" y="983952"/>
                </a:cubicBezTo>
                <a:cubicBezTo>
                  <a:pt x="5268426" y="1196094"/>
                  <a:pt x="5193354" y="1341575"/>
                  <a:pt x="5236729" y="1433148"/>
                </a:cubicBezTo>
                <a:cubicBezTo>
                  <a:pt x="5280104" y="1524721"/>
                  <a:pt x="5217240" y="1770538"/>
                  <a:pt x="5236729" y="1925124"/>
                </a:cubicBezTo>
                <a:cubicBezTo>
                  <a:pt x="5256218" y="2079710"/>
                  <a:pt x="5234873" y="2364054"/>
                  <a:pt x="5236729" y="2502662"/>
                </a:cubicBezTo>
                <a:cubicBezTo>
                  <a:pt x="5238585" y="2641270"/>
                  <a:pt x="5197787" y="2852427"/>
                  <a:pt x="5236729" y="3122979"/>
                </a:cubicBezTo>
                <a:cubicBezTo>
                  <a:pt x="5275671" y="3393531"/>
                  <a:pt x="5213910" y="3453849"/>
                  <a:pt x="5236729" y="3657736"/>
                </a:cubicBezTo>
                <a:cubicBezTo>
                  <a:pt x="5259548" y="3861623"/>
                  <a:pt x="5184637" y="4094830"/>
                  <a:pt x="5236729" y="4278054"/>
                </a:cubicBezTo>
                <a:cubicBezTo>
                  <a:pt x="5034715" y="4307249"/>
                  <a:pt x="4894262" y="4259756"/>
                  <a:pt x="4759605" y="4278054"/>
                </a:cubicBezTo>
                <a:cubicBezTo>
                  <a:pt x="4624948" y="4296352"/>
                  <a:pt x="4259057" y="4213799"/>
                  <a:pt x="4073011" y="4278054"/>
                </a:cubicBezTo>
                <a:cubicBezTo>
                  <a:pt x="3886965" y="4342309"/>
                  <a:pt x="3543846" y="4214690"/>
                  <a:pt x="3386418" y="4278054"/>
                </a:cubicBezTo>
                <a:cubicBezTo>
                  <a:pt x="3228990" y="4341418"/>
                  <a:pt x="3173038" y="4247231"/>
                  <a:pt x="2961661" y="4278054"/>
                </a:cubicBezTo>
                <a:cubicBezTo>
                  <a:pt x="2750284" y="4308877"/>
                  <a:pt x="2427057" y="4229968"/>
                  <a:pt x="2275068" y="4278054"/>
                </a:cubicBezTo>
                <a:cubicBezTo>
                  <a:pt x="2123079" y="4326140"/>
                  <a:pt x="1735008" y="4233045"/>
                  <a:pt x="1588474" y="4278054"/>
                </a:cubicBezTo>
                <a:cubicBezTo>
                  <a:pt x="1441940" y="4323063"/>
                  <a:pt x="1115216" y="4222830"/>
                  <a:pt x="901881" y="4278054"/>
                </a:cubicBezTo>
                <a:cubicBezTo>
                  <a:pt x="688546" y="4333278"/>
                  <a:pt x="331798" y="4199454"/>
                  <a:pt x="0" y="4278054"/>
                </a:cubicBezTo>
                <a:cubicBezTo>
                  <a:pt x="-40472" y="4112601"/>
                  <a:pt x="44115" y="3862936"/>
                  <a:pt x="0" y="3700517"/>
                </a:cubicBezTo>
                <a:cubicBezTo>
                  <a:pt x="-44115" y="3538098"/>
                  <a:pt x="47472" y="3394662"/>
                  <a:pt x="0" y="3208541"/>
                </a:cubicBezTo>
                <a:cubicBezTo>
                  <a:pt x="-47472" y="3022420"/>
                  <a:pt x="65914" y="2835900"/>
                  <a:pt x="0" y="2631003"/>
                </a:cubicBezTo>
                <a:cubicBezTo>
                  <a:pt x="-65914" y="2426106"/>
                  <a:pt x="21931" y="2322031"/>
                  <a:pt x="0" y="2096246"/>
                </a:cubicBezTo>
                <a:cubicBezTo>
                  <a:pt x="-21931" y="1870461"/>
                  <a:pt x="30151" y="1772112"/>
                  <a:pt x="0" y="1647051"/>
                </a:cubicBezTo>
                <a:cubicBezTo>
                  <a:pt x="-30151" y="1521990"/>
                  <a:pt x="49031" y="1290774"/>
                  <a:pt x="0" y="1197855"/>
                </a:cubicBezTo>
                <a:cubicBezTo>
                  <a:pt x="-49031" y="1104936"/>
                  <a:pt x="48572" y="942879"/>
                  <a:pt x="0" y="705879"/>
                </a:cubicBezTo>
                <a:cubicBezTo>
                  <a:pt x="-48572" y="468879"/>
                  <a:pt x="60445" y="200960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56886232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 { Sequelize } from 'sequelize’;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 dotenv from "dotenv";</a:t>
            </a:r>
          </a:p>
          <a:p>
            <a:pPr>
              <a:buClr>
                <a:schemeClr val="dk1"/>
              </a:buClr>
              <a:buSzPts val="2800"/>
            </a:pPr>
            <a:endParaRPr lang="sv-SE" sz="1600" dirty="0">
              <a:solidFill>
                <a:schemeClr val="dk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dotenv.config();</a:t>
            </a:r>
          </a:p>
          <a:p>
            <a:pPr>
              <a:buClr>
                <a:schemeClr val="dk1"/>
              </a:buClr>
              <a:buSzPts val="2800"/>
            </a:pPr>
            <a:endParaRPr lang="sv-SE" sz="1600" dirty="0">
              <a:solidFill>
                <a:schemeClr val="dk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const </a:t>
            </a:r>
            <a:r>
              <a:rPr lang="sv-SE" sz="16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</a:t>
            </a: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= new Sequelize(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process.env.DB_NAME,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process.env.DB_USER,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process.env.DB_PASS,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host: process.env.DB_HOST,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dialect: 'mysql’,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}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);</a:t>
            </a:r>
          </a:p>
          <a:p>
            <a:pPr>
              <a:buClr>
                <a:schemeClr val="dk1"/>
              </a:buClr>
              <a:buSzPts val="2800"/>
            </a:pPr>
            <a:endParaRPr lang="sv-SE" sz="1600" dirty="0">
              <a:solidFill>
                <a:schemeClr val="dk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module.exports = </a:t>
            </a:r>
            <a:r>
              <a:rPr lang="sv-SE" sz="16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</a:t>
            </a: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;</a:t>
            </a:r>
          </a:p>
          <a:p>
            <a:pPr>
              <a:buClr>
                <a:schemeClr val="dk1"/>
              </a:buClr>
              <a:buSzPts val="2800"/>
            </a:pPr>
            <a:endParaRPr lang="sv-SE" sz="1600" dirty="0">
              <a:solidFill>
                <a:schemeClr val="dk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4BEC14-121E-8749-E71D-B36CC26D4636}"/>
              </a:ext>
            </a:extLst>
          </p:cNvPr>
          <p:cNvSpPr txBox="1"/>
          <p:nvPr/>
        </p:nvSpPr>
        <p:spPr>
          <a:xfrm>
            <a:off x="2461149" y="660197"/>
            <a:ext cx="6959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connect to the database, we must create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Sequelize instance</a:t>
            </a:r>
          </a:p>
        </p:txBody>
      </p:sp>
      <p:sp>
        <p:nvSpPr>
          <p:cNvPr id="21" name="TextBox 20">
            <a:hlinkClick r:id="rId2"/>
            <a:extLst>
              <a:ext uri="{FF2B5EF4-FFF2-40B4-BE49-F238E27FC236}">
                <a16:creationId xmlns:a16="http://schemas.microsoft.com/office/drawing/2014/main" id="{2DCCADD1-3720-F5F0-D1D9-6B9B69B09500}"/>
              </a:ext>
            </a:extLst>
          </p:cNvPr>
          <p:cNvSpPr txBox="1"/>
          <p:nvPr/>
        </p:nvSpPr>
        <p:spPr>
          <a:xfrm rot="19730347">
            <a:off x="10772945" y="342597"/>
            <a:ext cx="1162498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SEE  MORE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1C6719-7E6E-1E48-0806-7B35FDCABE87}"/>
              </a:ext>
            </a:extLst>
          </p:cNvPr>
          <p:cNvSpPr txBox="1"/>
          <p:nvPr/>
        </p:nvSpPr>
        <p:spPr>
          <a:xfrm>
            <a:off x="9647673" y="3234218"/>
            <a:ext cx="2049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ABOUT SQL ?</a:t>
            </a:r>
          </a:p>
          <a:p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Behind the scene, Sequelize will create a MySQL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connection pool </a:t>
            </a:r>
          </a:p>
          <a:p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Picture 2" descr="Idea - Free technology icons">
            <a:extLst>
              <a:ext uri="{FF2B5EF4-FFF2-40B4-BE49-F238E27FC236}">
                <a16:creationId xmlns:a16="http://schemas.microsoft.com/office/drawing/2014/main" id="{4CC81403-8E64-6B1A-7182-19E37887C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297" y="2808980"/>
            <a:ext cx="493711" cy="42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Google Shape;107;p2">
            <a:extLst>
              <a:ext uri="{FF2B5EF4-FFF2-40B4-BE49-F238E27FC236}">
                <a16:creationId xmlns:a16="http://schemas.microsoft.com/office/drawing/2014/main" id="{3910417C-3850-6154-3570-7BB4CFC41900}"/>
              </a:ext>
            </a:extLst>
          </p:cNvPr>
          <p:cNvSpPr txBox="1"/>
          <p:nvPr/>
        </p:nvSpPr>
        <p:spPr>
          <a:xfrm>
            <a:off x="374831" y="159630"/>
            <a:ext cx="2095838" cy="369332"/>
          </a:xfrm>
          <a:prstGeom prst="rect">
            <a:avLst/>
          </a:prstGeom>
          <a:solidFill>
            <a:schemeClr val="accent4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ORM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8774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AE5D8-8009-F1BB-D59E-5EBBE5241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6389E867-5B1B-B45B-CC7C-6B0484F7F188}"/>
              </a:ext>
            </a:extLst>
          </p:cNvPr>
          <p:cNvSpPr txBox="1"/>
          <p:nvPr/>
        </p:nvSpPr>
        <p:spPr>
          <a:xfrm>
            <a:off x="259418" y="1669336"/>
            <a:ext cx="2889752" cy="364711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project/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controllers/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userController.js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model/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routes/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userRoutes.js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db/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database.js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.env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</a:t>
            </a:r>
            <a:r>
              <a:rPr lang="sv-SE" sz="14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server.js</a:t>
            </a:r>
            <a:endParaRPr lang="en-US" sz="1400" strike="noStrike" cap="none" dirty="0">
              <a:solidFill>
                <a:schemeClr val="accent4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7E521-14D4-1BE1-C10C-1630324F2BD9}"/>
              </a:ext>
            </a:extLst>
          </p:cNvPr>
          <p:cNvSpPr txBox="1"/>
          <p:nvPr/>
        </p:nvSpPr>
        <p:spPr>
          <a:xfrm>
            <a:off x="4217937" y="180459"/>
            <a:ext cx="3756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Test the </a:t>
            </a:r>
            <a:r>
              <a:rPr lang="en-US" sz="3200" b="1" dirty="0"/>
              <a:t>connection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Google Shape;111;p2">
            <a:extLst>
              <a:ext uri="{FF2B5EF4-FFF2-40B4-BE49-F238E27FC236}">
                <a16:creationId xmlns:a16="http://schemas.microsoft.com/office/drawing/2014/main" id="{DFA9ECE6-6D53-6B36-8736-A791383B37FA}"/>
              </a:ext>
            </a:extLst>
          </p:cNvPr>
          <p:cNvSpPr txBox="1"/>
          <p:nvPr/>
        </p:nvSpPr>
        <p:spPr>
          <a:xfrm>
            <a:off x="3532599" y="1669336"/>
            <a:ext cx="5304736" cy="3046948"/>
          </a:xfrm>
          <a:custGeom>
            <a:avLst/>
            <a:gdLst>
              <a:gd name="connsiteX0" fmla="*/ 0 w 5304736"/>
              <a:gd name="connsiteY0" fmla="*/ 0 h 3046948"/>
              <a:gd name="connsiteX1" fmla="*/ 536368 w 5304736"/>
              <a:gd name="connsiteY1" fmla="*/ 0 h 3046948"/>
              <a:gd name="connsiteX2" fmla="*/ 1125783 w 5304736"/>
              <a:gd name="connsiteY2" fmla="*/ 0 h 3046948"/>
              <a:gd name="connsiteX3" fmla="*/ 1609103 w 5304736"/>
              <a:gd name="connsiteY3" fmla="*/ 0 h 3046948"/>
              <a:gd name="connsiteX4" fmla="*/ 2304613 w 5304736"/>
              <a:gd name="connsiteY4" fmla="*/ 0 h 3046948"/>
              <a:gd name="connsiteX5" fmla="*/ 2787933 w 5304736"/>
              <a:gd name="connsiteY5" fmla="*/ 0 h 3046948"/>
              <a:gd name="connsiteX6" fmla="*/ 3430396 w 5304736"/>
              <a:gd name="connsiteY6" fmla="*/ 0 h 3046948"/>
              <a:gd name="connsiteX7" fmla="*/ 3860669 w 5304736"/>
              <a:gd name="connsiteY7" fmla="*/ 0 h 3046948"/>
              <a:gd name="connsiteX8" fmla="*/ 4503131 w 5304736"/>
              <a:gd name="connsiteY8" fmla="*/ 0 h 3046948"/>
              <a:gd name="connsiteX9" fmla="*/ 5304736 w 5304736"/>
              <a:gd name="connsiteY9" fmla="*/ 0 h 3046948"/>
              <a:gd name="connsiteX10" fmla="*/ 5304736 w 5304736"/>
              <a:gd name="connsiteY10" fmla="*/ 568764 h 3046948"/>
              <a:gd name="connsiteX11" fmla="*/ 5304736 w 5304736"/>
              <a:gd name="connsiteY11" fmla="*/ 985180 h 3046948"/>
              <a:gd name="connsiteX12" fmla="*/ 5304736 w 5304736"/>
              <a:gd name="connsiteY12" fmla="*/ 1493005 h 3046948"/>
              <a:gd name="connsiteX13" fmla="*/ 5304736 w 5304736"/>
              <a:gd name="connsiteY13" fmla="*/ 1970360 h 3046948"/>
              <a:gd name="connsiteX14" fmla="*/ 5304736 w 5304736"/>
              <a:gd name="connsiteY14" fmla="*/ 2447715 h 3046948"/>
              <a:gd name="connsiteX15" fmla="*/ 5304736 w 5304736"/>
              <a:gd name="connsiteY15" fmla="*/ 3046948 h 3046948"/>
              <a:gd name="connsiteX16" fmla="*/ 4662274 w 5304736"/>
              <a:gd name="connsiteY16" fmla="*/ 3046948 h 3046948"/>
              <a:gd name="connsiteX17" fmla="*/ 4232000 w 5304736"/>
              <a:gd name="connsiteY17" fmla="*/ 3046948 h 3046948"/>
              <a:gd name="connsiteX18" fmla="*/ 3589538 w 5304736"/>
              <a:gd name="connsiteY18" fmla="*/ 3046948 h 3046948"/>
              <a:gd name="connsiteX19" fmla="*/ 2947076 w 5304736"/>
              <a:gd name="connsiteY19" fmla="*/ 3046948 h 3046948"/>
              <a:gd name="connsiteX20" fmla="*/ 2516803 w 5304736"/>
              <a:gd name="connsiteY20" fmla="*/ 3046948 h 3046948"/>
              <a:gd name="connsiteX21" fmla="*/ 1874340 w 5304736"/>
              <a:gd name="connsiteY21" fmla="*/ 3046948 h 3046948"/>
              <a:gd name="connsiteX22" fmla="*/ 1178830 w 5304736"/>
              <a:gd name="connsiteY22" fmla="*/ 3046948 h 3046948"/>
              <a:gd name="connsiteX23" fmla="*/ 695510 w 5304736"/>
              <a:gd name="connsiteY23" fmla="*/ 3046948 h 3046948"/>
              <a:gd name="connsiteX24" fmla="*/ 0 w 5304736"/>
              <a:gd name="connsiteY24" fmla="*/ 3046948 h 3046948"/>
              <a:gd name="connsiteX25" fmla="*/ 0 w 5304736"/>
              <a:gd name="connsiteY25" fmla="*/ 2539123 h 3046948"/>
              <a:gd name="connsiteX26" fmla="*/ 0 w 5304736"/>
              <a:gd name="connsiteY26" fmla="*/ 2061768 h 3046948"/>
              <a:gd name="connsiteX27" fmla="*/ 0 w 5304736"/>
              <a:gd name="connsiteY27" fmla="*/ 1523474 h 3046948"/>
              <a:gd name="connsiteX28" fmla="*/ 0 w 5304736"/>
              <a:gd name="connsiteY28" fmla="*/ 985180 h 3046948"/>
              <a:gd name="connsiteX29" fmla="*/ 0 w 5304736"/>
              <a:gd name="connsiteY29" fmla="*/ 446886 h 3046948"/>
              <a:gd name="connsiteX30" fmla="*/ 0 w 5304736"/>
              <a:gd name="connsiteY30" fmla="*/ 0 h 3046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304736" h="3046948" extrusionOk="0">
                <a:moveTo>
                  <a:pt x="0" y="0"/>
                </a:moveTo>
                <a:cubicBezTo>
                  <a:pt x="258369" y="-1845"/>
                  <a:pt x="279377" y="55865"/>
                  <a:pt x="536368" y="0"/>
                </a:cubicBezTo>
                <a:cubicBezTo>
                  <a:pt x="793359" y="-55865"/>
                  <a:pt x="938644" y="22944"/>
                  <a:pt x="1125783" y="0"/>
                </a:cubicBezTo>
                <a:cubicBezTo>
                  <a:pt x="1312923" y="-22944"/>
                  <a:pt x="1396789" y="54283"/>
                  <a:pt x="1609103" y="0"/>
                </a:cubicBezTo>
                <a:cubicBezTo>
                  <a:pt x="1821417" y="-54283"/>
                  <a:pt x="2146350" y="15820"/>
                  <a:pt x="2304613" y="0"/>
                </a:cubicBezTo>
                <a:cubicBezTo>
                  <a:pt x="2462876" y="-15820"/>
                  <a:pt x="2598248" y="52873"/>
                  <a:pt x="2787933" y="0"/>
                </a:cubicBezTo>
                <a:cubicBezTo>
                  <a:pt x="2977618" y="-52873"/>
                  <a:pt x="3215003" y="69015"/>
                  <a:pt x="3430396" y="0"/>
                </a:cubicBezTo>
                <a:cubicBezTo>
                  <a:pt x="3645789" y="-69015"/>
                  <a:pt x="3751651" y="20642"/>
                  <a:pt x="3860669" y="0"/>
                </a:cubicBezTo>
                <a:cubicBezTo>
                  <a:pt x="3969687" y="-20642"/>
                  <a:pt x="4236603" y="68607"/>
                  <a:pt x="4503131" y="0"/>
                </a:cubicBezTo>
                <a:cubicBezTo>
                  <a:pt x="4769659" y="-68607"/>
                  <a:pt x="5024116" y="26588"/>
                  <a:pt x="5304736" y="0"/>
                </a:cubicBezTo>
                <a:cubicBezTo>
                  <a:pt x="5321371" y="262920"/>
                  <a:pt x="5280440" y="422428"/>
                  <a:pt x="5304736" y="568764"/>
                </a:cubicBezTo>
                <a:cubicBezTo>
                  <a:pt x="5329032" y="715100"/>
                  <a:pt x="5255247" y="848055"/>
                  <a:pt x="5304736" y="985180"/>
                </a:cubicBezTo>
                <a:cubicBezTo>
                  <a:pt x="5354225" y="1122305"/>
                  <a:pt x="5262547" y="1375494"/>
                  <a:pt x="5304736" y="1493005"/>
                </a:cubicBezTo>
                <a:cubicBezTo>
                  <a:pt x="5346925" y="1610517"/>
                  <a:pt x="5254344" y="1867408"/>
                  <a:pt x="5304736" y="1970360"/>
                </a:cubicBezTo>
                <a:cubicBezTo>
                  <a:pt x="5355128" y="2073312"/>
                  <a:pt x="5261770" y="2230922"/>
                  <a:pt x="5304736" y="2447715"/>
                </a:cubicBezTo>
                <a:cubicBezTo>
                  <a:pt x="5347702" y="2664508"/>
                  <a:pt x="5265945" y="2848470"/>
                  <a:pt x="5304736" y="3046948"/>
                </a:cubicBezTo>
                <a:cubicBezTo>
                  <a:pt x="5155460" y="3074419"/>
                  <a:pt x="4886776" y="3016943"/>
                  <a:pt x="4662274" y="3046948"/>
                </a:cubicBezTo>
                <a:cubicBezTo>
                  <a:pt x="4437772" y="3076953"/>
                  <a:pt x="4343381" y="3041302"/>
                  <a:pt x="4232000" y="3046948"/>
                </a:cubicBezTo>
                <a:cubicBezTo>
                  <a:pt x="4120619" y="3052594"/>
                  <a:pt x="3842802" y="3024153"/>
                  <a:pt x="3589538" y="3046948"/>
                </a:cubicBezTo>
                <a:cubicBezTo>
                  <a:pt x="3336274" y="3069743"/>
                  <a:pt x="3180694" y="2984364"/>
                  <a:pt x="2947076" y="3046948"/>
                </a:cubicBezTo>
                <a:cubicBezTo>
                  <a:pt x="2713458" y="3109532"/>
                  <a:pt x="2718468" y="3015375"/>
                  <a:pt x="2516803" y="3046948"/>
                </a:cubicBezTo>
                <a:cubicBezTo>
                  <a:pt x="2315138" y="3078521"/>
                  <a:pt x="2165662" y="2987383"/>
                  <a:pt x="1874340" y="3046948"/>
                </a:cubicBezTo>
                <a:cubicBezTo>
                  <a:pt x="1583018" y="3106513"/>
                  <a:pt x="1460609" y="3044999"/>
                  <a:pt x="1178830" y="3046948"/>
                </a:cubicBezTo>
                <a:cubicBezTo>
                  <a:pt x="897051" y="3048897"/>
                  <a:pt x="823325" y="3027590"/>
                  <a:pt x="695510" y="3046948"/>
                </a:cubicBezTo>
                <a:cubicBezTo>
                  <a:pt x="567695" y="3066306"/>
                  <a:pt x="313364" y="3021528"/>
                  <a:pt x="0" y="3046948"/>
                </a:cubicBezTo>
                <a:cubicBezTo>
                  <a:pt x="-23116" y="2811610"/>
                  <a:pt x="30247" y="2704936"/>
                  <a:pt x="0" y="2539123"/>
                </a:cubicBezTo>
                <a:cubicBezTo>
                  <a:pt x="-30247" y="2373311"/>
                  <a:pt x="17641" y="2228750"/>
                  <a:pt x="0" y="2061768"/>
                </a:cubicBezTo>
                <a:cubicBezTo>
                  <a:pt x="-17641" y="1894787"/>
                  <a:pt x="18352" y="1735411"/>
                  <a:pt x="0" y="1523474"/>
                </a:cubicBezTo>
                <a:cubicBezTo>
                  <a:pt x="-18352" y="1311537"/>
                  <a:pt x="4739" y="1247852"/>
                  <a:pt x="0" y="985180"/>
                </a:cubicBezTo>
                <a:cubicBezTo>
                  <a:pt x="-4739" y="722508"/>
                  <a:pt x="43243" y="582871"/>
                  <a:pt x="0" y="446886"/>
                </a:cubicBezTo>
                <a:cubicBezTo>
                  <a:pt x="-43243" y="310901"/>
                  <a:pt x="44568" y="201162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59675211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 sequelize from "./db/database.js"; </a:t>
            </a:r>
          </a:p>
          <a:p>
            <a:pPr>
              <a:buClr>
                <a:schemeClr val="dk1"/>
              </a:buClr>
              <a:buSzPts val="2800"/>
            </a:pPr>
            <a:endParaRPr lang="sv-SE" sz="1600" dirty="0">
              <a:solidFill>
                <a:schemeClr val="dk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</a:t>
            </a:r>
            <a:r>
              <a:rPr lang="sv-SE" sz="1600" b="1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await</a:t>
            </a: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sv-SE" sz="1600" b="1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sequelize.authenticate</a:t>
            </a: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();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</a:t>
            </a:r>
            <a:r>
              <a:rPr lang="sv-SE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console.log("Success");</a:t>
            </a:r>
          </a:p>
          <a:p>
            <a:pPr>
              <a:buClr>
                <a:schemeClr val="dk1"/>
              </a:buClr>
              <a:buSzPts val="2800"/>
            </a:pPr>
            <a:endParaRPr lang="sv-SE" sz="1600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} catch (error)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console.error("Error", error);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}</a:t>
            </a:r>
          </a:p>
          <a:p>
            <a:pPr>
              <a:buClr>
                <a:schemeClr val="dk1"/>
              </a:buClr>
              <a:buSzPts val="2800"/>
            </a:pPr>
            <a:endParaRPr lang="sv-SE" sz="1600" dirty="0">
              <a:solidFill>
                <a:schemeClr val="dk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endParaRPr lang="sv-SE" sz="1600" dirty="0">
              <a:solidFill>
                <a:schemeClr val="dk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endParaRPr lang="sv-SE" sz="1600" dirty="0">
              <a:solidFill>
                <a:schemeClr val="dk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705303-4E7B-793D-526E-573C9D95BCA4}"/>
              </a:ext>
            </a:extLst>
          </p:cNvPr>
          <p:cNvSpPr txBox="1"/>
          <p:nvPr/>
        </p:nvSpPr>
        <p:spPr>
          <a:xfrm>
            <a:off x="3149170" y="786815"/>
            <a:ext cx="70107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sv-SE" sz="2000" b="1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sequelize.authenticate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 to test the connection</a:t>
            </a:r>
          </a:p>
        </p:txBody>
      </p:sp>
      <p:sp>
        <p:nvSpPr>
          <p:cNvPr id="12" name="TextBox 11">
            <a:hlinkClick r:id="rId2"/>
            <a:extLst>
              <a:ext uri="{FF2B5EF4-FFF2-40B4-BE49-F238E27FC236}">
                <a16:creationId xmlns:a16="http://schemas.microsoft.com/office/drawing/2014/main" id="{60C7C151-6F19-58ED-9211-6B2EB2AB0910}"/>
              </a:ext>
            </a:extLst>
          </p:cNvPr>
          <p:cNvSpPr txBox="1"/>
          <p:nvPr/>
        </p:nvSpPr>
        <p:spPr>
          <a:xfrm rot="19730347">
            <a:off x="10772945" y="342597"/>
            <a:ext cx="1162498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SEE  MORE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35DF9C-46D0-8BCF-B74B-60C15BF348AF}"/>
              </a:ext>
            </a:extLst>
          </p:cNvPr>
          <p:cNvSpPr txBox="1"/>
          <p:nvPr/>
        </p:nvSpPr>
        <p:spPr>
          <a:xfrm>
            <a:off x="9690100" y="2070010"/>
            <a:ext cx="209351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AWAIT ?</a:t>
            </a:r>
          </a:p>
          <a:p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of the methods provided by Sequelize are asynchronous.</a:t>
            </a:r>
          </a:p>
          <a:p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use async/await</a:t>
            </a:r>
          </a:p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handle the promises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8926FE9-BA29-242B-A48B-88B8D202B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258" y="4981623"/>
            <a:ext cx="5774072" cy="1162002"/>
          </a:xfrm>
          <a:prstGeom prst="rect">
            <a:avLst/>
          </a:prstGeom>
        </p:spPr>
      </p:pic>
      <p:pic>
        <p:nvPicPr>
          <p:cNvPr id="24" name="Picture 2" descr="Idea - Free technology icons">
            <a:extLst>
              <a:ext uri="{FF2B5EF4-FFF2-40B4-BE49-F238E27FC236}">
                <a16:creationId xmlns:a16="http://schemas.microsoft.com/office/drawing/2014/main" id="{14FA1473-75B4-0B9D-4629-B5DAAFE79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0100" y="1647644"/>
            <a:ext cx="493711" cy="42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Google Shape;107;p2">
            <a:extLst>
              <a:ext uri="{FF2B5EF4-FFF2-40B4-BE49-F238E27FC236}">
                <a16:creationId xmlns:a16="http://schemas.microsoft.com/office/drawing/2014/main" id="{AF150044-B065-ED7E-EB7C-003159EB4D8E}"/>
              </a:ext>
            </a:extLst>
          </p:cNvPr>
          <p:cNvSpPr txBox="1"/>
          <p:nvPr/>
        </p:nvSpPr>
        <p:spPr>
          <a:xfrm>
            <a:off x="374831" y="159630"/>
            <a:ext cx="2095838" cy="369332"/>
          </a:xfrm>
          <a:prstGeom prst="rect">
            <a:avLst/>
          </a:prstGeom>
          <a:solidFill>
            <a:schemeClr val="accent4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ORM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0829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82FA4-216A-F443-FF34-350FBAD76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B207E9-FBDE-0F5E-4E66-7A577C676226}"/>
              </a:ext>
            </a:extLst>
          </p:cNvPr>
          <p:cNvSpPr txBox="1"/>
          <p:nvPr/>
        </p:nvSpPr>
        <p:spPr>
          <a:xfrm>
            <a:off x="4568368" y="237754"/>
            <a:ext cx="27406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Google Shape;107;p2">
            <a:extLst>
              <a:ext uri="{FF2B5EF4-FFF2-40B4-BE49-F238E27FC236}">
                <a16:creationId xmlns:a16="http://schemas.microsoft.com/office/drawing/2014/main" id="{4E70A47C-07EB-EDB7-64EB-92448A98F345}"/>
              </a:ext>
            </a:extLst>
          </p:cNvPr>
          <p:cNvSpPr txBox="1"/>
          <p:nvPr/>
        </p:nvSpPr>
        <p:spPr>
          <a:xfrm>
            <a:off x="204856" y="237754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11;p2">
            <a:extLst>
              <a:ext uri="{FF2B5EF4-FFF2-40B4-BE49-F238E27FC236}">
                <a16:creationId xmlns:a16="http://schemas.microsoft.com/office/drawing/2014/main" id="{E9F19875-D4EA-C8CB-F6D4-86A2D66B5BE9}"/>
              </a:ext>
            </a:extLst>
          </p:cNvPr>
          <p:cNvSpPr txBox="1"/>
          <p:nvPr/>
        </p:nvSpPr>
        <p:spPr>
          <a:xfrm>
            <a:off x="3366846" y="1707436"/>
            <a:ext cx="5700953" cy="1569620"/>
          </a:xfrm>
          <a:custGeom>
            <a:avLst/>
            <a:gdLst>
              <a:gd name="connsiteX0" fmla="*/ 0 w 5700953"/>
              <a:gd name="connsiteY0" fmla="*/ 0 h 1569620"/>
              <a:gd name="connsiteX1" fmla="*/ 399067 w 5700953"/>
              <a:gd name="connsiteY1" fmla="*/ 0 h 1569620"/>
              <a:gd name="connsiteX2" fmla="*/ 1083181 w 5700953"/>
              <a:gd name="connsiteY2" fmla="*/ 0 h 1569620"/>
              <a:gd name="connsiteX3" fmla="*/ 1482248 w 5700953"/>
              <a:gd name="connsiteY3" fmla="*/ 0 h 1569620"/>
              <a:gd name="connsiteX4" fmla="*/ 1995334 w 5700953"/>
              <a:gd name="connsiteY4" fmla="*/ 0 h 1569620"/>
              <a:gd name="connsiteX5" fmla="*/ 2508419 w 5700953"/>
              <a:gd name="connsiteY5" fmla="*/ 0 h 1569620"/>
              <a:gd name="connsiteX6" fmla="*/ 2907486 w 5700953"/>
              <a:gd name="connsiteY6" fmla="*/ 0 h 1569620"/>
              <a:gd name="connsiteX7" fmla="*/ 3363562 w 5700953"/>
              <a:gd name="connsiteY7" fmla="*/ 0 h 1569620"/>
              <a:gd name="connsiteX8" fmla="*/ 3876648 w 5700953"/>
              <a:gd name="connsiteY8" fmla="*/ 0 h 1569620"/>
              <a:gd name="connsiteX9" fmla="*/ 4275715 w 5700953"/>
              <a:gd name="connsiteY9" fmla="*/ 0 h 1569620"/>
              <a:gd name="connsiteX10" fmla="*/ 4959829 w 5700953"/>
              <a:gd name="connsiteY10" fmla="*/ 0 h 1569620"/>
              <a:gd name="connsiteX11" fmla="*/ 5700953 w 5700953"/>
              <a:gd name="connsiteY11" fmla="*/ 0 h 1569620"/>
              <a:gd name="connsiteX12" fmla="*/ 5700953 w 5700953"/>
              <a:gd name="connsiteY12" fmla="*/ 491814 h 1569620"/>
              <a:gd name="connsiteX13" fmla="*/ 5700953 w 5700953"/>
              <a:gd name="connsiteY13" fmla="*/ 1015021 h 1569620"/>
              <a:gd name="connsiteX14" fmla="*/ 5700953 w 5700953"/>
              <a:gd name="connsiteY14" fmla="*/ 1569620 h 1569620"/>
              <a:gd name="connsiteX15" fmla="*/ 5130858 w 5700953"/>
              <a:gd name="connsiteY15" fmla="*/ 1569620 h 1569620"/>
              <a:gd name="connsiteX16" fmla="*/ 4560762 w 5700953"/>
              <a:gd name="connsiteY16" fmla="*/ 1569620 h 1569620"/>
              <a:gd name="connsiteX17" fmla="*/ 4047677 w 5700953"/>
              <a:gd name="connsiteY17" fmla="*/ 1569620 h 1569620"/>
              <a:gd name="connsiteX18" fmla="*/ 3534591 w 5700953"/>
              <a:gd name="connsiteY18" fmla="*/ 1569620 h 1569620"/>
              <a:gd name="connsiteX19" fmla="*/ 3021505 w 5700953"/>
              <a:gd name="connsiteY19" fmla="*/ 1569620 h 1569620"/>
              <a:gd name="connsiteX20" fmla="*/ 2622438 w 5700953"/>
              <a:gd name="connsiteY20" fmla="*/ 1569620 h 1569620"/>
              <a:gd name="connsiteX21" fmla="*/ 2166362 w 5700953"/>
              <a:gd name="connsiteY21" fmla="*/ 1569620 h 1569620"/>
              <a:gd name="connsiteX22" fmla="*/ 1596267 w 5700953"/>
              <a:gd name="connsiteY22" fmla="*/ 1569620 h 1569620"/>
              <a:gd name="connsiteX23" fmla="*/ 969162 w 5700953"/>
              <a:gd name="connsiteY23" fmla="*/ 1569620 h 1569620"/>
              <a:gd name="connsiteX24" fmla="*/ 0 w 5700953"/>
              <a:gd name="connsiteY24" fmla="*/ 1569620 h 1569620"/>
              <a:gd name="connsiteX25" fmla="*/ 0 w 5700953"/>
              <a:gd name="connsiteY25" fmla="*/ 1015021 h 1569620"/>
              <a:gd name="connsiteX26" fmla="*/ 0 w 5700953"/>
              <a:gd name="connsiteY26" fmla="*/ 523207 h 1569620"/>
              <a:gd name="connsiteX27" fmla="*/ 0 w 5700953"/>
              <a:gd name="connsiteY27" fmla="*/ 0 h 1569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700953" h="1569620" extrusionOk="0">
                <a:moveTo>
                  <a:pt x="0" y="0"/>
                </a:moveTo>
                <a:cubicBezTo>
                  <a:pt x="170720" y="-33684"/>
                  <a:pt x="292089" y="23781"/>
                  <a:pt x="399067" y="0"/>
                </a:cubicBezTo>
                <a:cubicBezTo>
                  <a:pt x="506045" y="-23781"/>
                  <a:pt x="862054" y="1931"/>
                  <a:pt x="1083181" y="0"/>
                </a:cubicBezTo>
                <a:cubicBezTo>
                  <a:pt x="1304308" y="-1931"/>
                  <a:pt x="1326071" y="21899"/>
                  <a:pt x="1482248" y="0"/>
                </a:cubicBezTo>
                <a:cubicBezTo>
                  <a:pt x="1638425" y="-21899"/>
                  <a:pt x="1751421" y="29369"/>
                  <a:pt x="1995334" y="0"/>
                </a:cubicBezTo>
                <a:cubicBezTo>
                  <a:pt x="2239247" y="-29369"/>
                  <a:pt x="2295373" y="33831"/>
                  <a:pt x="2508419" y="0"/>
                </a:cubicBezTo>
                <a:cubicBezTo>
                  <a:pt x="2721465" y="-33831"/>
                  <a:pt x="2821735" y="11568"/>
                  <a:pt x="2907486" y="0"/>
                </a:cubicBezTo>
                <a:cubicBezTo>
                  <a:pt x="2993237" y="-11568"/>
                  <a:pt x="3164918" y="5705"/>
                  <a:pt x="3363562" y="0"/>
                </a:cubicBezTo>
                <a:cubicBezTo>
                  <a:pt x="3562206" y="-5705"/>
                  <a:pt x="3638941" y="24212"/>
                  <a:pt x="3876648" y="0"/>
                </a:cubicBezTo>
                <a:cubicBezTo>
                  <a:pt x="4114355" y="-24212"/>
                  <a:pt x="4161285" y="33216"/>
                  <a:pt x="4275715" y="0"/>
                </a:cubicBezTo>
                <a:cubicBezTo>
                  <a:pt x="4390145" y="-33216"/>
                  <a:pt x="4791083" y="62826"/>
                  <a:pt x="4959829" y="0"/>
                </a:cubicBezTo>
                <a:cubicBezTo>
                  <a:pt x="5128575" y="-62826"/>
                  <a:pt x="5499542" y="68838"/>
                  <a:pt x="5700953" y="0"/>
                </a:cubicBezTo>
                <a:cubicBezTo>
                  <a:pt x="5710726" y="206976"/>
                  <a:pt x="5662833" y="331651"/>
                  <a:pt x="5700953" y="491814"/>
                </a:cubicBezTo>
                <a:cubicBezTo>
                  <a:pt x="5739073" y="651977"/>
                  <a:pt x="5696394" y="896058"/>
                  <a:pt x="5700953" y="1015021"/>
                </a:cubicBezTo>
                <a:cubicBezTo>
                  <a:pt x="5705512" y="1133984"/>
                  <a:pt x="5646006" y="1396193"/>
                  <a:pt x="5700953" y="1569620"/>
                </a:cubicBezTo>
                <a:cubicBezTo>
                  <a:pt x="5437278" y="1622199"/>
                  <a:pt x="5268512" y="1569432"/>
                  <a:pt x="5130858" y="1569620"/>
                </a:cubicBezTo>
                <a:cubicBezTo>
                  <a:pt x="4993205" y="1569808"/>
                  <a:pt x="4804925" y="1501615"/>
                  <a:pt x="4560762" y="1569620"/>
                </a:cubicBezTo>
                <a:cubicBezTo>
                  <a:pt x="4316599" y="1637625"/>
                  <a:pt x="4275569" y="1554412"/>
                  <a:pt x="4047677" y="1569620"/>
                </a:cubicBezTo>
                <a:cubicBezTo>
                  <a:pt x="3819785" y="1584828"/>
                  <a:pt x="3685237" y="1510078"/>
                  <a:pt x="3534591" y="1569620"/>
                </a:cubicBezTo>
                <a:cubicBezTo>
                  <a:pt x="3383945" y="1629162"/>
                  <a:pt x="3247373" y="1558495"/>
                  <a:pt x="3021505" y="1569620"/>
                </a:cubicBezTo>
                <a:cubicBezTo>
                  <a:pt x="2795637" y="1580745"/>
                  <a:pt x="2755229" y="1564183"/>
                  <a:pt x="2622438" y="1569620"/>
                </a:cubicBezTo>
                <a:cubicBezTo>
                  <a:pt x="2489647" y="1575057"/>
                  <a:pt x="2324272" y="1559374"/>
                  <a:pt x="2166362" y="1569620"/>
                </a:cubicBezTo>
                <a:cubicBezTo>
                  <a:pt x="2008452" y="1579866"/>
                  <a:pt x="1798816" y="1543450"/>
                  <a:pt x="1596267" y="1569620"/>
                </a:cubicBezTo>
                <a:cubicBezTo>
                  <a:pt x="1393718" y="1595790"/>
                  <a:pt x="1274590" y="1537536"/>
                  <a:pt x="969162" y="1569620"/>
                </a:cubicBezTo>
                <a:cubicBezTo>
                  <a:pt x="663735" y="1601704"/>
                  <a:pt x="404226" y="1565754"/>
                  <a:pt x="0" y="1569620"/>
                </a:cubicBezTo>
                <a:cubicBezTo>
                  <a:pt x="-66039" y="1430341"/>
                  <a:pt x="34289" y="1279968"/>
                  <a:pt x="0" y="1015021"/>
                </a:cubicBezTo>
                <a:cubicBezTo>
                  <a:pt x="-34289" y="750074"/>
                  <a:pt x="54155" y="644405"/>
                  <a:pt x="0" y="523207"/>
                </a:cubicBezTo>
                <a:cubicBezTo>
                  <a:pt x="-54155" y="402009"/>
                  <a:pt x="23018" y="150616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57990383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const Student = sequelize.define(</a:t>
            </a:r>
            <a:r>
              <a:rPr lang="sv-SE" sz="16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'Student</a:t>
            </a: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',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</a:t>
            </a:r>
            <a:r>
              <a:rPr lang="sv-SE" sz="1600" dirty="0">
                <a:solidFill>
                  <a:schemeClr val="accent6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name</a:t>
            </a: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DataTypes.</a:t>
            </a:r>
            <a:r>
              <a:rPr lang="sv-SE" sz="16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STRING</a:t>
            </a: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</a:t>
            </a:r>
            <a:r>
              <a:rPr lang="sv-SE" sz="1600" dirty="0">
                <a:solidFill>
                  <a:schemeClr val="accent6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age</a:t>
            </a: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DataTypes.</a:t>
            </a:r>
            <a:r>
              <a:rPr lang="sv-SE" sz="16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INTEGER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});</a:t>
            </a:r>
          </a:p>
          <a:p>
            <a:pPr>
              <a:buClr>
                <a:schemeClr val="dk1"/>
              </a:buClr>
              <a:buSzPts val="2800"/>
            </a:pPr>
            <a:endParaRPr lang="sv-SE" sz="1600" dirty="0">
              <a:solidFill>
                <a:schemeClr val="dk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export default Student;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8EB035-921B-BDD5-B4A3-85F810B744CF}"/>
              </a:ext>
            </a:extLst>
          </p:cNvPr>
          <p:cNvSpPr txBox="1"/>
          <p:nvPr/>
        </p:nvSpPr>
        <p:spPr>
          <a:xfrm>
            <a:off x="2457982" y="824820"/>
            <a:ext cx="6961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an abstraction that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represents a table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database</a:t>
            </a:r>
          </a:p>
        </p:txBody>
      </p:sp>
      <p:pic>
        <p:nvPicPr>
          <p:cNvPr id="9218" name="Picture 2" descr="Idea - Free technology icons">
            <a:extLst>
              <a:ext uri="{FF2B5EF4-FFF2-40B4-BE49-F238E27FC236}">
                <a16:creationId xmlns:a16="http://schemas.microsoft.com/office/drawing/2014/main" id="{E1B51B01-5FA4-DA72-60CA-1B367B682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498" y="4460699"/>
            <a:ext cx="493711" cy="42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CF832A-0ABF-1E5E-0C47-C6DC90B30065}"/>
              </a:ext>
            </a:extLst>
          </p:cNvPr>
          <p:cNvSpPr txBox="1"/>
          <p:nvPr/>
        </p:nvSpPr>
        <p:spPr>
          <a:xfrm>
            <a:off x="9393570" y="4935776"/>
            <a:ext cx="246699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the table name is not given, Sequelize automatically </a:t>
            </a:r>
            <a:r>
              <a:rPr lang="en-US" sz="14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pluralizes the model's name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uses that as the table name.</a:t>
            </a:r>
          </a:p>
        </p:txBody>
      </p:sp>
      <p:sp>
        <p:nvSpPr>
          <p:cNvPr id="4" name="Google Shape;111;p2">
            <a:extLst>
              <a:ext uri="{FF2B5EF4-FFF2-40B4-BE49-F238E27FC236}">
                <a16:creationId xmlns:a16="http://schemas.microsoft.com/office/drawing/2014/main" id="{D90E3567-6BBA-C7B4-46CD-3656DD64BD2C}"/>
              </a:ext>
            </a:extLst>
          </p:cNvPr>
          <p:cNvSpPr txBox="1"/>
          <p:nvPr/>
        </p:nvSpPr>
        <p:spPr>
          <a:xfrm>
            <a:off x="3343681" y="4981963"/>
            <a:ext cx="5830408" cy="1200288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CREATE TABLE </a:t>
            </a:r>
            <a:r>
              <a:rPr lang="sv-SE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Student</a:t>
            </a:r>
            <a:r>
              <a:rPr lang="sv-SE" b="1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</a:t>
            </a:r>
            <a:r>
              <a:rPr lang="sv-SE" b="1" dirty="0">
                <a:solidFill>
                  <a:schemeClr val="bg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</a:t>
            </a:r>
          </a:p>
          <a:p>
            <a:r>
              <a:rPr lang="sv-SE" b="1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	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latin typeface="Consolas" panose="020B0609020204030204" pitchFamily="49" charset="0"/>
              </a:rPr>
              <a:t>      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VARCHAR(255)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latin typeface="Consolas" panose="020B0609020204030204" pitchFamily="49" charset="0"/>
              </a:rPr>
              <a:t>  	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b="1" dirty="0">
                <a:solidFill>
                  <a:schemeClr val="bg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D6B075-B113-CD06-2EAA-0810E29BF452}"/>
              </a:ext>
            </a:extLst>
          </p:cNvPr>
          <p:cNvSpPr txBox="1"/>
          <p:nvPr/>
        </p:nvSpPr>
        <p:spPr>
          <a:xfrm>
            <a:off x="5252697" y="3798320"/>
            <a:ext cx="3716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After synchronization, a model triggers the creation of a table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F40207D-AC58-A82A-7A8E-824EA6A5C59D}"/>
              </a:ext>
            </a:extLst>
          </p:cNvPr>
          <p:cNvCxnSpPr/>
          <p:nvPr/>
        </p:nvCxnSpPr>
        <p:spPr>
          <a:xfrm>
            <a:off x="5117885" y="3546299"/>
            <a:ext cx="0" cy="91440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499A16D-1E70-232D-9F27-537FDCAA83F3}"/>
              </a:ext>
            </a:extLst>
          </p:cNvPr>
          <p:cNvSpPr txBox="1"/>
          <p:nvPr/>
        </p:nvSpPr>
        <p:spPr>
          <a:xfrm>
            <a:off x="4358831" y="3818833"/>
            <a:ext cx="781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SYNC</a:t>
            </a:r>
          </a:p>
        </p:txBody>
      </p:sp>
      <p:sp>
        <p:nvSpPr>
          <p:cNvPr id="45" name="Google Shape;111;p2">
            <a:extLst>
              <a:ext uri="{FF2B5EF4-FFF2-40B4-BE49-F238E27FC236}">
                <a16:creationId xmlns:a16="http://schemas.microsoft.com/office/drawing/2014/main" id="{51CEBE68-F7D6-A86F-5531-929D0ECF744C}"/>
              </a:ext>
            </a:extLst>
          </p:cNvPr>
          <p:cNvSpPr txBox="1"/>
          <p:nvPr/>
        </p:nvSpPr>
        <p:spPr>
          <a:xfrm>
            <a:off x="250231" y="1707436"/>
            <a:ext cx="2873969" cy="364711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project/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controllers/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userController.js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model/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</a:t>
            </a:r>
            <a:r>
              <a:rPr lang="sv-SE" sz="14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user.js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routes/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userRoutes.js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db/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database.js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.env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server.js</a:t>
            </a:r>
            <a:endParaRPr lang="en-US" sz="1400" strike="noStrike" cap="none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4134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CDF56-D89A-A8BD-B430-0BEE24669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CF81FD-8585-20AC-9BE7-BC784328F4BE}"/>
              </a:ext>
            </a:extLst>
          </p:cNvPr>
          <p:cNvSpPr txBox="1"/>
          <p:nvPr/>
        </p:nvSpPr>
        <p:spPr>
          <a:xfrm>
            <a:off x="2914065" y="314698"/>
            <a:ext cx="59811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Synchronize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models with database</a:t>
            </a:r>
          </a:p>
        </p:txBody>
      </p:sp>
      <p:sp>
        <p:nvSpPr>
          <p:cNvPr id="5" name="Google Shape;111;p2">
            <a:extLst>
              <a:ext uri="{FF2B5EF4-FFF2-40B4-BE49-F238E27FC236}">
                <a16:creationId xmlns:a16="http://schemas.microsoft.com/office/drawing/2014/main" id="{55F1AC86-8C0A-3284-3BB9-CA1408D64E36}"/>
              </a:ext>
            </a:extLst>
          </p:cNvPr>
          <p:cNvSpPr txBox="1"/>
          <p:nvPr/>
        </p:nvSpPr>
        <p:spPr>
          <a:xfrm>
            <a:off x="204856" y="1879229"/>
            <a:ext cx="3034637" cy="364711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project/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controllers/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userController.js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model/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routes/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userRoutes.js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db/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database.js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.env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</a:t>
            </a:r>
            <a:r>
              <a:rPr lang="sv-SE" sz="14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server.js</a:t>
            </a:r>
            <a:endParaRPr lang="en-US" sz="1400" strike="noStrike" cap="none" dirty="0">
              <a:solidFill>
                <a:schemeClr val="accent4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Google Shape;111;p2">
            <a:extLst>
              <a:ext uri="{FF2B5EF4-FFF2-40B4-BE49-F238E27FC236}">
                <a16:creationId xmlns:a16="http://schemas.microsoft.com/office/drawing/2014/main" id="{660167EF-14B0-E8A1-2072-769135890022}"/>
              </a:ext>
            </a:extLst>
          </p:cNvPr>
          <p:cNvSpPr txBox="1"/>
          <p:nvPr/>
        </p:nvSpPr>
        <p:spPr>
          <a:xfrm>
            <a:off x="3849984" y="1879229"/>
            <a:ext cx="5171201" cy="3539390"/>
          </a:xfrm>
          <a:custGeom>
            <a:avLst/>
            <a:gdLst>
              <a:gd name="connsiteX0" fmla="*/ 0 w 5171201"/>
              <a:gd name="connsiteY0" fmla="*/ 0 h 3539390"/>
              <a:gd name="connsiteX1" fmla="*/ 678002 w 5171201"/>
              <a:gd name="connsiteY1" fmla="*/ 0 h 3539390"/>
              <a:gd name="connsiteX2" fmla="*/ 1356004 w 5171201"/>
              <a:gd name="connsiteY2" fmla="*/ 0 h 3539390"/>
              <a:gd name="connsiteX3" fmla="*/ 1878870 w 5171201"/>
              <a:gd name="connsiteY3" fmla="*/ 0 h 3539390"/>
              <a:gd name="connsiteX4" fmla="*/ 2350024 w 5171201"/>
              <a:gd name="connsiteY4" fmla="*/ 0 h 3539390"/>
              <a:gd name="connsiteX5" fmla="*/ 3028025 w 5171201"/>
              <a:gd name="connsiteY5" fmla="*/ 0 h 3539390"/>
              <a:gd name="connsiteX6" fmla="*/ 3654315 w 5171201"/>
              <a:gd name="connsiteY6" fmla="*/ 0 h 3539390"/>
              <a:gd name="connsiteX7" fmla="*/ 4228893 w 5171201"/>
              <a:gd name="connsiteY7" fmla="*/ 0 h 3539390"/>
              <a:gd name="connsiteX8" fmla="*/ 5171201 w 5171201"/>
              <a:gd name="connsiteY8" fmla="*/ 0 h 3539390"/>
              <a:gd name="connsiteX9" fmla="*/ 5171201 w 5171201"/>
              <a:gd name="connsiteY9" fmla="*/ 660686 h 3539390"/>
              <a:gd name="connsiteX10" fmla="*/ 5171201 w 5171201"/>
              <a:gd name="connsiteY10" fmla="*/ 1144403 h 3539390"/>
              <a:gd name="connsiteX11" fmla="*/ 5171201 w 5171201"/>
              <a:gd name="connsiteY11" fmla="*/ 1805089 h 3539390"/>
              <a:gd name="connsiteX12" fmla="*/ 5171201 w 5171201"/>
              <a:gd name="connsiteY12" fmla="*/ 2394987 h 3539390"/>
              <a:gd name="connsiteX13" fmla="*/ 5171201 w 5171201"/>
              <a:gd name="connsiteY13" fmla="*/ 2878704 h 3539390"/>
              <a:gd name="connsiteX14" fmla="*/ 5171201 w 5171201"/>
              <a:gd name="connsiteY14" fmla="*/ 3539390 h 3539390"/>
              <a:gd name="connsiteX15" fmla="*/ 4648335 w 5171201"/>
              <a:gd name="connsiteY15" fmla="*/ 3539390 h 3539390"/>
              <a:gd name="connsiteX16" fmla="*/ 4073757 w 5171201"/>
              <a:gd name="connsiteY16" fmla="*/ 3539390 h 3539390"/>
              <a:gd name="connsiteX17" fmla="*/ 3395755 w 5171201"/>
              <a:gd name="connsiteY17" fmla="*/ 3539390 h 3539390"/>
              <a:gd name="connsiteX18" fmla="*/ 2976313 w 5171201"/>
              <a:gd name="connsiteY18" fmla="*/ 3539390 h 3539390"/>
              <a:gd name="connsiteX19" fmla="*/ 2350024 w 5171201"/>
              <a:gd name="connsiteY19" fmla="*/ 3539390 h 3539390"/>
              <a:gd name="connsiteX20" fmla="*/ 1723734 w 5171201"/>
              <a:gd name="connsiteY20" fmla="*/ 3539390 h 3539390"/>
              <a:gd name="connsiteX21" fmla="*/ 1149156 w 5171201"/>
              <a:gd name="connsiteY21" fmla="*/ 3539390 h 3539390"/>
              <a:gd name="connsiteX22" fmla="*/ 626290 w 5171201"/>
              <a:gd name="connsiteY22" fmla="*/ 3539390 h 3539390"/>
              <a:gd name="connsiteX23" fmla="*/ 0 w 5171201"/>
              <a:gd name="connsiteY23" fmla="*/ 3539390 h 3539390"/>
              <a:gd name="connsiteX24" fmla="*/ 0 w 5171201"/>
              <a:gd name="connsiteY24" fmla="*/ 3055673 h 3539390"/>
              <a:gd name="connsiteX25" fmla="*/ 0 w 5171201"/>
              <a:gd name="connsiteY25" fmla="*/ 2394987 h 3539390"/>
              <a:gd name="connsiteX26" fmla="*/ 0 w 5171201"/>
              <a:gd name="connsiteY26" fmla="*/ 1875877 h 3539390"/>
              <a:gd name="connsiteX27" fmla="*/ 0 w 5171201"/>
              <a:gd name="connsiteY27" fmla="*/ 1392160 h 3539390"/>
              <a:gd name="connsiteX28" fmla="*/ 0 w 5171201"/>
              <a:gd name="connsiteY28" fmla="*/ 802262 h 3539390"/>
              <a:gd name="connsiteX29" fmla="*/ 0 w 5171201"/>
              <a:gd name="connsiteY29" fmla="*/ 0 h 353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171201" h="3539390" extrusionOk="0">
                <a:moveTo>
                  <a:pt x="0" y="0"/>
                </a:moveTo>
                <a:cubicBezTo>
                  <a:pt x="281064" y="-64508"/>
                  <a:pt x="349783" y="68182"/>
                  <a:pt x="678002" y="0"/>
                </a:cubicBezTo>
                <a:cubicBezTo>
                  <a:pt x="1006221" y="-68182"/>
                  <a:pt x="1155366" y="56273"/>
                  <a:pt x="1356004" y="0"/>
                </a:cubicBezTo>
                <a:cubicBezTo>
                  <a:pt x="1556642" y="-56273"/>
                  <a:pt x="1763607" y="38243"/>
                  <a:pt x="1878870" y="0"/>
                </a:cubicBezTo>
                <a:cubicBezTo>
                  <a:pt x="1994133" y="-38243"/>
                  <a:pt x="2200114" y="19029"/>
                  <a:pt x="2350024" y="0"/>
                </a:cubicBezTo>
                <a:cubicBezTo>
                  <a:pt x="2499934" y="-19029"/>
                  <a:pt x="2865099" y="45128"/>
                  <a:pt x="3028025" y="0"/>
                </a:cubicBezTo>
                <a:cubicBezTo>
                  <a:pt x="3190951" y="-45128"/>
                  <a:pt x="3473554" y="26027"/>
                  <a:pt x="3654315" y="0"/>
                </a:cubicBezTo>
                <a:cubicBezTo>
                  <a:pt x="3835076" y="-26027"/>
                  <a:pt x="4045794" y="5518"/>
                  <a:pt x="4228893" y="0"/>
                </a:cubicBezTo>
                <a:cubicBezTo>
                  <a:pt x="4411992" y="-5518"/>
                  <a:pt x="4872716" y="27697"/>
                  <a:pt x="5171201" y="0"/>
                </a:cubicBezTo>
                <a:cubicBezTo>
                  <a:pt x="5178443" y="264698"/>
                  <a:pt x="5152125" y="456441"/>
                  <a:pt x="5171201" y="660686"/>
                </a:cubicBezTo>
                <a:cubicBezTo>
                  <a:pt x="5190277" y="864931"/>
                  <a:pt x="5135023" y="1040427"/>
                  <a:pt x="5171201" y="1144403"/>
                </a:cubicBezTo>
                <a:cubicBezTo>
                  <a:pt x="5207379" y="1248379"/>
                  <a:pt x="5098732" y="1517970"/>
                  <a:pt x="5171201" y="1805089"/>
                </a:cubicBezTo>
                <a:cubicBezTo>
                  <a:pt x="5243670" y="2092208"/>
                  <a:pt x="5107126" y="2168886"/>
                  <a:pt x="5171201" y="2394987"/>
                </a:cubicBezTo>
                <a:cubicBezTo>
                  <a:pt x="5235276" y="2621088"/>
                  <a:pt x="5161411" y="2735840"/>
                  <a:pt x="5171201" y="2878704"/>
                </a:cubicBezTo>
                <a:cubicBezTo>
                  <a:pt x="5180991" y="3021568"/>
                  <a:pt x="5125810" y="3275842"/>
                  <a:pt x="5171201" y="3539390"/>
                </a:cubicBezTo>
                <a:cubicBezTo>
                  <a:pt x="5010506" y="3566829"/>
                  <a:pt x="4792780" y="3533849"/>
                  <a:pt x="4648335" y="3539390"/>
                </a:cubicBezTo>
                <a:cubicBezTo>
                  <a:pt x="4503890" y="3544931"/>
                  <a:pt x="4207364" y="3531509"/>
                  <a:pt x="4073757" y="3539390"/>
                </a:cubicBezTo>
                <a:cubicBezTo>
                  <a:pt x="3940150" y="3547271"/>
                  <a:pt x="3711441" y="3494334"/>
                  <a:pt x="3395755" y="3539390"/>
                </a:cubicBezTo>
                <a:cubicBezTo>
                  <a:pt x="3080069" y="3584446"/>
                  <a:pt x="3092587" y="3512303"/>
                  <a:pt x="2976313" y="3539390"/>
                </a:cubicBezTo>
                <a:cubicBezTo>
                  <a:pt x="2860039" y="3566477"/>
                  <a:pt x="2506601" y="3511302"/>
                  <a:pt x="2350024" y="3539390"/>
                </a:cubicBezTo>
                <a:cubicBezTo>
                  <a:pt x="2193447" y="3567478"/>
                  <a:pt x="2026166" y="3527930"/>
                  <a:pt x="1723734" y="3539390"/>
                </a:cubicBezTo>
                <a:cubicBezTo>
                  <a:pt x="1421302" y="3550850"/>
                  <a:pt x="1303884" y="3527916"/>
                  <a:pt x="1149156" y="3539390"/>
                </a:cubicBezTo>
                <a:cubicBezTo>
                  <a:pt x="994428" y="3550864"/>
                  <a:pt x="845959" y="3533207"/>
                  <a:pt x="626290" y="3539390"/>
                </a:cubicBezTo>
                <a:cubicBezTo>
                  <a:pt x="406621" y="3545573"/>
                  <a:pt x="296074" y="3472555"/>
                  <a:pt x="0" y="3539390"/>
                </a:cubicBezTo>
                <a:cubicBezTo>
                  <a:pt x="-7549" y="3353205"/>
                  <a:pt x="51986" y="3197673"/>
                  <a:pt x="0" y="3055673"/>
                </a:cubicBezTo>
                <a:cubicBezTo>
                  <a:pt x="-51986" y="2913673"/>
                  <a:pt x="8684" y="2577148"/>
                  <a:pt x="0" y="2394987"/>
                </a:cubicBezTo>
                <a:cubicBezTo>
                  <a:pt x="-8684" y="2212826"/>
                  <a:pt x="35085" y="2046133"/>
                  <a:pt x="0" y="1875877"/>
                </a:cubicBezTo>
                <a:cubicBezTo>
                  <a:pt x="-35085" y="1705621"/>
                  <a:pt x="19239" y="1506038"/>
                  <a:pt x="0" y="1392160"/>
                </a:cubicBezTo>
                <a:cubicBezTo>
                  <a:pt x="-19239" y="1278282"/>
                  <a:pt x="16124" y="1037635"/>
                  <a:pt x="0" y="802262"/>
                </a:cubicBezTo>
                <a:cubicBezTo>
                  <a:pt x="-16124" y="566889"/>
                  <a:pt x="13152" y="200740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37095227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 sequelize from "./db/database.js"; 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 "./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models/user.js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"; </a:t>
            </a:r>
          </a:p>
          <a:p>
            <a:pPr>
              <a:buClr>
                <a:schemeClr val="dk1"/>
              </a:buClr>
              <a:buSzPts val="2800"/>
            </a:pPr>
            <a:endParaRPr lang="sv-SE" sz="1600" dirty="0">
              <a:solidFill>
                <a:schemeClr val="dk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 {</a:t>
            </a:r>
          </a:p>
          <a:p>
            <a:pPr>
              <a:buClr>
                <a:schemeClr val="dk1"/>
              </a:buClr>
              <a:buSzPts val="2800"/>
            </a:pPr>
            <a:endParaRPr lang="sv-SE" sz="1600" dirty="0">
              <a:solidFill>
                <a:schemeClr val="dk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const result = await</a:t>
            </a:r>
            <a:r>
              <a:rPr lang="sv-SE" sz="1600" b="1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sequelize.sync();</a:t>
            </a:r>
            <a:endParaRPr lang="sv-SE" sz="1600" dirty="0">
              <a:solidFill>
                <a:schemeClr val="dk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console.log(result);</a:t>
            </a:r>
          </a:p>
          <a:p>
            <a:pPr>
              <a:buClr>
                <a:schemeClr val="dk1"/>
              </a:buClr>
              <a:buSzPts val="2800"/>
            </a:pPr>
            <a:endParaRPr lang="sv-SE" sz="1600" dirty="0">
              <a:solidFill>
                <a:schemeClr val="dk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} catch (error)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console.error("Unable to connect:", error);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6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}</a:t>
            </a:r>
          </a:p>
          <a:p>
            <a:pPr>
              <a:buClr>
                <a:schemeClr val="dk1"/>
              </a:buClr>
              <a:buSzPts val="2800"/>
            </a:pPr>
            <a:endParaRPr lang="sv-SE" sz="1600" dirty="0">
              <a:solidFill>
                <a:schemeClr val="dk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endParaRPr lang="sv-SE" sz="1600" dirty="0">
              <a:solidFill>
                <a:schemeClr val="dk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F06B89-3012-2926-DF6B-6D86584F28C0}"/>
              </a:ext>
            </a:extLst>
          </p:cNvPr>
          <p:cNvSpPr txBox="1"/>
          <p:nvPr/>
        </p:nvSpPr>
        <p:spPr>
          <a:xfrm>
            <a:off x="1137829" y="847674"/>
            <a:ext cx="10184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sync() is called, Sequelize creates or updates database tables to match the defined models.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2" descr="Idea - Free technology icons">
            <a:extLst>
              <a:ext uri="{FF2B5EF4-FFF2-40B4-BE49-F238E27FC236}">
                <a16:creationId xmlns:a16="http://schemas.microsoft.com/office/drawing/2014/main" id="{5B1D2749-3C23-BE78-7B4D-D569FBE50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9310" y="1748963"/>
            <a:ext cx="493711" cy="42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DD0C1D-C3DF-B98F-3816-2569037B3A1E}"/>
              </a:ext>
            </a:extLst>
          </p:cNvPr>
          <p:cNvSpPr txBox="1"/>
          <p:nvPr/>
        </p:nvSpPr>
        <p:spPr>
          <a:xfrm>
            <a:off x="9663514" y="2182841"/>
            <a:ext cx="16262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Sequelize only creates tables for models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are loaded !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C00C28F-60D2-F4A2-DF71-6D923A4F4BCC}"/>
              </a:ext>
            </a:extLst>
          </p:cNvPr>
          <p:cNvCxnSpPr>
            <a:cxnSpLocks/>
          </p:cNvCxnSpPr>
          <p:nvPr/>
        </p:nvCxnSpPr>
        <p:spPr>
          <a:xfrm flipH="1">
            <a:off x="7057438" y="2353663"/>
            <a:ext cx="2488571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84A1951-5BA4-BAA5-68F4-61C77C28BD3F}"/>
              </a:ext>
            </a:extLst>
          </p:cNvPr>
          <p:cNvCxnSpPr>
            <a:cxnSpLocks/>
          </p:cNvCxnSpPr>
          <p:nvPr/>
        </p:nvCxnSpPr>
        <p:spPr>
          <a:xfrm flipH="1" flipV="1">
            <a:off x="8548578" y="3293463"/>
            <a:ext cx="997431" cy="528522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C3F6285-C654-5D22-8601-F025D7C688A5}"/>
              </a:ext>
            </a:extLst>
          </p:cNvPr>
          <p:cNvSpPr txBox="1"/>
          <p:nvPr/>
        </p:nvSpPr>
        <p:spPr>
          <a:xfrm>
            <a:off x="9688697" y="3458302"/>
            <a:ext cx="21052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option force: true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 existing tables, then recreates them.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84AB132-45DE-33BC-2161-7C783F9F8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162" y="4947800"/>
            <a:ext cx="4120844" cy="123679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264A25F-CF64-A328-E9FB-16A60DBEEFB9}"/>
              </a:ext>
            </a:extLst>
          </p:cNvPr>
          <p:cNvSpPr txBox="1"/>
          <p:nvPr/>
        </p:nvSpPr>
        <p:spPr>
          <a:xfrm>
            <a:off x="9688406" y="4726121"/>
            <a:ext cx="21052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production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synchronization should be done with the advanced concept of Migrations</a:t>
            </a:r>
          </a:p>
          <a:p>
            <a:endParaRPr lang="en-US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(covered next week)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E128312-85F9-042C-10A2-CDAFB5F16EEB}"/>
              </a:ext>
            </a:extLst>
          </p:cNvPr>
          <p:cNvCxnSpPr>
            <a:cxnSpLocks/>
          </p:cNvCxnSpPr>
          <p:nvPr/>
        </p:nvCxnSpPr>
        <p:spPr>
          <a:xfrm flipH="1" flipV="1">
            <a:off x="8548578" y="4621118"/>
            <a:ext cx="997431" cy="407367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Google Shape;107;p2">
            <a:extLst>
              <a:ext uri="{FF2B5EF4-FFF2-40B4-BE49-F238E27FC236}">
                <a16:creationId xmlns:a16="http://schemas.microsoft.com/office/drawing/2014/main" id="{106F4E84-0B97-2AFC-3454-27734B64E247}"/>
              </a:ext>
            </a:extLst>
          </p:cNvPr>
          <p:cNvSpPr txBox="1"/>
          <p:nvPr/>
        </p:nvSpPr>
        <p:spPr>
          <a:xfrm>
            <a:off x="204856" y="237754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4722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3630-2912-8E95-C418-E96F93A50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4351F0-4415-F5B4-B5CF-8FD4BE6FCE47}"/>
              </a:ext>
            </a:extLst>
          </p:cNvPr>
          <p:cNvSpPr txBox="1"/>
          <p:nvPr/>
        </p:nvSpPr>
        <p:spPr>
          <a:xfrm>
            <a:off x="3727542" y="217334"/>
            <a:ext cx="58280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generated when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synch()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sz="32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11;p2">
            <a:extLst>
              <a:ext uri="{FF2B5EF4-FFF2-40B4-BE49-F238E27FC236}">
                <a16:creationId xmlns:a16="http://schemas.microsoft.com/office/drawing/2014/main" id="{BE3EAF3A-4514-A848-6CE7-5E540652B099}"/>
              </a:ext>
            </a:extLst>
          </p:cNvPr>
          <p:cNvSpPr txBox="1"/>
          <p:nvPr/>
        </p:nvSpPr>
        <p:spPr>
          <a:xfrm>
            <a:off x="1450744" y="1902614"/>
            <a:ext cx="7667855" cy="2031285"/>
          </a:xfrm>
          <a:custGeom>
            <a:avLst/>
            <a:gdLst>
              <a:gd name="connsiteX0" fmla="*/ 0 w 7667855"/>
              <a:gd name="connsiteY0" fmla="*/ 0 h 2031285"/>
              <a:gd name="connsiteX1" fmla="*/ 743192 w 7667855"/>
              <a:gd name="connsiteY1" fmla="*/ 0 h 2031285"/>
              <a:gd name="connsiteX2" fmla="*/ 1179670 w 7667855"/>
              <a:gd name="connsiteY2" fmla="*/ 0 h 2031285"/>
              <a:gd name="connsiteX3" fmla="*/ 1846184 w 7667855"/>
              <a:gd name="connsiteY3" fmla="*/ 0 h 2031285"/>
              <a:gd name="connsiteX4" fmla="*/ 2359340 w 7667855"/>
              <a:gd name="connsiteY4" fmla="*/ 0 h 2031285"/>
              <a:gd name="connsiteX5" fmla="*/ 2719139 w 7667855"/>
              <a:gd name="connsiteY5" fmla="*/ 0 h 2031285"/>
              <a:gd name="connsiteX6" fmla="*/ 3155617 w 7667855"/>
              <a:gd name="connsiteY6" fmla="*/ 0 h 2031285"/>
              <a:gd name="connsiteX7" fmla="*/ 3745452 w 7667855"/>
              <a:gd name="connsiteY7" fmla="*/ 0 h 2031285"/>
              <a:gd name="connsiteX8" fmla="*/ 4335287 w 7667855"/>
              <a:gd name="connsiteY8" fmla="*/ 0 h 2031285"/>
              <a:gd name="connsiteX9" fmla="*/ 5001801 w 7667855"/>
              <a:gd name="connsiteY9" fmla="*/ 0 h 2031285"/>
              <a:gd name="connsiteX10" fmla="*/ 5668314 w 7667855"/>
              <a:gd name="connsiteY10" fmla="*/ 0 h 2031285"/>
              <a:gd name="connsiteX11" fmla="*/ 6334828 w 7667855"/>
              <a:gd name="connsiteY11" fmla="*/ 0 h 2031285"/>
              <a:gd name="connsiteX12" fmla="*/ 6694627 w 7667855"/>
              <a:gd name="connsiteY12" fmla="*/ 0 h 2031285"/>
              <a:gd name="connsiteX13" fmla="*/ 7667855 w 7667855"/>
              <a:gd name="connsiteY13" fmla="*/ 0 h 2031285"/>
              <a:gd name="connsiteX14" fmla="*/ 7667855 w 7667855"/>
              <a:gd name="connsiteY14" fmla="*/ 446883 h 2031285"/>
              <a:gd name="connsiteX15" fmla="*/ 7667855 w 7667855"/>
              <a:gd name="connsiteY15" fmla="*/ 954704 h 2031285"/>
              <a:gd name="connsiteX16" fmla="*/ 7667855 w 7667855"/>
              <a:gd name="connsiteY16" fmla="*/ 1442212 h 2031285"/>
              <a:gd name="connsiteX17" fmla="*/ 7667855 w 7667855"/>
              <a:gd name="connsiteY17" fmla="*/ 2031285 h 2031285"/>
              <a:gd name="connsiteX18" fmla="*/ 7154699 w 7667855"/>
              <a:gd name="connsiteY18" fmla="*/ 2031285 h 2031285"/>
              <a:gd name="connsiteX19" fmla="*/ 6488185 w 7667855"/>
              <a:gd name="connsiteY19" fmla="*/ 2031285 h 2031285"/>
              <a:gd name="connsiteX20" fmla="*/ 5821671 w 7667855"/>
              <a:gd name="connsiteY20" fmla="*/ 2031285 h 2031285"/>
              <a:gd name="connsiteX21" fmla="*/ 5308515 w 7667855"/>
              <a:gd name="connsiteY21" fmla="*/ 2031285 h 2031285"/>
              <a:gd name="connsiteX22" fmla="*/ 4565323 w 7667855"/>
              <a:gd name="connsiteY22" fmla="*/ 2031285 h 2031285"/>
              <a:gd name="connsiteX23" fmla="*/ 3975488 w 7667855"/>
              <a:gd name="connsiteY23" fmla="*/ 2031285 h 2031285"/>
              <a:gd name="connsiteX24" fmla="*/ 3308974 w 7667855"/>
              <a:gd name="connsiteY24" fmla="*/ 2031285 h 2031285"/>
              <a:gd name="connsiteX25" fmla="*/ 2949175 w 7667855"/>
              <a:gd name="connsiteY25" fmla="*/ 2031285 h 2031285"/>
              <a:gd name="connsiteX26" fmla="*/ 2282661 w 7667855"/>
              <a:gd name="connsiteY26" fmla="*/ 2031285 h 2031285"/>
              <a:gd name="connsiteX27" fmla="*/ 1539469 w 7667855"/>
              <a:gd name="connsiteY27" fmla="*/ 2031285 h 2031285"/>
              <a:gd name="connsiteX28" fmla="*/ 1179670 w 7667855"/>
              <a:gd name="connsiteY28" fmla="*/ 2031285 h 2031285"/>
              <a:gd name="connsiteX29" fmla="*/ 589835 w 7667855"/>
              <a:gd name="connsiteY29" fmla="*/ 2031285 h 2031285"/>
              <a:gd name="connsiteX30" fmla="*/ 0 w 7667855"/>
              <a:gd name="connsiteY30" fmla="*/ 2031285 h 2031285"/>
              <a:gd name="connsiteX31" fmla="*/ 0 w 7667855"/>
              <a:gd name="connsiteY31" fmla="*/ 1523464 h 2031285"/>
              <a:gd name="connsiteX32" fmla="*/ 0 w 7667855"/>
              <a:gd name="connsiteY32" fmla="*/ 1035955 h 2031285"/>
              <a:gd name="connsiteX33" fmla="*/ 0 w 7667855"/>
              <a:gd name="connsiteY33" fmla="*/ 487508 h 2031285"/>
              <a:gd name="connsiteX34" fmla="*/ 0 w 7667855"/>
              <a:gd name="connsiteY34" fmla="*/ 0 h 2031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667855" h="2031285" extrusionOk="0">
                <a:moveTo>
                  <a:pt x="0" y="0"/>
                </a:moveTo>
                <a:cubicBezTo>
                  <a:pt x="210624" y="-76501"/>
                  <a:pt x="430389" y="6790"/>
                  <a:pt x="743192" y="0"/>
                </a:cubicBezTo>
                <a:cubicBezTo>
                  <a:pt x="1055995" y="-6790"/>
                  <a:pt x="1010961" y="43094"/>
                  <a:pt x="1179670" y="0"/>
                </a:cubicBezTo>
                <a:cubicBezTo>
                  <a:pt x="1348379" y="-43094"/>
                  <a:pt x="1618072" y="72678"/>
                  <a:pt x="1846184" y="0"/>
                </a:cubicBezTo>
                <a:cubicBezTo>
                  <a:pt x="2074296" y="-72678"/>
                  <a:pt x="2136675" y="39360"/>
                  <a:pt x="2359340" y="0"/>
                </a:cubicBezTo>
                <a:cubicBezTo>
                  <a:pt x="2582005" y="-39360"/>
                  <a:pt x="2573761" y="29119"/>
                  <a:pt x="2719139" y="0"/>
                </a:cubicBezTo>
                <a:cubicBezTo>
                  <a:pt x="2864517" y="-29119"/>
                  <a:pt x="2995930" y="44500"/>
                  <a:pt x="3155617" y="0"/>
                </a:cubicBezTo>
                <a:cubicBezTo>
                  <a:pt x="3315304" y="-44500"/>
                  <a:pt x="3451653" y="53954"/>
                  <a:pt x="3745452" y="0"/>
                </a:cubicBezTo>
                <a:cubicBezTo>
                  <a:pt x="4039252" y="-53954"/>
                  <a:pt x="4207961" y="62457"/>
                  <a:pt x="4335287" y="0"/>
                </a:cubicBezTo>
                <a:cubicBezTo>
                  <a:pt x="4462613" y="-62457"/>
                  <a:pt x="4746844" y="63266"/>
                  <a:pt x="5001801" y="0"/>
                </a:cubicBezTo>
                <a:cubicBezTo>
                  <a:pt x="5256758" y="-63266"/>
                  <a:pt x="5415829" y="3276"/>
                  <a:pt x="5668314" y="0"/>
                </a:cubicBezTo>
                <a:cubicBezTo>
                  <a:pt x="5920799" y="-3276"/>
                  <a:pt x="6013577" y="49532"/>
                  <a:pt x="6334828" y="0"/>
                </a:cubicBezTo>
                <a:cubicBezTo>
                  <a:pt x="6656079" y="-49532"/>
                  <a:pt x="6596458" y="40659"/>
                  <a:pt x="6694627" y="0"/>
                </a:cubicBezTo>
                <a:cubicBezTo>
                  <a:pt x="6792796" y="-40659"/>
                  <a:pt x="7435598" y="10718"/>
                  <a:pt x="7667855" y="0"/>
                </a:cubicBezTo>
                <a:cubicBezTo>
                  <a:pt x="7710751" y="102443"/>
                  <a:pt x="7629640" y="337483"/>
                  <a:pt x="7667855" y="446883"/>
                </a:cubicBezTo>
                <a:cubicBezTo>
                  <a:pt x="7706070" y="556283"/>
                  <a:pt x="7656473" y="756519"/>
                  <a:pt x="7667855" y="954704"/>
                </a:cubicBezTo>
                <a:cubicBezTo>
                  <a:pt x="7679237" y="1152889"/>
                  <a:pt x="7637484" y="1207301"/>
                  <a:pt x="7667855" y="1442212"/>
                </a:cubicBezTo>
                <a:cubicBezTo>
                  <a:pt x="7698226" y="1677123"/>
                  <a:pt x="7666638" y="1769839"/>
                  <a:pt x="7667855" y="2031285"/>
                </a:cubicBezTo>
                <a:cubicBezTo>
                  <a:pt x="7564606" y="2069174"/>
                  <a:pt x="7285285" y="2025330"/>
                  <a:pt x="7154699" y="2031285"/>
                </a:cubicBezTo>
                <a:cubicBezTo>
                  <a:pt x="7024113" y="2037240"/>
                  <a:pt x="6797335" y="2012133"/>
                  <a:pt x="6488185" y="2031285"/>
                </a:cubicBezTo>
                <a:cubicBezTo>
                  <a:pt x="6179035" y="2050437"/>
                  <a:pt x="6138233" y="1972088"/>
                  <a:pt x="5821671" y="2031285"/>
                </a:cubicBezTo>
                <a:cubicBezTo>
                  <a:pt x="5505109" y="2090482"/>
                  <a:pt x="5452544" y="1984605"/>
                  <a:pt x="5308515" y="2031285"/>
                </a:cubicBezTo>
                <a:cubicBezTo>
                  <a:pt x="5164486" y="2077965"/>
                  <a:pt x="4775562" y="2026671"/>
                  <a:pt x="4565323" y="2031285"/>
                </a:cubicBezTo>
                <a:cubicBezTo>
                  <a:pt x="4355084" y="2035899"/>
                  <a:pt x="4205157" y="1994385"/>
                  <a:pt x="3975488" y="2031285"/>
                </a:cubicBezTo>
                <a:cubicBezTo>
                  <a:pt x="3745820" y="2068185"/>
                  <a:pt x="3452431" y="2017331"/>
                  <a:pt x="3308974" y="2031285"/>
                </a:cubicBezTo>
                <a:cubicBezTo>
                  <a:pt x="3165517" y="2045239"/>
                  <a:pt x="3045350" y="2007962"/>
                  <a:pt x="2949175" y="2031285"/>
                </a:cubicBezTo>
                <a:cubicBezTo>
                  <a:pt x="2853000" y="2054608"/>
                  <a:pt x="2602094" y="1995173"/>
                  <a:pt x="2282661" y="2031285"/>
                </a:cubicBezTo>
                <a:cubicBezTo>
                  <a:pt x="1963228" y="2067397"/>
                  <a:pt x="1784585" y="1988473"/>
                  <a:pt x="1539469" y="2031285"/>
                </a:cubicBezTo>
                <a:cubicBezTo>
                  <a:pt x="1294353" y="2074097"/>
                  <a:pt x="1283629" y="2003439"/>
                  <a:pt x="1179670" y="2031285"/>
                </a:cubicBezTo>
                <a:cubicBezTo>
                  <a:pt x="1075711" y="2059131"/>
                  <a:pt x="815077" y="2010622"/>
                  <a:pt x="589835" y="2031285"/>
                </a:cubicBezTo>
                <a:cubicBezTo>
                  <a:pt x="364594" y="2051948"/>
                  <a:pt x="286655" y="1987074"/>
                  <a:pt x="0" y="2031285"/>
                </a:cubicBezTo>
                <a:cubicBezTo>
                  <a:pt x="-36221" y="1911303"/>
                  <a:pt x="39549" y="1724306"/>
                  <a:pt x="0" y="1523464"/>
                </a:cubicBezTo>
                <a:cubicBezTo>
                  <a:pt x="-39549" y="1322622"/>
                  <a:pt x="11428" y="1260551"/>
                  <a:pt x="0" y="1035955"/>
                </a:cubicBezTo>
                <a:cubicBezTo>
                  <a:pt x="-11428" y="811359"/>
                  <a:pt x="38382" y="687028"/>
                  <a:pt x="0" y="487508"/>
                </a:cubicBezTo>
                <a:cubicBezTo>
                  <a:pt x="-38382" y="287988"/>
                  <a:pt x="5183" y="122604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98601174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sv-SE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sequelize.define('Student’, 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</a:t>
            </a:r>
            <a:r>
              <a:rPr lang="sv-SE" dirty="0">
                <a:solidFill>
                  <a:schemeClr val="accent6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name</a:t>
            </a:r>
            <a:r>
              <a:rPr lang="sv-SE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DataTypes.STRING,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</a:t>
            </a:r>
            <a:r>
              <a:rPr lang="sv-SE" dirty="0">
                <a:solidFill>
                  <a:schemeClr val="accent6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age</a:t>
            </a:r>
            <a:r>
              <a:rPr lang="sv-SE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DataTypes.INTEGER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}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);</a:t>
            </a:r>
          </a:p>
          <a:p>
            <a:pPr>
              <a:buClr>
                <a:schemeClr val="dk1"/>
              </a:buClr>
              <a:buSzPts val="2800"/>
            </a:pPr>
            <a:endParaRPr lang="sv-SE" dirty="0">
              <a:solidFill>
                <a:schemeClr val="dk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FE34F-8BFF-F905-B6E2-3AD89EF3D4D7}"/>
              </a:ext>
            </a:extLst>
          </p:cNvPr>
          <p:cNvSpPr txBox="1"/>
          <p:nvPr/>
        </p:nvSpPr>
        <p:spPr>
          <a:xfrm>
            <a:off x="1367875" y="1607602"/>
            <a:ext cx="18630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DEFINITION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651DC2-98D8-0565-2CB3-485AE0B31351}"/>
              </a:ext>
            </a:extLst>
          </p:cNvPr>
          <p:cNvSpPr txBox="1"/>
          <p:nvPr/>
        </p:nvSpPr>
        <p:spPr>
          <a:xfrm>
            <a:off x="1367875" y="4050108"/>
            <a:ext cx="11544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68647D-DB42-93A6-0334-51E13A56594D}"/>
              </a:ext>
            </a:extLst>
          </p:cNvPr>
          <p:cNvSpPr txBox="1"/>
          <p:nvPr/>
        </p:nvSpPr>
        <p:spPr>
          <a:xfrm>
            <a:off x="1450744" y="4332342"/>
            <a:ext cx="7667855" cy="2308324"/>
          </a:xfrm>
          <a:custGeom>
            <a:avLst/>
            <a:gdLst>
              <a:gd name="connsiteX0" fmla="*/ 0 w 7667855"/>
              <a:gd name="connsiteY0" fmla="*/ 0 h 2308324"/>
              <a:gd name="connsiteX1" fmla="*/ 666514 w 7667855"/>
              <a:gd name="connsiteY1" fmla="*/ 0 h 2308324"/>
              <a:gd name="connsiteX2" fmla="*/ 1256349 w 7667855"/>
              <a:gd name="connsiteY2" fmla="*/ 0 h 2308324"/>
              <a:gd name="connsiteX3" fmla="*/ 1769505 w 7667855"/>
              <a:gd name="connsiteY3" fmla="*/ 0 h 2308324"/>
              <a:gd name="connsiteX4" fmla="*/ 2436019 w 7667855"/>
              <a:gd name="connsiteY4" fmla="*/ 0 h 2308324"/>
              <a:gd name="connsiteX5" fmla="*/ 3179211 w 7667855"/>
              <a:gd name="connsiteY5" fmla="*/ 0 h 2308324"/>
              <a:gd name="connsiteX6" fmla="*/ 3692367 w 7667855"/>
              <a:gd name="connsiteY6" fmla="*/ 0 h 2308324"/>
              <a:gd name="connsiteX7" fmla="*/ 4435559 w 7667855"/>
              <a:gd name="connsiteY7" fmla="*/ 0 h 2308324"/>
              <a:gd name="connsiteX8" fmla="*/ 4795359 w 7667855"/>
              <a:gd name="connsiteY8" fmla="*/ 0 h 2308324"/>
              <a:gd name="connsiteX9" fmla="*/ 5385194 w 7667855"/>
              <a:gd name="connsiteY9" fmla="*/ 0 h 2308324"/>
              <a:gd name="connsiteX10" fmla="*/ 5975029 w 7667855"/>
              <a:gd name="connsiteY10" fmla="*/ 0 h 2308324"/>
              <a:gd name="connsiteX11" fmla="*/ 6718221 w 7667855"/>
              <a:gd name="connsiteY11" fmla="*/ 0 h 2308324"/>
              <a:gd name="connsiteX12" fmla="*/ 7667855 w 7667855"/>
              <a:gd name="connsiteY12" fmla="*/ 0 h 2308324"/>
              <a:gd name="connsiteX13" fmla="*/ 7667855 w 7667855"/>
              <a:gd name="connsiteY13" fmla="*/ 600164 h 2308324"/>
              <a:gd name="connsiteX14" fmla="*/ 7667855 w 7667855"/>
              <a:gd name="connsiteY14" fmla="*/ 1200328 h 2308324"/>
              <a:gd name="connsiteX15" fmla="*/ 7667855 w 7667855"/>
              <a:gd name="connsiteY15" fmla="*/ 1708160 h 2308324"/>
              <a:gd name="connsiteX16" fmla="*/ 7667855 w 7667855"/>
              <a:gd name="connsiteY16" fmla="*/ 2308324 h 2308324"/>
              <a:gd name="connsiteX17" fmla="*/ 7308056 w 7667855"/>
              <a:gd name="connsiteY17" fmla="*/ 2308324 h 2308324"/>
              <a:gd name="connsiteX18" fmla="*/ 6564864 w 7667855"/>
              <a:gd name="connsiteY18" fmla="*/ 2308324 h 2308324"/>
              <a:gd name="connsiteX19" fmla="*/ 6128386 w 7667855"/>
              <a:gd name="connsiteY19" fmla="*/ 2308324 h 2308324"/>
              <a:gd name="connsiteX20" fmla="*/ 5461872 w 7667855"/>
              <a:gd name="connsiteY20" fmla="*/ 2308324 h 2308324"/>
              <a:gd name="connsiteX21" fmla="*/ 4795359 w 7667855"/>
              <a:gd name="connsiteY21" fmla="*/ 2308324 h 2308324"/>
              <a:gd name="connsiteX22" fmla="*/ 4205524 w 7667855"/>
              <a:gd name="connsiteY22" fmla="*/ 2308324 h 2308324"/>
              <a:gd name="connsiteX23" fmla="*/ 3615689 w 7667855"/>
              <a:gd name="connsiteY23" fmla="*/ 2308324 h 2308324"/>
              <a:gd name="connsiteX24" fmla="*/ 3025854 w 7667855"/>
              <a:gd name="connsiteY24" fmla="*/ 2308324 h 2308324"/>
              <a:gd name="connsiteX25" fmla="*/ 2666054 w 7667855"/>
              <a:gd name="connsiteY25" fmla="*/ 2308324 h 2308324"/>
              <a:gd name="connsiteX26" fmla="*/ 2152898 w 7667855"/>
              <a:gd name="connsiteY26" fmla="*/ 2308324 h 2308324"/>
              <a:gd name="connsiteX27" fmla="*/ 1716420 w 7667855"/>
              <a:gd name="connsiteY27" fmla="*/ 2308324 h 2308324"/>
              <a:gd name="connsiteX28" fmla="*/ 1279942 w 7667855"/>
              <a:gd name="connsiteY28" fmla="*/ 2308324 h 2308324"/>
              <a:gd name="connsiteX29" fmla="*/ 613428 w 7667855"/>
              <a:gd name="connsiteY29" fmla="*/ 2308324 h 2308324"/>
              <a:gd name="connsiteX30" fmla="*/ 0 w 7667855"/>
              <a:gd name="connsiteY30" fmla="*/ 2308324 h 2308324"/>
              <a:gd name="connsiteX31" fmla="*/ 0 w 7667855"/>
              <a:gd name="connsiteY31" fmla="*/ 1731243 h 2308324"/>
              <a:gd name="connsiteX32" fmla="*/ 0 w 7667855"/>
              <a:gd name="connsiteY32" fmla="*/ 1107996 h 2308324"/>
              <a:gd name="connsiteX33" fmla="*/ 0 w 7667855"/>
              <a:gd name="connsiteY33" fmla="*/ 0 h 230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667855" h="2308324" extrusionOk="0">
                <a:moveTo>
                  <a:pt x="0" y="0"/>
                </a:moveTo>
                <a:cubicBezTo>
                  <a:pt x="166857" y="-13675"/>
                  <a:pt x="532142" y="50239"/>
                  <a:pt x="666514" y="0"/>
                </a:cubicBezTo>
                <a:cubicBezTo>
                  <a:pt x="800886" y="-50239"/>
                  <a:pt x="998225" y="29870"/>
                  <a:pt x="1256349" y="0"/>
                </a:cubicBezTo>
                <a:cubicBezTo>
                  <a:pt x="1514473" y="-29870"/>
                  <a:pt x="1612539" y="57110"/>
                  <a:pt x="1769505" y="0"/>
                </a:cubicBezTo>
                <a:cubicBezTo>
                  <a:pt x="1926471" y="-57110"/>
                  <a:pt x="2252621" y="34662"/>
                  <a:pt x="2436019" y="0"/>
                </a:cubicBezTo>
                <a:cubicBezTo>
                  <a:pt x="2619417" y="-34662"/>
                  <a:pt x="2813860" y="57654"/>
                  <a:pt x="3179211" y="0"/>
                </a:cubicBezTo>
                <a:cubicBezTo>
                  <a:pt x="3544562" y="-57654"/>
                  <a:pt x="3472726" y="10410"/>
                  <a:pt x="3692367" y="0"/>
                </a:cubicBezTo>
                <a:cubicBezTo>
                  <a:pt x="3912008" y="-10410"/>
                  <a:pt x="4190797" y="80756"/>
                  <a:pt x="4435559" y="0"/>
                </a:cubicBezTo>
                <a:cubicBezTo>
                  <a:pt x="4680321" y="-80756"/>
                  <a:pt x="4621486" y="4406"/>
                  <a:pt x="4795359" y="0"/>
                </a:cubicBezTo>
                <a:cubicBezTo>
                  <a:pt x="4969232" y="-4406"/>
                  <a:pt x="5157791" y="53493"/>
                  <a:pt x="5385194" y="0"/>
                </a:cubicBezTo>
                <a:cubicBezTo>
                  <a:pt x="5612598" y="-53493"/>
                  <a:pt x="5766851" y="51863"/>
                  <a:pt x="5975029" y="0"/>
                </a:cubicBezTo>
                <a:cubicBezTo>
                  <a:pt x="6183208" y="-51863"/>
                  <a:pt x="6536343" y="33953"/>
                  <a:pt x="6718221" y="0"/>
                </a:cubicBezTo>
                <a:cubicBezTo>
                  <a:pt x="6900099" y="-33953"/>
                  <a:pt x="7417635" y="108341"/>
                  <a:pt x="7667855" y="0"/>
                </a:cubicBezTo>
                <a:cubicBezTo>
                  <a:pt x="7691689" y="281410"/>
                  <a:pt x="7626252" y="376442"/>
                  <a:pt x="7667855" y="600164"/>
                </a:cubicBezTo>
                <a:cubicBezTo>
                  <a:pt x="7709458" y="823886"/>
                  <a:pt x="7627022" y="960397"/>
                  <a:pt x="7667855" y="1200328"/>
                </a:cubicBezTo>
                <a:cubicBezTo>
                  <a:pt x="7708688" y="1440259"/>
                  <a:pt x="7633729" y="1485922"/>
                  <a:pt x="7667855" y="1708160"/>
                </a:cubicBezTo>
                <a:cubicBezTo>
                  <a:pt x="7701981" y="1930398"/>
                  <a:pt x="7599381" y="2103887"/>
                  <a:pt x="7667855" y="2308324"/>
                </a:cubicBezTo>
                <a:cubicBezTo>
                  <a:pt x="7506109" y="2314839"/>
                  <a:pt x="7430194" y="2294850"/>
                  <a:pt x="7308056" y="2308324"/>
                </a:cubicBezTo>
                <a:cubicBezTo>
                  <a:pt x="7185918" y="2321798"/>
                  <a:pt x="6896330" y="2305718"/>
                  <a:pt x="6564864" y="2308324"/>
                </a:cubicBezTo>
                <a:cubicBezTo>
                  <a:pt x="6233398" y="2310930"/>
                  <a:pt x="6291166" y="2279052"/>
                  <a:pt x="6128386" y="2308324"/>
                </a:cubicBezTo>
                <a:cubicBezTo>
                  <a:pt x="5965606" y="2337596"/>
                  <a:pt x="5763441" y="2245323"/>
                  <a:pt x="5461872" y="2308324"/>
                </a:cubicBezTo>
                <a:cubicBezTo>
                  <a:pt x="5160303" y="2371325"/>
                  <a:pt x="5034838" y="2228838"/>
                  <a:pt x="4795359" y="2308324"/>
                </a:cubicBezTo>
                <a:cubicBezTo>
                  <a:pt x="4555880" y="2387810"/>
                  <a:pt x="4483596" y="2283443"/>
                  <a:pt x="4205524" y="2308324"/>
                </a:cubicBezTo>
                <a:cubicBezTo>
                  <a:pt x="3927452" y="2333205"/>
                  <a:pt x="3880380" y="2259693"/>
                  <a:pt x="3615689" y="2308324"/>
                </a:cubicBezTo>
                <a:cubicBezTo>
                  <a:pt x="3350999" y="2356955"/>
                  <a:pt x="3316508" y="2275357"/>
                  <a:pt x="3025854" y="2308324"/>
                </a:cubicBezTo>
                <a:cubicBezTo>
                  <a:pt x="2735201" y="2341291"/>
                  <a:pt x="2804401" y="2273324"/>
                  <a:pt x="2666054" y="2308324"/>
                </a:cubicBezTo>
                <a:cubicBezTo>
                  <a:pt x="2527707" y="2343324"/>
                  <a:pt x="2397446" y="2294721"/>
                  <a:pt x="2152898" y="2308324"/>
                </a:cubicBezTo>
                <a:cubicBezTo>
                  <a:pt x="1908350" y="2321927"/>
                  <a:pt x="1917638" y="2257856"/>
                  <a:pt x="1716420" y="2308324"/>
                </a:cubicBezTo>
                <a:cubicBezTo>
                  <a:pt x="1515202" y="2358792"/>
                  <a:pt x="1487608" y="2276679"/>
                  <a:pt x="1279942" y="2308324"/>
                </a:cubicBezTo>
                <a:cubicBezTo>
                  <a:pt x="1072276" y="2339969"/>
                  <a:pt x="910857" y="2265035"/>
                  <a:pt x="613428" y="2308324"/>
                </a:cubicBezTo>
                <a:cubicBezTo>
                  <a:pt x="315999" y="2351613"/>
                  <a:pt x="237917" y="2249678"/>
                  <a:pt x="0" y="2308324"/>
                </a:cubicBezTo>
                <a:cubicBezTo>
                  <a:pt x="-39527" y="2156646"/>
                  <a:pt x="33994" y="1967769"/>
                  <a:pt x="0" y="1731243"/>
                </a:cubicBezTo>
                <a:cubicBezTo>
                  <a:pt x="-33994" y="1494717"/>
                  <a:pt x="35306" y="1266472"/>
                  <a:pt x="0" y="1107996"/>
                </a:cubicBezTo>
                <a:cubicBezTo>
                  <a:pt x="-35306" y="949520"/>
                  <a:pt x="13165" y="452681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93826488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CREATE TABLE </a:t>
            </a:r>
            <a:r>
              <a:rPr lang="en-US" dirty="0">
                <a:latin typeface="Consolas" panose="020B0609020204030204" pitchFamily="49" charset="0"/>
              </a:rPr>
              <a:t>IF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NOT EXISTS </a:t>
            </a:r>
            <a:r>
              <a:rPr lang="en-US" dirty="0">
                <a:latin typeface="Consolas" panose="020B0609020204030204" pitchFamily="49" charset="0"/>
              </a:rPr>
              <a:t>Students (</a:t>
            </a:r>
          </a:p>
          <a:p>
            <a:r>
              <a:rPr lang="en-US" dirty="0">
                <a:latin typeface="Consolas" panose="020B0609020204030204" pitchFamily="49" charset="0"/>
              </a:rPr>
              <a:t>  id         </a:t>
            </a:r>
            <a:r>
              <a:rPr lang="en-US" dirty="0">
                <a:solidFill>
                  <a:schemeClr val="accent4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AUTO_INCREMENT PRIMARY KEY,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latin typeface="Consolas" panose="020B0609020204030204" pitchFamily="49" charset="0"/>
              </a:rPr>
              <a:t>       </a:t>
            </a:r>
            <a:r>
              <a:rPr lang="en-US" dirty="0">
                <a:solidFill>
                  <a:schemeClr val="accent4"/>
                </a:solidFill>
                <a:latin typeface="Consolas" panose="020B0609020204030204" pitchFamily="49" charset="0"/>
              </a:rPr>
              <a:t>VARCHAR(255),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chemeClr val="accent4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createdAt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DATETIME NOT NULL,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updatedAt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DATETIME NOT NULL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ENGINE=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InnoDB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AFEDD0-0D13-A182-83F5-37E93219DE8E}"/>
              </a:ext>
            </a:extLst>
          </p:cNvPr>
          <p:cNvSpPr txBox="1"/>
          <p:nvPr/>
        </p:nvSpPr>
        <p:spPr>
          <a:xfrm>
            <a:off x="3230886" y="793358"/>
            <a:ext cx="6017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reading the logs, we can see the generated SQL query</a:t>
            </a:r>
          </a:p>
        </p:txBody>
      </p:sp>
      <p:pic>
        <p:nvPicPr>
          <p:cNvPr id="18" name="Picture 2" descr="Idea - Free technology icons">
            <a:extLst>
              <a:ext uri="{FF2B5EF4-FFF2-40B4-BE49-F238E27FC236}">
                <a16:creationId xmlns:a16="http://schemas.microsoft.com/office/drawing/2014/main" id="{DB16F3AE-CE51-856C-1B88-273D9070D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616" y="4003146"/>
            <a:ext cx="493711" cy="42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9551583-8B76-DD6B-90A8-616C0AD540FD}"/>
              </a:ext>
            </a:extLst>
          </p:cNvPr>
          <p:cNvSpPr txBox="1"/>
          <p:nvPr/>
        </p:nvSpPr>
        <p:spPr>
          <a:xfrm>
            <a:off x="9747162" y="4487903"/>
            <a:ext cx="16262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default, a primary key id is created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03B6A8-E273-DB3B-B88F-7D59547FAEE4}"/>
              </a:ext>
            </a:extLst>
          </p:cNvPr>
          <p:cNvCxnSpPr>
            <a:cxnSpLocks/>
          </p:cNvCxnSpPr>
          <p:nvPr/>
        </p:nvCxnSpPr>
        <p:spPr>
          <a:xfrm flipH="1">
            <a:off x="7239000" y="4749800"/>
            <a:ext cx="2488571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DDBC6B3-FD84-0FD9-AF36-9D39A10898B0}"/>
              </a:ext>
            </a:extLst>
          </p:cNvPr>
          <p:cNvSpPr txBox="1"/>
          <p:nvPr/>
        </p:nvSpPr>
        <p:spPr>
          <a:xfrm>
            <a:off x="9727571" y="5398378"/>
            <a:ext cx="21596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default, Sequelize automatically adds the fields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createdAt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updatedAt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every model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FA58AD-D1BE-FB84-DE74-DFD4FCFD787C}"/>
              </a:ext>
            </a:extLst>
          </p:cNvPr>
          <p:cNvCxnSpPr>
            <a:cxnSpLocks/>
          </p:cNvCxnSpPr>
          <p:nvPr/>
        </p:nvCxnSpPr>
        <p:spPr>
          <a:xfrm flipH="1">
            <a:off x="7115591" y="5731471"/>
            <a:ext cx="2488571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Google Shape;107;p2">
            <a:extLst>
              <a:ext uri="{FF2B5EF4-FFF2-40B4-BE49-F238E27FC236}">
                <a16:creationId xmlns:a16="http://schemas.microsoft.com/office/drawing/2014/main" id="{7493143C-FBCA-0F23-FC08-7673E927778D}"/>
              </a:ext>
            </a:extLst>
          </p:cNvPr>
          <p:cNvSpPr txBox="1"/>
          <p:nvPr/>
        </p:nvSpPr>
        <p:spPr>
          <a:xfrm>
            <a:off x="204856" y="237754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6584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917D3-F933-E554-658A-6923A369A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166867AB-F80D-4DE6-2C87-DE2CA2BB0842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ACTIVITY - 1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20;p4">
            <a:extLst>
              <a:ext uri="{FF2B5EF4-FFF2-40B4-BE49-F238E27FC236}">
                <a16:creationId xmlns:a16="http://schemas.microsoft.com/office/drawing/2014/main" id="{1D89B6FB-A179-046A-5927-167EC968D36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8929" y="541027"/>
            <a:ext cx="186684" cy="371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1;p4">
            <a:extLst>
              <a:ext uri="{FF2B5EF4-FFF2-40B4-BE49-F238E27FC236}">
                <a16:creationId xmlns:a16="http://schemas.microsoft.com/office/drawing/2014/main" id="{87C0418C-1F76-AB46-BBE7-DB09B1000CF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9744" y="541027"/>
            <a:ext cx="186684" cy="3712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CD1EA3-2C00-55CA-E661-27009DF147E9}"/>
              </a:ext>
            </a:extLst>
          </p:cNvPr>
          <p:cNvSpPr txBox="1"/>
          <p:nvPr/>
        </p:nvSpPr>
        <p:spPr>
          <a:xfrm>
            <a:off x="3265094" y="261891"/>
            <a:ext cx="58893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synchronize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</a:t>
            </a:r>
            <a:endParaRPr lang="en-US" sz="32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EB9915-11E1-A2D0-9121-0C896BCDEDFF}"/>
              </a:ext>
            </a:extLst>
          </p:cNvPr>
          <p:cNvSpPr txBox="1"/>
          <p:nvPr/>
        </p:nvSpPr>
        <p:spPr>
          <a:xfrm>
            <a:off x="322271" y="1407279"/>
            <a:ext cx="865807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new database (</a:t>
            </a:r>
            <a:r>
              <a:rPr lang="en-US" sz="1400" dirty="0">
                <a:latin typeface="Consolas" panose="020B0609020204030204" pitchFamily="49" charset="0"/>
              </a:rPr>
              <a:t>week7db)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My SQL  monitor 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Download the start code 1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 </a:t>
            </a:r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npm install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.env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the file with your database connection settings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./models/user.js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model User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(attributes name and age)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Export the model User </a:t>
            </a:r>
            <a:endParaRPr lang="en-US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./server.js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Synchronize models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sequelize.sync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the result of the sync on console</a:t>
            </a:r>
          </a:p>
          <a:p>
            <a:pPr lv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on MySQL monitor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table users has been created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its columns and attributes ?</a:t>
            </a:r>
          </a:p>
        </p:txBody>
      </p:sp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FD5BC79B-E082-2533-87C9-AAAC48BD6D16}"/>
              </a:ext>
            </a:extLst>
          </p:cNvPr>
          <p:cNvSpPr txBox="1"/>
          <p:nvPr/>
        </p:nvSpPr>
        <p:spPr>
          <a:xfrm rot="19698444">
            <a:off x="10319206" y="409122"/>
            <a:ext cx="1361719" cy="36933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MORE INFO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B54FD2-CC95-28A7-C588-83E29F13EA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51590">
            <a:off x="7168107" y="2791248"/>
            <a:ext cx="4907040" cy="1472763"/>
          </a:xfrm>
          <a:prstGeom prst="rect">
            <a:avLst/>
          </a:prstGeom>
        </p:spPr>
      </p:pic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3D0E00CE-3114-6CB3-292E-DEFCA21EF91B}"/>
              </a:ext>
            </a:extLst>
          </p:cNvPr>
          <p:cNvCxnSpPr>
            <a:cxnSpLocks/>
          </p:cNvCxnSpPr>
          <p:nvPr/>
        </p:nvCxnSpPr>
        <p:spPr>
          <a:xfrm flipV="1">
            <a:off x="6788292" y="4806811"/>
            <a:ext cx="1929093" cy="1139834"/>
          </a:xfrm>
          <a:prstGeom prst="curvedConnector2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07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77499-DD0C-F399-E061-3294DCBC8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85D33C-EB99-31E5-76FE-19C7E2671778}"/>
              </a:ext>
            </a:extLst>
          </p:cNvPr>
          <p:cNvSpPr txBox="1"/>
          <p:nvPr/>
        </p:nvSpPr>
        <p:spPr>
          <a:xfrm>
            <a:off x="3472048" y="316453"/>
            <a:ext cx="58893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synchronize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</a:t>
            </a:r>
            <a:endParaRPr lang="en-US" sz="32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Google Shape;107;p2">
            <a:extLst>
              <a:ext uri="{FF2B5EF4-FFF2-40B4-BE49-F238E27FC236}">
                <a16:creationId xmlns:a16="http://schemas.microsoft.com/office/drawing/2014/main" id="{8F61ABDC-42F8-5773-76FC-49948B2B86F2}"/>
              </a:ext>
            </a:extLst>
          </p:cNvPr>
          <p:cNvSpPr txBox="1"/>
          <p:nvPr/>
        </p:nvSpPr>
        <p:spPr>
          <a:xfrm rot="20091581">
            <a:off x="232638" y="667338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CA86AE-7511-DFBC-28A5-3C9DA6885391}"/>
              </a:ext>
            </a:extLst>
          </p:cNvPr>
          <p:cNvSpPr txBox="1"/>
          <p:nvPr/>
        </p:nvSpPr>
        <p:spPr>
          <a:xfrm>
            <a:off x="604343" y="2309360"/>
            <a:ext cx="4692276" cy="304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TODO  - Create the model User  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sequelize.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define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name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DataTypes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age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DataTypes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.INTEGER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ct val="150000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TODO  - Export the model User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User;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31D6295-FB00-5215-CCC2-00BAA303AE27}"/>
              </a:ext>
            </a:extLst>
          </p:cNvPr>
          <p:cNvCxnSpPr>
            <a:cxnSpLocks/>
          </p:cNvCxnSpPr>
          <p:nvPr/>
        </p:nvCxnSpPr>
        <p:spPr>
          <a:xfrm>
            <a:off x="5899835" y="1711490"/>
            <a:ext cx="0" cy="367467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C11A0BA-4341-1001-726C-F64CF888A5EA}"/>
              </a:ext>
            </a:extLst>
          </p:cNvPr>
          <p:cNvSpPr txBox="1"/>
          <p:nvPr/>
        </p:nvSpPr>
        <p:spPr>
          <a:xfrm>
            <a:off x="6296845" y="2311126"/>
            <a:ext cx="5160750" cy="226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TODO - Call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sequelize.sync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sequelize.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sync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50000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TODO -  Print the result of the sync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(result);</a:t>
            </a:r>
          </a:p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6BA463-4828-DC08-E124-7D49AEB0FCAD}"/>
              </a:ext>
            </a:extLst>
          </p:cNvPr>
          <p:cNvSpPr txBox="1"/>
          <p:nvPr/>
        </p:nvSpPr>
        <p:spPr>
          <a:xfrm>
            <a:off x="7944516" y="1663791"/>
            <a:ext cx="1577676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./server.js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09FEC-A77D-D245-5222-769B2EE7B942}"/>
              </a:ext>
            </a:extLst>
          </p:cNvPr>
          <p:cNvSpPr txBox="1"/>
          <p:nvPr/>
        </p:nvSpPr>
        <p:spPr>
          <a:xfrm>
            <a:off x="1845050" y="1663791"/>
            <a:ext cx="2210862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./models/user.js</a:t>
            </a:r>
          </a:p>
        </p:txBody>
      </p:sp>
    </p:spTree>
    <p:extLst>
      <p:ext uri="{BB962C8B-B14F-4D97-AF65-F5344CB8AC3E}">
        <p14:creationId xmlns:p14="http://schemas.microsoft.com/office/powerpoint/2010/main" val="4064406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28D66-B6D8-A087-41EC-8A38A0DE9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EA75A6-6CA5-B98A-CF0C-019883B327CB}"/>
              </a:ext>
            </a:extLst>
          </p:cNvPr>
          <p:cNvSpPr txBox="1"/>
          <p:nvPr/>
        </p:nvSpPr>
        <p:spPr>
          <a:xfrm>
            <a:off x="3774499" y="293909"/>
            <a:ext cx="46430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Specify a model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Attributes</a:t>
            </a:r>
            <a:endParaRPr lang="en-US" sz="32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11;p2">
            <a:extLst>
              <a:ext uri="{FF2B5EF4-FFF2-40B4-BE49-F238E27FC236}">
                <a16:creationId xmlns:a16="http://schemas.microsoft.com/office/drawing/2014/main" id="{01216C0D-6C7D-E22F-3E0C-F8920ADF9BE2}"/>
              </a:ext>
            </a:extLst>
          </p:cNvPr>
          <p:cNvSpPr txBox="1"/>
          <p:nvPr/>
        </p:nvSpPr>
        <p:spPr>
          <a:xfrm>
            <a:off x="834176" y="1544701"/>
            <a:ext cx="4717881" cy="5047495"/>
          </a:xfrm>
          <a:custGeom>
            <a:avLst/>
            <a:gdLst>
              <a:gd name="connsiteX0" fmla="*/ 0 w 4717881"/>
              <a:gd name="connsiteY0" fmla="*/ 0 h 5047495"/>
              <a:gd name="connsiteX1" fmla="*/ 589735 w 4717881"/>
              <a:gd name="connsiteY1" fmla="*/ 0 h 5047495"/>
              <a:gd name="connsiteX2" fmla="*/ 1226649 w 4717881"/>
              <a:gd name="connsiteY2" fmla="*/ 0 h 5047495"/>
              <a:gd name="connsiteX3" fmla="*/ 1816384 w 4717881"/>
              <a:gd name="connsiteY3" fmla="*/ 0 h 5047495"/>
              <a:gd name="connsiteX4" fmla="*/ 2311762 w 4717881"/>
              <a:gd name="connsiteY4" fmla="*/ 0 h 5047495"/>
              <a:gd name="connsiteX5" fmla="*/ 2948676 w 4717881"/>
              <a:gd name="connsiteY5" fmla="*/ 0 h 5047495"/>
              <a:gd name="connsiteX6" fmla="*/ 3444053 w 4717881"/>
              <a:gd name="connsiteY6" fmla="*/ 0 h 5047495"/>
              <a:gd name="connsiteX7" fmla="*/ 3892252 w 4717881"/>
              <a:gd name="connsiteY7" fmla="*/ 0 h 5047495"/>
              <a:gd name="connsiteX8" fmla="*/ 4717881 w 4717881"/>
              <a:gd name="connsiteY8" fmla="*/ 0 h 5047495"/>
              <a:gd name="connsiteX9" fmla="*/ 4717881 w 4717881"/>
              <a:gd name="connsiteY9" fmla="*/ 459883 h 5047495"/>
              <a:gd name="connsiteX10" fmla="*/ 4717881 w 4717881"/>
              <a:gd name="connsiteY10" fmla="*/ 919766 h 5047495"/>
              <a:gd name="connsiteX11" fmla="*/ 4717881 w 4717881"/>
              <a:gd name="connsiteY11" fmla="*/ 1430124 h 5047495"/>
              <a:gd name="connsiteX12" fmla="*/ 4717881 w 4717881"/>
              <a:gd name="connsiteY12" fmla="*/ 2041431 h 5047495"/>
              <a:gd name="connsiteX13" fmla="*/ 4717881 w 4717881"/>
              <a:gd name="connsiteY13" fmla="*/ 2551789 h 5047495"/>
              <a:gd name="connsiteX14" fmla="*/ 4717881 w 4717881"/>
              <a:gd name="connsiteY14" fmla="*/ 3011672 h 5047495"/>
              <a:gd name="connsiteX15" fmla="*/ 4717881 w 4717881"/>
              <a:gd name="connsiteY15" fmla="*/ 3622980 h 5047495"/>
              <a:gd name="connsiteX16" fmla="*/ 4717881 w 4717881"/>
              <a:gd name="connsiteY16" fmla="*/ 4234287 h 5047495"/>
              <a:gd name="connsiteX17" fmla="*/ 4717881 w 4717881"/>
              <a:gd name="connsiteY17" fmla="*/ 5047495 h 5047495"/>
              <a:gd name="connsiteX18" fmla="*/ 4175325 w 4717881"/>
              <a:gd name="connsiteY18" fmla="*/ 5047495 h 5047495"/>
              <a:gd name="connsiteX19" fmla="*/ 3538411 w 4717881"/>
              <a:gd name="connsiteY19" fmla="*/ 5047495 h 5047495"/>
              <a:gd name="connsiteX20" fmla="*/ 3090212 w 4717881"/>
              <a:gd name="connsiteY20" fmla="*/ 5047495 h 5047495"/>
              <a:gd name="connsiteX21" fmla="*/ 2453298 w 4717881"/>
              <a:gd name="connsiteY21" fmla="*/ 5047495 h 5047495"/>
              <a:gd name="connsiteX22" fmla="*/ 1863563 w 4717881"/>
              <a:gd name="connsiteY22" fmla="*/ 5047495 h 5047495"/>
              <a:gd name="connsiteX23" fmla="*/ 1226649 w 4717881"/>
              <a:gd name="connsiteY23" fmla="*/ 5047495 h 5047495"/>
              <a:gd name="connsiteX24" fmla="*/ 589735 w 4717881"/>
              <a:gd name="connsiteY24" fmla="*/ 5047495 h 5047495"/>
              <a:gd name="connsiteX25" fmla="*/ 0 w 4717881"/>
              <a:gd name="connsiteY25" fmla="*/ 5047495 h 5047495"/>
              <a:gd name="connsiteX26" fmla="*/ 0 w 4717881"/>
              <a:gd name="connsiteY26" fmla="*/ 4385712 h 5047495"/>
              <a:gd name="connsiteX27" fmla="*/ 0 w 4717881"/>
              <a:gd name="connsiteY27" fmla="*/ 3723930 h 5047495"/>
              <a:gd name="connsiteX28" fmla="*/ 0 w 4717881"/>
              <a:gd name="connsiteY28" fmla="*/ 3264047 h 5047495"/>
              <a:gd name="connsiteX29" fmla="*/ 0 w 4717881"/>
              <a:gd name="connsiteY29" fmla="*/ 2753689 h 5047495"/>
              <a:gd name="connsiteX30" fmla="*/ 0 w 4717881"/>
              <a:gd name="connsiteY30" fmla="*/ 2091906 h 5047495"/>
              <a:gd name="connsiteX31" fmla="*/ 0 w 4717881"/>
              <a:gd name="connsiteY31" fmla="*/ 1531073 h 5047495"/>
              <a:gd name="connsiteX32" fmla="*/ 0 w 4717881"/>
              <a:gd name="connsiteY32" fmla="*/ 970241 h 5047495"/>
              <a:gd name="connsiteX33" fmla="*/ 0 w 4717881"/>
              <a:gd name="connsiteY33" fmla="*/ 0 h 5047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717881" h="5047495" extrusionOk="0">
                <a:moveTo>
                  <a:pt x="0" y="0"/>
                </a:moveTo>
                <a:cubicBezTo>
                  <a:pt x="286607" y="-13231"/>
                  <a:pt x="443495" y="21266"/>
                  <a:pt x="589735" y="0"/>
                </a:cubicBezTo>
                <a:cubicBezTo>
                  <a:pt x="735976" y="-21266"/>
                  <a:pt x="975988" y="14861"/>
                  <a:pt x="1226649" y="0"/>
                </a:cubicBezTo>
                <a:cubicBezTo>
                  <a:pt x="1477310" y="-14861"/>
                  <a:pt x="1573199" y="3004"/>
                  <a:pt x="1816384" y="0"/>
                </a:cubicBezTo>
                <a:cubicBezTo>
                  <a:pt x="2059569" y="-3004"/>
                  <a:pt x="2184187" y="47272"/>
                  <a:pt x="2311762" y="0"/>
                </a:cubicBezTo>
                <a:cubicBezTo>
                  <a:pt x="2439337" y="-47272"/>
                  <a:pt x="2703654" y="50021"/>
                  <a:pt x="2948676" y="0"/>
                </a:cubicBezTo>
                <a:cubicBezTo>
                  <a:pt x="3193698" y="-50021"/>
                  <a:pt x="3209660" y="14752"/>
                  <a:pt x="3444053" y="0"/>
                </a:cubicBezTo>
                <a:cubicBezTo>
                  <a:pt x="3678446" y="-14752"/>
                  <a:pt x="3780855" y="37614"/>
                  <a:pt x="3892252" y="0"/>
                </a:cubicBezTo>
                <a:cubicBezTo>
                  <a:pt x="4003649" y="-37614"/>
                  <a:pt x="4509402" y="89667"/>
                  <a:pt x="4717881" y="0"/>
                </a:cubicBezTo>
                <a:cubicBezTo>
                  <a:pt x="4737604" y="107360"/>
                  <a:pt x="4671857" y="348538"/>
                  <a:pt x="4717881" y="459883"/>
                </a:cubicBezTo>
                <a:cubicBezTo>
                  <a:pt x="4763905" y="571228"/>
                  <a:pt x="4673710" y="724864"/>
                  <a:pt x="4717881" y="919766"/>
                </a:cubicBezTo>
                <a:cubicBezTo>
                  <a:pt x="4762052" y="1114668"/>
                  <a:pt x="4658798" y="1193246"/>
                  <a:pt x="4717881" y="1430124"/>
                </a:cubicBezTo>
                <a:cubicBezTo>
                  <a:pt x="4776964" y="1667002"/>
                  <a:pt x="4648847" y="1865496"/>
                  <a:pt x="4717881" y="2041431"/>
                </a:cubicBezTo>
                <a:cubicBezTo>
                  <a:pt x="4786915" y="2217366"/>
                  <a:pt x="4686705" y="2434406"/>
                  <a:pt x="4717881" y="2551789"/>
                </a:cubicBezTo>
                <a:cubicBezTo>
                  <a:pt x="4749057" y="2669172"/>
                  <a:pt x="4711144" y="2821747"/>
                  <a:pt x="4717881" y="3011672"/>
                </a:cubicBezTo>
                <a:cubicBezTo>
                  <a:pt x="4724618" y="3201597"/>
                  <a:pt x="4652924" y="3480635"/>
                  <a:pt x="4717881" y="3622980"/>
                </a:cubicBezTo>
                <a:cubicBezTo>
                  <a:pt x="4782838" y="3765325"/>
                  <a:pt x="4657178" y="3928936"/>
                  <a:pt x="4717881" y="4234287"/>
                </a:cubicBezTo>
                <a:cubicBezTo>
                  <a:pt x="4778584" y="4539638"/>
                  <a:pt x="4645726" y="4688453"/>
                  <a:pt x="4717881" y="5047495"/>
                </a:cubicBezTo>
                <a:cubicBezTo>
                  <a:pt x="4467248" y="5070394"/>
                  <a:pt x="4436467" y="5018377"/>
                  <a:pt x="4175325" y="5047495"/>
                </a:cubicBezTo>
                <a:cubicBezTo>
                  <a:pt x="3914183" y="5076613"/>
                  <a:pt x="3799991" y="5003412"/>
                  <a:pt x="3538411" y="5047495"/>
                </a:cubicBezTo>
                <a:cubicBezTo>
                  <a:pt x="3276831" y="5091578"/>
                  <a:pt x="3309377" y="5041846"/>
                  <a:pt x="3090212" y="5047495"/>
                </a:cubicBezTo>
                <a:cubicBezTo>
                  <a:pt x="2871047" y="5053144"/>
                  <a:pt x="2742839" y="5002785"/>
                  <a:pt x="2453298" y="5047495"/>
                </a:cubicBezTo>
                <a:cubicBezTo>
                  <a:pt x="2163757" y="5092205"/>
                  <a:pt x="2152300" y="5027415"/>
                  <a:pt x="1863563" y="5047495"/>
                </a:cubicBezTo>
                <a:cubicBezTo>
                  <a:pt x="1574827" y="5067575"/>
                  <a:pt x="1430802" y="5004564"/>
                  <a:pt x="1226649" y="5047495"/>
                </a:cubicBezTo>
                <a:cubicBezTo>
                  <a:pt x="1022496" y="5090426"/>
                  <a:pt x="856577" y="5009767"/>
                  <a:pt x="589735" y="5047495"/>
                </a:cubicBezTo>
                <a:cubicBezTo>
                  <a:pt x="322893" y="5085223"/>
                  <a:pt x="210225" y="5046464"/>
                  <a:pt x="0" y="5047495"/>
                </a:cubicBezTo>
                <a:cubicBezTo>
                  <a:pt x="-58879" y="4717491"/>
                  <a:pt x="65842" y="4692948"/>
                  <a:pt x="0" y="4385712"/>
                </a:cubicBezTo>
                <a:cubicBezTo>
                  <a:pt x="-65842" y="4078476"/>
                  <a:pt x="12375" y="4043764"/>
                  <a:pt x="0" y="3723930"/>
                </a:cubicBezTo>
                <a:cubicBezTo>
                  <a:pt x="-12375" y="3404096"/>
                  <a:pt x="45579" y="3435856"/>
                  <a:pt x="0" y="3264047"/>
                </a:cubicBezTo>
                <a:cubicBezTo>
                  <a:pt x="-45579" y="3092238"/>
                  <a:pt x="23854" y="2940089"/>
                  <a:pt x="0" y="2753689"/>
                </a:cubicBezTo>
                <a:cubicBezTo>
                  <a:pt x="-23854" y="2567289"/>
                  <a:pt x="2940" y="2252655"/>
                  <a:pt x="0" y="2091906"/>
                </a:cubicBezTo>
                <a:cubicBezTo>
                  <a:pt x="-2940" y="1931157"/>
                  <a:pt x="33327" y="1730223"/>
                  <a:pt x="0" y="1531073"/>
                </a:cubicBezTo>
                <a:cubicBezTo>
                  <a:pt x="-33327" y="1331923"/>
                  <a:pt x="23825" y="1090544"/>
                  <a:pt x="0" y="970241"/>
                </a:cubicBezTo>
                <a:cubicBezTo>
                  <a:pt x="-23825" y="849938"/>
                  <a:pt x="63057" y="403374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6440822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const User = sequelize.define('User',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id: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type: DataTypes.INTEGER,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primaryKey: true,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b="1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</a:t>
            </a:r>
            <a:r>
              <a:rPr lang="sv-SE" sz="1400" b="1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autoIncrement: true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},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username: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type: DataTypes.STRING,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b="1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allowNull: false,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unique: true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},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email: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type: DataTypes.STRING,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allowNull: false,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</a:t>
            </a:r>
            <a:r>
              <a:rPr lang="sv-SE" sz="1400" b="1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validate: </a:t>
            </a:r>
            <a:r>
              <a:rPr lang="sv-SE" sz="1400" b="1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isEmail: true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}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},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birthdate: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type: DataTypes.DATEONLY,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b="1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defaultValue: DataTypes.NOW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},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4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});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55F7D-21F5-0353-4609-D284C45F2BFB}"/>
              </a:ext>
            </a:extLst>
          </p:cNvPr>
          <p:cNvSpPr txBox="1"/>
          <p:nvPr/>
        </p:nvSpPr>
        <p:spPr>
          <a:xfrm>
            <a:off x="1982269" y="834952"/>
            <a:ext cx="82274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 can be specified with additional requirements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37F9EC-F03C-344C-3500-75AC43F09DA1}"/>
              </a:ext>
            </a:extLst>
          </p:cNvPr>
          <p:cNvCxnSpPr/>
          <p:nvPr/>
        </p:nvCxnSpPr>
        <p:spPr>
          <a:xfrm flipH="1">
            <a:off x="3431157" y="3452200"/>
            <a:ext cx="2667000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FC6071F-CCDA-52B1-2474-B555C814E3B8}"/>
              </a:ext>
            </a:extLst>
          </p:cNvPr>
          <p:cNvSpPr txBox="1"/>
          <p:nvPr/>
        </p:nvSpPr>
        <p:spPr>
          <a:xfrm>
            <a:off x="6098157" y="3267534"/>
            <a:ext cx="2810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false, column is NOT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41D4EB-220A-5554-4B94-9F8A540252E6}"/>
              </a:ext>
            </a:extLst>
          </p:cNvPr>
          <p:cNvCxnSpPr/>
          <p:nvPr/>
        </p:nvCxnSpPr>
        <p:spPr>
          <a:xfrm flipH="1">
            <a:off x="3152516" y="4837532"/>
            <a:ext cx="2667000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194110F-A1AC-432D-BA8B-A86CE3BEDE2B}"/>
              </a:ext>
            </a:extLst>
          </p:cNvPr>
          <p:cNvSpPr txBox="1"/>
          <p:nvPr/>
        </p:nvSpPr>
        <p:spPr>
          <a:xfrm>
            <a:off x="6098157" y="4652866"/>
            <a:ext cx="333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Adds validations (e.g. </a:t>
            </a:r>
            <a:r>
              <a:rPr lang="fr-FR" dirty="0" err="1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isEmail</a:t>
            </a:r>
            <a:r>
              <a:rPr lang="fr-FR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dirty="0" err="1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</a:t>
            </a:r>
            <a:r>
              <a:rPr lang="fr-FR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4AA3C35-1D34-EDFE-34EA-177423F39620}"/>
              </a:ext>
            </a:extLst>
          </p:cNvPr>
          <p:cNvCxnSpPr>
            <a:cxnSpLocks/>
          </p:cNvCxnSpPr>
          <p:nvPr/>
        </p:nvCxnSpPr>
        <p:spPr>
          <a:xfrm flipH="1">
            <a:off x="4218557" y="5967832"/>
            <a:ext cx="1727200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0906F99-B056-E543-84AC-F6F7C29DFC6F}"/>
              </a:ext>
            </a:extLst>
          </p:cNvPr>
          <p:cNvSpPr txBox="1"/>
          <p:nvPr/>
        </p:nvSpPr>
        <p:spPr>
          <a:xfrm>
            <a:off x="6098157" y="5668866"/>
            <a:ext cx="3444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Sets a default value for the column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7711C06-E202-925A-7A6E-E8D96548538E}"/>
              </a:ext>
            </a:extLst>
          </p:cNvPr>
          <p:cNvCxnSpPr/>
          <p:nvPr/>
        </p:nvCxnSpPr>
        <p:spPr>
          <a:xfrm flipH="1">
            <a:off x="3431157" y="2525100"/>
            <a:ext cx="2667000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7F5DE3B-0A33-A4CC-526F-838EBD9EEDF2}"/>
              </a:ext>
            </a:extLst>
          </p:cNvPr>
          <p:cNvSpPr txBox="1"/>
          <p:nvPr/>
        </p:nvSpPr>
        <p:spPr>
          <a:xfrm>
            <a:off x="6098157" y="2297870"/>
            <a:ext cx="3455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Marks the column as a primary key</a:t>
            </a:r>
          </a:p>
        </p:txBody>
      </p:sp>
      <p:sp>
        <p:nvSpPr>
          <p:cNvPr id="23" name="TextBox 22">
            <a:hlinkClick r:id="rId2"/>
            <a:extLst>
              <a:ext uri="{FF2B5EF4-FFF2-40B4-BE49-F238E27FC236}">
                <a16:creationId xmlns:a16="http://schemas.microsoft.com/office/drawing/2014/main" id="{CB469295-C3D6-56A8-009A-DE0F7BDE7DA3}"/>
              </a:ext>
            </a:extLst>
          </p:cNvPr>
          <p:cNvSpPr txBox="1"/>
          <p:nvPr/>
        </p:nvSpPr>
        <p:spPr>
          <a:xfrm rot="19698444">
            <a:off x="10319206" y="409122"/>
            <a:ext cx="1361719" cy="36933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MORE INFO</a:t>
            </a:r>
          </a:p>
        </p:txBody>
      </p:sp>
      <p:sp>
        <p:nvSpPr>
          <p:cNvPr id="24" name="Google Shape;107;p2">
            <a:extLst>
              <a:ext uri="{FF2B5EF4-FFF2-40B4-BE49-F238E27FC236}">
                <a16:creationId xmlns:a16="http://schemas.microsoft.com/office/drawing/2014/main" id="{83637CAC-E711-8A9E-0FAD-314F0C0372DB}"/>
              </a:ext>
            </a:extLst>
          </p:cNvPr>
          <p:cNvSpPr txBox="1"/>
          <p:nvPr/>
        </p:nvSpPr>
        <p:spPr>
          <a:xfrm>
            <a:off x="204856" y="237754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6377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0;p4">
            <a:extLst>
              <a:ext uri="{FF2B5EF4-FFF2-40B4-BE49-F238E27FC236}">
                <a16:creationId xmlns:a16="http://schemas.microsoft.com/office/drawing/2014/main" id="{4A6668D2-2D8D-3A89-3628-8736B1A5669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8929" y="541027"/>
            <a:ext cx="186684" cy="371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1;p4">
            <a:extLst>
              <a:ext uri="{FF2B5EF4-FFF2-40B4-BE49-F238E27FC236}">
                <a16:creationId xmlns:a16="http://schemas.microsoft.com/office/drawing/2014/main" id="{A4C79C08-01E2-A2C7-F7B1-B3C79C44117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9744" y="541027"/>
            <a:ext cx="186684" cy="3712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1D3560-D901-8D3C-EE37-D3B653DD7437}"/>
              </a:ext>
            </a:extLst>
          </p:cNvPr>
          <p:cNvSpPr txBox="1"/>
          <p:nvPr/>
        </p:nvSpPr>
        <p:spPr>
          <a:xfrm>
            <a:off x="2740206" y="365125"/>
            <a:ext cx="6606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a Model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 "Book" Table</a:t>
            </a:r>
            <a:endParaRPr lang="en-US" sz="36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E41F15-BE95-1265-A243-AEFCDEC9CF58}"/>
              </a:ext>
            </a:extLst>
          </p:cNvPr>
          <p:cNvSpPr txBox="1"/>
          <p:nvPr/>
        </p:nvSpPr>
        <p:spPr>
          <a:xfrm>
            <a:off x="1409700" y="1553911"/>
            <a:ext cx="8432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model called Book using </a:t>
            </a:r>
            <a:r>
              <a:rPr lang="en-US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sequelize.define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('Book', { ... }).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the following 6 columns with the specified requirements: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884D482-1D41-289A-8888-28208CA2C5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55815"/>
              </p:ext>
            </p:extLst>
          </p:nvPr>
        </p:nvGraphicFramePr>
        <p:xfrm>
          <a:off x="1409700" y="2676524"/>
          <a:ext cx="10191750" cy="378169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74738">
                  <a:extLst>
                    <a:ext uri="{9D8B030D-6E8A-4147-A177-3AD203B41FA5}">
                      <a16:colId xmlns:a16="http://schemas.microsoft.com/office/drawing/2014/main" val="1172809943"/>
                    </a:ext>
                  </a:extLst>
                </a:gridCol>
                <a:gridCol w="2140137">
                  <a:extLst>
                    <a:ext uri="{9D8B030D-6E8A-4147-A177-3AD203B41FA5}">
                      <a16:colId xmlns:a16="http://schemas.microsoft.com/office/drawing/2014/main" val="3468305657"/>
                    </a:ext>
                  </a:extLst>
                </a:gridCol>
                <a:gridCol w="5476875">
                  <a:extLst>
                    <a:ext uri="{9D8B030D-6E8A-4147-A177-3AD203B41FA5}">
                      <a16:colId xmlns:a16="http://schemas.microsoft.com/office/drawing/2014/main" val="3113594991"/>
                    </a:ext>
                  </a:extLst>
                </a:gridCol>
              </a:tblGrid>
              <a:tr h="4898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Column Name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Constraints / Properties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99789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solidFill>
                            <a:schemeClr val="accent6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STRING</a:t>
                      </a:r>
                      <a:endParaRPr lang="en-US" sz="1800" b="0" i="0" u="none" strike="noStrike" dirty="0">
                        <a:solidFill>
                          <a:schemeClr val="accent6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Must be 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unique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and 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null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 anchor="ctr"/>
                </a:tc>
                <a:extLst>
                  <a:ext uri="{0D108BD9-81ED-4DB2-BD59-A6C34878D82A}">
                    <a16:rowId xmlns:a16="http://schemas.microsoft.com/office/drawing/2014/main" val="786729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author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solidFill>
                            <a:schemeClr val="accent6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STRING</a:t>
                      </a:r>
                      <a:endParaRPr lang="en-US" sz="1800" b="0" i="0" u="none" strike="noStrike" dirty="0">
                        <a:solidFill>
                          <a:schemeClr val="accent6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Must be 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null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 anchor="ctr"/>
                </a:tc>
                <a:extLst>
                  <a:ext uri="{0D108BD9-81ED-4DB2-BD59-A6C34878D82A}">
                    <a16:rowId xmlns:a16="http://schemas.microsoft.com/office/drawing/2014/main" val="172990413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 err="1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publishedYear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INTEGER</a:t>
                      </a:r>
                      <a:endParaRPr lang="en-US" sz="1800" b="0" i="0" u="none" strike="noStrike" dirty="0">
                        <a:solidFill>
                          <a:schemeClr val="accent2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Must be between 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1500 and 2100 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(use validate)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 anchor="ctr"/>
                </a:tc>
                <a:extLst>
                  <a:ext uri="{0D108BD9-81ED-4DB2-BD59-A6C34878D82A}">
                    <a16:rowId xmlns:a16="http://schemas.microsoft.com/office/drawing/2014/main" val="115283139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genre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solidFill>
                            <a:schemeClr val="accent5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ENUM</a:t>
                      </a:r>
                      <a:endParaRPr lang="en-US" sz="1800" b="0" i="0" u="none" strike="noStrike" dirty="0">
                        <a:solidFill>
                          <a:schemeClr val="accent5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Accept only: 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'fiction', 'non-fiction', 'sci-fi', 'biography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 anchor="ctr"/>
                </a:tc>
                <a:extLst>
                  <a:ext uri="{0D108BD9-81ED-4DB2-BD59-A6C34878D82A}">
                    <a16:rowId xmlns:a16="http://schemas.microsoft.com/office/drawing/2014/main" val="148221896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solidFill>
                            <a:schemeClr val="accent4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BOOLEAN</a:t>
                      </a:r>
                      <a:endParaRPr lang="en-US" sz="1800" b="0" i="0" u="none" strike="noStrike" dirty="0">
                        <a:solidFill>
                          <a:schemeClr val="accent4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Must 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default to true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 anchor="ctr"/>
                </a:tc>
                <a:extLst>
                  <a:ext uri="{0D108BD9-81ED-4DB2-BD59-A6C34878D82A}">
                    <a16:rowId xmlns:a16="http://schemas.microsoft.com/office/drawing/2014/main" val="271672404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FLOAT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Must be a 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positive number 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(use validate)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84" marR="6684" marT="6684" marB="0" anchor="ctr"/>
                </a:tc>
                <a:extLst>
                  <a:ext uri="{0D108BD9-81ED-4DB2-BD59-A6C34878D82A}">
                    <a16:rowId xmlns:a16="http://schemas.microsoft.com/office/drawing/2014/main" val="2785525896"/>
                  </a:ext>
                </a:extLst>
              </a:tr>
            </a:tbl>
          </a:graphicData>
        </a:graphic>
      </p:graphicFrame>
      <p:sp>
        <p:nvSpPr>
          <p:cNvPr id="16" name="Google Shape;107;p2">
            <a:extLst>
              <a:ext uri="{FF2B5EF4-FFF2-40B4-BE49-F238E27FC236}">
                <a16:creationId xmlns:a16="http://schemas.microsoft.com/office/drawing/2014/main" id="{17DFA0F1-5F70-0990-2313-E5C2B7378335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ACTIVITY - 2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683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AD692-1CB4-AE1A-9775-7F784ECA8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7;p2">
            <a:extLst>
              <a:ext uri="{FF2B5EF4-FFF2-40B4-BE49-F238E27FC236}">
                <a16:creationId xmlns:a16="http://schemas.microsoft.com/office/drawing/2014/main" id="{9AAEB000-0DD2-D7AB-0DB4-653E36755964}"/>
              </a:ext>
            </a:extLst>
          </p:cNvPr>
          <p:cNvSpPr txBox="1"/>
          <p:nvPr/>
        </p:nvSpPr>
        <p:spPr>
          <a:xfrm rot="20091581">
            <a:off x="182274" y="450299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11;p2">
            <a:extLst>
              <a:ext uri="{FF2B5EF4-FFF2-40B4-BE49-F238E27FC236}">
                <a16:creationId xmlns:a16="http://schemas.microsoft.com/office/drawing/2014/main" id="{AB823BBC-3BFC-9671-2C90-0665C918B02A}"/>
              </a:ext>
            </a:extLst>
          </p:cNvPr>
          <p:cNvSpPr txBox="1"/>
          <p:nvPr/>
        </p:nvSpPr>
        <p:spPr>
          <a:xfrm>
            <a:off x="900851" y="1249426"/>
            <a:ext cx="5814274" cy="5170606"/>
          </a:xfrm>
          <a:custGeom>
            <a:avLst/>
            <a:gdLst>
              <a:gd name="connsiteX0" fmla="*/ 0 w 5814274"/>
              <a:gd name="connsiteY0" fmla="*/ 0 h 5170606"/>
              <a:gd name="connsiteX1" fmla="*/ 639570 w 5814274"/>
              <a:gd name="connsiteY1" fmla="*/ 0 h 5170606"/>
              <a:gd name="connsiteX2" fmla="*/ 1104712 w 5814274"/>
              <a:gd name="connsiteY2" fmla="*/ 0 h 5170606"/>
              <a:gd name="connsiteX3" fmla="*/ 1627997 w 5814274"/>
              <a:gd name="connsiteY3" fmla="*/ 0 h 5170606"/>
              <a:gd name="connsiteX4" fmla="*/ 2325710 w 5814274"/>
              <a:gd name="connsiteY4" fmla="*/ 0 h 5170606"/>
              <a:gd name="connsiteX5" fmla="*/ 2848994 w 5814274"/>
              <a:gd name="connsiteY5" fmla="*/ 0 h 5170606"/>
              <a:gd name="connsiteX6" fmla="*/ 3314136 w 5814274"/>
              <a:gd name="connsiteY6" fmla="*/ 0 h 5170606"/>
              <a:gd name="connsiteX7" fmla="*/ 3837421 w 5814274"/>
              <a:gd name="connsiteY7" fmla="*/ 0 h 5170606"/>
              <a:gd name="connsiteX8" fmla="*/ 4302563 w 5814274"/>
              <a:gd name="connsiteY8" fmla="*/ 0 h 5170606"/>
              <a:gd name="connsiteX9" fmla="*/ 5000276 w 5814274"/>
              <a:gd name="connsiteY9" fmla="*/ 0 h 5170606"/>
              <a:gd name="connsiteX10" fmla="*/ 5814274 w 5814274"/>
              <a:gd name="connsiteY10" fmla="*/ 0 h 5170606"/>
              <a:gd name="connsiteX11" fmla="*/ 5814274 w 5814274"/>
              <a:gd name="connsiteY11" fmla="*/ 419394 h 5170606"/>
              <a:gd name="connsiteX12" fmla="*/ 5814274 w 5814274"/>
              <a:gd name="connsiteY12" fmla="*/ 1045611 h 5170606"/>
              <a:gd name="connsiteX13" fmla="*/ 5814274 w 5814274"/>
              <a:gd name="connsiteY13" fmla="*/ 1671829 h 5170606"/>
              <a:gd name="connsiteX14" fmla="*/ 5814274 w 5814274"/>
              <a:gd name="connsiteY14" fmla="*/ 2349753 h 5170606"/>
              <a:gd name="connsiteX15" fmla="*/ 5814274 w 5814274"/>
              <a:gd name="connsiteY15" fmla="*/ 2872559 h 5170606"/>
              <a:gd name="connsiteX16" fmla="*/ 5814274 w 5814274"/>
              <a:gd name="connsiteY16" fmla="*/ 3291952 h 5170606"/>
              <a:gd name="connsiteX17" fmla="*/ 5814274 w 5814274"/>
              <a:gd name="connsiteY17" fmla="*/ 3866464 h 5170606"/>
              <a:gd name="connsiteX18" fmla="*/ 5814274 w 5814274"/>
              <a:gd name="connsiteY18" fmla="*/ 4337564 h 5170606"/>
              <a:gd name="connsiteX19" fmla="*/ 5814274 w 5814274"/>
              <a:gd name="connsiteY19" fmla="*/ 5170606 h 5170606"/>
              <a:gd name="connsiteX20" fmla="*/ 5349132 w 5814274"/>
              <a:gd name="connsiteY20" fmla="*/ 5170606 h 5170606"/>
              <a:gd name="connsiteX21" fmla="*/ 4825847 w 5814274"/>
              <a:gd name="connsiteY21" fmla="*/ 5170606 h 5170606"/>
              <a:gd name="connsiteX22" fmla="*/ 4244420 w 5814274"/>
              <a:gd name="connsiteY22" fmla="*/ 5170606 h 5170606"/>
              <a:gd name="connsiteX23" fmla="*/ 3779278 w 5814274"/>
              <a:gd name="connsiteY23" fmla="*/ 5170606 h 5170606"/>
              <a:gd name="connsiteX24" fmla="*/ 3314136 w 5814274"/>
              <a:gd name="connsiteY24" fmla="*/ 5170606 h 5170606"/>
              <a:gd name="connsiteX25" fmla="*/ 2790852 w 5814274"/>
              <a:gd name="connsiteY25" fmla="*/ 5170606 h 5170606"/>
              <a:gd name="connsiteX26" fmla="*/ 2267567 w 5814274"/>
              <a:gd name="connsiteY26" fmla="*/ 5170606 h 5170606"/>
              <a:gd name="connsiteX27" fmla="*/ 1686139 w 5814274"/>
              <a:gd name="connsiteY27" fmla="*/ 5170606 h 5170606"/>
              <a:gd name="connsiteX28" fmla="*/ 1220998 w 5814274"/>
              <a:gd name="connsiteY28" fmla="*/ 5170606 h 5170606"/>
              <a:gd name="connsiteX29" fmla="*/ 697713 w 5814274"/>
              <a:gd name="connsiteY29" fmla="*/ 5170606 h 5170606"/>
              <a:gd name="connsiteX30" fmla="*/ 0 w 5814274"/>
              <a:gd name="connsiteY30" fmla="*/ 5170606 h 5170606"/>
              <a:gd name="connsiteX31" fmla="*/ 0 w 5814274"/>
              <a:gd name="connsiteY31" fmla="*/ 4751212 h 5170606"/>
              <a:gd name="connsiteX32" fmla="*/ 0 w 5814274"/>
              <a:gd name="connsiteY32" fmla="*/ 4331819 h 5170606"/>
              <a:gd name="connsiteX33" fmla="*/ 0 w 5814274"/>
              <a:gd name="connsiteY33" fmla="*/ 3860719 h 5170606"/>
              <a:gd name="connsiteX34" fmla="*/ 0 w 5814274"/>
              <a:gd name="connsiteY34" fmla="*/ 3182795 h 5170606"/>
              <a:gd name="connsiteX35" fmla="*/ 0 w 5814274"/>
              <a:gd name="connsiteY35" fmla="*/ 2556577 h 5170606"/>
              <a:gd name="connsiteX36" fmla="*/ 0 w 5814274"/>
              <a:gd name="connsiteY36" fmla="*/ 1982066 h 5170606"/>
              <a:gd name="connsiteX37" fmla="*/ 0 w 5814274"/>
              <a:gd name="connsiteY37" fmla="*/ 1355848 h 5170606"/>
              <a:gd name="connsiteX38" fmla="*/ 0 w 5814274"/>
              <a:gd name="connsiteY38" fmla="*/ 677924 h 5170606"/>
              <a:gd name="connsiteX39" fmla="*/ 0 w 5814274"/>
              <a:gd name="connsiteY39" fmla="*/ 0 h 517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814274" h="5170606" extrusionOk="0">
                <a:moveTo>
                  <a:pt x="0" y="0"/>
                </a:moveTo>
                <a:cubicBezTo>
                  <a:pt x="314435" y="-60316"/>
                  <a:pt x="374624" y="56322"/>
                  <a:pt x="639570" y="0"/>
                </a:cubicBezTo>
                <a:cubicBezTo>
                  <a:pt x="904516" y="-56322"/>
                  <a:pt x="954065" y="44381"/>
                  <a:pt x="1104712" y="0"/>
                </a:cubicBezTo>
                <a:cubicBezTo>
                  <a:pt x="1255359" y="-44381"/>
                  <a:pt x="1486676" y="14064"/>
                  <a:pt x="1627997" y="0"/>
                </a:cubicBezTo>
                <a:cubicBezTo>
                  <a:pt x="1769319" y="-14064"/>
                  <a:pt x="1996837" y="78980"/>
                  <a:pt x="2325710" y="0"/>
                </a:cubicBezTo>
                <a:cubicBezTo>
                  <a:pt x="2654583" y="-78980"/>
                  <a:pt x="2682940" y="32744"/>
                  <a:pt x="2848994" y="0"/>
                </a:cubicBezTo>
                <a:cubicBezTo>
                  <a:pt x="3015048" y="-32744"/>
                  <a:pt x="3089826" y="4486"/>
                  <a:pt x="3314136" y="0"/>
                </a:cubicBezTo>
                <a:cubicBezTo>
                  <a:pt x="3538446" y="-4486"/>
                  <a:pt x="3726647" y="60930"/>
                  <a:pt x="3837421" y="0"/>
                </a:cubicBezTo>
                <a:cubicBezTo>
                  <a:pt x="3948195" y="-60930"/>
                  <a:pt x="4072734" y="44842"/>
                  <a:pt x="4302563" y="0"/>
                </a:cubicBezTo>
                <a:cubicBezTo>
                  <a:pt x="4532392" y="-44842"/>
                  <a:pt x="4743383" y="71122"/>
                  <a:pt x="5000276" y="0"/>
                </a:cubicBezTo>
                <a:cubicBezTo>
                  <a:pt x="5257169" y="-71122"/>
                  <a:pt x="5412444" y="48978"/>
                  <a:pt x="5814274" y="0"/>
                </a:cubicBezTo>
                <a:cubicBezTo>
                  <a:pt x="5829593" y="86454"/>
                  <a:pt x="5801081" y="232538"/>
                  <a:pt x="5814274" y="419394"/>
                </a:cubicBezTo>
                <a:cubicBezTo>
                  <a:pt x="5827467" y="606250"/>
                  <a:pt x="5785513" y="734082"/>
                  <a:pt x="5814274" y="1045611"/>
                </a:cubicBezTo>
                <a:cubicBezTo>
                  <a:pt x="5843035" y="1357140"/>
                  <a:pt x="5794556" y="1406258"/>
                  <a:pt x="5814274" y="1671829"/>
                </a:cubicBezTo>
                <a:cubicBezTo>
                  <a:pt x="5833992" y="1937400"/>
                  <a:pt x="5802661" y="2140853"/>
                  <a:pt x="5814274" y="2349753"/>
                </a:cubicBezTo>
                <a:cubicBezTo>
                  <a:pt x="5825887" y="2558653"/>
                  <a:pt x="5806271" y="2620634"/>
                  <a:pt x="5814274" y="2872559"/>
                </a:cubicBezTo>
                <a:cubicBezTo>
                  <a:pt x="5822277" y="3124484"/>
                  <a:pt x="5811861" y="3201071"/>
                  <a:pt x="5814274" y="3291952"/>
                </a:cubicBezTo>
                <a:cubicBezTo>
                  <a:pt x="5816687" y="3382833"/>
                  <a:pt x="5749051" y="3605363"/>
                  <a:pt x="5814274" y="3866464"/>
                </a:cubicBezTo>
                <a:cubicBezTo>
                  <a:pt x="5879497" y="4127565"/>
                  <a:pt x="5811131" y="4119361"/>
                  <a:pt x="5814274" y="4337564"/>
                </a:cubicBezTo>
                <a:cubicBezTo>
                  <a:pt x="5817417" y="4555767"/>
                  <a:pt x="5797438" y="4877720"/>
                  <a:pt x="5814274" y="5170606"/>
                </a:cubicBezTo>
                <a:cubicBezTo>
                  <a:pt x="5660236" y="5184790"/>
                  <a:pt x="5492380" y="5126916"/>
                  <a:pt x="5349132" y="5170606"/>
                </a:cubicBezTo>
                <a:cubicBezTo>
                  <a:pt x="5205884" y="5214296"/>
                  <a:pt x="4940878" y="5145726"/>
                  <a:pt x="4825847" y="5170606"/>
                </a:cubicBezTo>
                <a:cubicBezTo>
                  <a:pt x="4710817" y="5195486"/>
                  <a:pt x="4422754" y="5166917"/>
                  <a:pt x="4244420" y="5170606"/>
                </a:cubicBezTo>
                <a:cubicBezTo>
                  <a:pt x="4066086" y="5174295"/>
                  <a:pt x="3962635" y="5134039"/>
                  <a:pt x="3779278" y="5170606"/>
                </a:cubicBezTo>
                <a:cubicBezTo>
                  <a:pt x="3595921" y="5207173"/>
                  <a:pt x="3487459" y="5141359"/>
                  <a:pt x="3314136" y="5170606"/>
                </a:cubicBezTo>
                <a:cubicBezTo>
                  <a:pt x="3140813" y="5199853"/>
                  <a:pt x="3010704" y="5123960"/>
                  <a:pt x="2790852" y="5170606"/>
                </a:cubicBezTo>
                <a:cubicBezTo>
                  <a:pt x="2571000" y="5217252"/>
                  <a:pt x="2440856" y="5162202"/>
                  <a:pt x="2267567" y="5170606"/>
                </a:cubicBezTo>
                <a:cubicBezTo>
                  <a:pt x="2094278" y="5179010"/>
                  <a:pt x="1916495" y="5154336"/>
                  <a:pt x="1686139" y="5170606"/>
                </a:cubicBezTo>
                <a:cubicBezTo>
                  <a:pt x="1455783" y="5186876"/>
                  <a:pt x="1417906" y="5147474"/>
                  <a:pt x="1220998" y="5170606"/>
                </a:cubicBezTo>
                <a:cubicBezTo>
                  <a:pt x="1024090" y="5193738"/>
                  <a:pt x="912196" y="5136357"/>
                  <a:pt x="697713" y="5170606"/>
                </a:cubicBezTo>
                <a:cubicBezTo>
                  <a:pt x="483231" y="5204855"/>
                  <a:pt x="347381" y="5110346"/>
                  <a:pt x="0" y="5170606"/>
                </a:cubicBezTo>
                <a:cubicBezTo>
                  <a:pt x="-10098" y="5019795"/>
                  <a:pt x="50273" y="4860371"/>
                  <a:pt x="0" y="4751212"/>
                </a:cubicBezTo>
                <a:cubicBezTo>
                  <a:pt x="-50273" y="4642053"/>
                  <a:pt x="25582" y="4427291"/>
                  <a:pt x="0" y="4331819"/>
                </a:cubicBezTo>
                <a:cubicBezTo>
                  <a:pt x="-25582" y="4236347"/>
                  <a:pt x="32451" y="4045956"/>
                  <a:pt x="0" y="3860719"/>
                </a:cubicBezTo>
                <a:cubicBezTo>
                  <a:pt x="-32451" y="3675482"/>
                  <a:pt x="64524" y="3441700"/>
                  <a:pt x="0" y="3182795"/>
                </a:cubicBezTo>
                <a:cubicBezTo>
                  <a:pt x="-64524" y="2923890"/>
                  <a:pt x="57379" y="2735596"/>
                  <a:pt x="0" y="2556577"/>
                </a:cubicBezTo>
                <a:cubicBezTo>
                  <a:pt x="-57379" y="2377558"/>
                  <a:pt x="65594" y="2202798"/>
                  <a:pt x="0" y="1982066"/>
                </a:cubicBezTo>
                <a:cubicBezTo>
                  <a:pt x="-65594" y="1761334"/>
                  <a:pt x="48074" y="1522592"/>
                  <a:pt x="0" y="1355848"/>
                </a:cubicBezTo>
                <a:cubicBezTo>
                  <a:pt x="-48074" y="1189104"/>
                  <a:pt x="30047" y="953851"/>
                  <a:pt x="0" y="677924"/>
                </a:cubicBezTo>
                <a:cubicBezTo>
                  <a:pt x="-30047" y="401997"/>
                  <a:pt x="58516" y="262891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34951369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const Book = sequelize.define('Book',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title: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type: DataTypes.STRING,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</a:t>
            </a:r>
            <a:r>
              <a:rPr lang="sv-SE" sz="11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allowNull: false,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</a:t>
            </a:r>
            <a:r>
              <a:rPr lang="sv-SE" sz="11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unique: true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},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author: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type: DataTypes.STRING,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</a:t>
            </a:r>
            <a:r>
              <a:rPr lang="sv-SE" sz="11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allowNull: false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},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publishedYear: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type: DataTypes.INTEGER,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validate: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min: 1500,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max: 2100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}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},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genre: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type: DataTypes.ENUM('fiction', 'non-fiction', 'sci-fi', 'biography')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},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available: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type: DataTypes.BOOLEAN,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</a:t>
            </a:r>
            <a:r>
              <a:rPr lang="sv-SE" sz="11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defaultValue: true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},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price: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type: DataTypes.FLOAT,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</a:t>
            </a:r>
            <a:r>
              <a:rPr lang="sv-SE" sz="11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validate: {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min: 0.01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}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11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} });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D12E1D-D764-1CBD-B210-62AB8E54534B}"/>
              </a:ext>
            </a:extLst>
          </p:cNvPr>
          <p:cNvSpPr txBox="1"/>
          <p:nvPr/>
        </p:nvSpPr>
        <p:spPr>
          <a:xfrm>
            <a:off x="6848475" y="3328098"/>
            <a:ext cx="4343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sz="1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Must be between </a:t>
            </a:r>
            <a:r>
              <a:rPr lang="en-US" sz="1600" b="1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1500 and 2100 </a:t>
            </a:r>
            <a:r>
              <a:rPr lang="en-US" sz="1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(use validate)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B9E2D4-9482-747A-379D-6CDDE935586A}"/>
              </a:ext>
            </a:extLst>
          </p:cNvPr>
          <p:cNvSpPr txBox="1"/>
          <p:nvPr/>
        </p:nvSpPr>
        <p:spPr>
          <a:xfrm>
            <a:off x="7048500" y="1680853"/>
            <a:ext cx="4810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sz="1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Must be </a:t>
            </a:r>
            <a:r>
              <a:rPr lang="en-US" sz="1600" b="1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unique</a:t>
            </a:r>
            <a:r>
              <a:rPr lang="en-US" sz="1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600" b="1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null</a:t>
            </a:r>
            <a:endParaRPr lang="en-US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72B30-4AB1-F7F3-D7C6-AB6F2DEB56D2}"/>
              </a:ext>
            </a:extLst>
          </p:cNvPr>
          <p:cNvSpPr txBox="1"/>
          <p:nvPr/>
        </p:nvSpPr>
        <p:spPr>
          <a:xfrm>
            <a:off x="6848475" y="253478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sz="1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Must be </a:t>
            </a:r>
            <a:r>
              <a:rPr lang="en-US" sz="1600" b="1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null</a:t>
            </a:r>
            <a:endParaRPr lang="en-US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299DBE-A07B-A820-2E2E-E378C02105D1}"/>
              </a:ext>
            </a:extLst>
          </p:cNvPr>
          <p:cNvSpPr txBox="1"/>
          <p:nvPr/>
        </p:nvSpPr>
        <p:spPr>
          <a:xfrm>
            <a:off x="6972300" y="4121413"/>
            <a:ext cx="49815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sz="1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Accept only: </a:t>
            </a:r>
            <a:r>
              <a:rPr lang="en-US" sz="1600" b="1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'fiction', 'non-fiction', 'sci-fi', 'biography</a:t>
            </a:r>
            <a:r>
              <a:rPr lang="en-US" sz="1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65DE6A-5A47-1C3F-5BD9-3D5CABAB331E}"/>
              </a:ext>
            </a:extLst>
          </p:cNvPr>
          <p:cNvSpPr txBox="1"/>
          <p:nvPr/>
        </p:nvSpPr>
        <p:spPr>
          <a:xfrm>
            <a:off x="7124700" y="4906160"/>
            <a:ext cx="42767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Must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 to true</a:t>
            </a:r>
            <a:endParaRPr lang="en-US" sz="16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890779-2981-E41E-7F15-6B21D47FB773}"/>
              </a:ext>
            </a:extLst>
          </p:cNvPr>
          <p:cNvSpPr txBox="1"/>
          <p:nvPr/>
        </p:nvSpPr>
        <p:spPr>
          <a:xfrm>
            <a:off x="7048500" y="5561060"/>
            <a:ext cx="44386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Must be a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number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(use validate)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614DEA-AF3D-EA3F-2841-382B96270BDC}"/>
              </a:ext>
            </a:extLst>
          </p:cNvPr>
          <p:cNvCxnSpPr>
            <a:cxnSpLocks/>
          </p:cNvCxnSpPr>
          <p:nvPr/>
        </p:nvCxnSpPr>
        <p:spPr>
          <a:xfrm flipH="1">
            <a:off x="2895600" y="1850130"/>
            <a:ext cx="4076700" cy="26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EEA660F-111F-C8A1-0DF5-25DC1276F374}"/>
              </a:ext>
            </a:extLst>
          </p:cNvPr>
          <p:cNvCxnSpPr>
            <a:cxnSpLocks/>
          </p:cNvCxnSpPr>
          <p:nvPr/>
        </p:nvCxnSpPr>
        <p:spPr>
          <a:xfrm flipH="1">
            <a:off x="2762250" y="2731427"/>
            <a:ext cx="4086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0E93C1C-7CD4-47B4-10FD-96E338DDF9AF}"/>
              </a:ext>
            </a:extLst>
          </p:cNvPr>
          <p:cNvCxnSpPr>
            <a:cxnSpLocks/>
          </p:cNvCxnSpPr>
          <p:nvPr/>
        </p:nvCxnSpPr>
        <p:spPr>
          <a:xfrm flipH="1">
            <a:off x="2762250" y="3497375"/>
            <a:ext cx="4086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ACF2BCA-7590-19C9-3F19-A1941935419E}"/>
              </a:ext>
            </a:extLst>
          </p:cNvPr>
          <p:cNvCxnSpPr>
            <a:cxnSpLocks/>
          </p:cNvCxnSpPr>
          <p:nvPr/>
        </p:nvCxnSpPr>
        <p:spPr>
          <a:xfrm flipH="1">
            <a:off x="6534150" y="4336857"/>
            <a:ext cx="438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F4FE12C-64C7-2681-87E7-396285A0B479}"/>
              </a:ext>
            </a:extLst>
          </p:cNvPr>
          <p:cNvCxnSpPr>
            <a:cxnSpLocks/>
          </p:cNvCxnSpPr>
          <p:nvPr/>
        </p:nvCxnSpPr>
        <p:spPr>
          <a:xfrm flipH="1">
            <a:off x="2962275" y="5075437"/>
            <a:ext cx="4086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AF35B29-27E2-F962-52DB-D26BA9AB3AF4}"/>
              </a:ext>
            </a:extLst>
          </p:cNvPr>
          <p:cNvCxnSpPr>
            <a:cxnSpLocks/>
          </p:cNvCxnSpPr>
          <p:nvPr/>
        </p:nvCxnSpPr>
        <p:spPr>
          <a:xfrm flipH="1">
            <a:off x="2886075" y="5801086"/>
            <a:ext cx="4086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0965EC3-6696-3D48-625B-2602949D4A94}"/>
              </a:ext>
            </a:extLst>
          </p:cNvPr>
          <p:cNvSpPr txBox="1"/>
          <p:nvPr/>
        </p:nvSpPr>
        <p:spPr>
          <a:xfrm>
            <a:off x="2740206" y="365125"/>
            <a:ext cx="6606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a Model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 "Book" Table</a:t>
            </a:r>
            <a:endParaRPr lang="en-US" sz="36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133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02A3F-E811-7430-EBB1-CF3D6419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">
            <a:extLst>
              <a:ext uri="{FF2B5EF4-FFF2-40B4-BE49-F238E27FC236}">
                <a16:creationId xmlns:a16="http://schemas.microsoft.com/office/drawing/2014/main" id="{3D95F7C9-9574-F5A4-846B-C0E40889B7AD}"/>
              </a:ext>
            </a:extLst>
          </p:cNvPr>
          <p:cNvSpPr txBox="1"/>
          <p:nvPr/>
        </p:nvSpPr>
        <p:spPr>
          <a:xfrm>
            <a:off x="204856" y="237754"/>
            <a:ext cx="2095838" cy="369332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INSTANCE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28EE8E-2B9D-888D-6C8D-7729F24B1433}"/>
              </a:ext>
            </a:extLst>
          </p:cNvPr>
          <p:cNvSpPr txBox="1"/>
          <p:nvPr/>
        </p:nvSpPr>
        <p:spPr>
          <a:xfrm>
            <a:off x="1764575" y="890801"/>
            <a:ext cx="7372168" cy="4401205"/>
          </a:xfrm>
          <a:custGeom>
            <a:avLst/>
            <a:gdLst>
              <a:gd name="connsiteX0" fmla="*/ 0 w 7372168"/>
              <a:gd name="connsiteY0" fmla="*/ 0 h 4401205"/>
              <a:gd name="connsiteX1" fmla="*/ 493368 w 7372168"/>
              <a:gd name="connsiteY1" fmla="*/ 0 h 4401205"/>
              <a:gd name="connsiteX2" fmla="*/ 839293 w 7372168"/>
              <a:gd name="connsiteY2" fmla="*/ 0 h 4401205"/>
              <a:gd name="connsiteX3" fmla="*/ 1553826 w 7372168"/>
              <a:gd name="connsiteY3" fmla="*/ 0 h 4401205"/>
              <a:gd name="connsiteX4" fmla="*/ 2047194 w 7372168"/>
              <a:gd name="connsiteY4" fmla="*/ 0 h 4401205"/>
              <a:gd name="connsiteX5" fmla="*/ 2540563 w 7372168"/>
              <a:gd name="connsiteY5" fmla="*/ 0 h 4401205"/>
              <a:gd name="connsiteX6" fmla="*/ 3255096 w 7372168"/>
              <a:gd name="connsiteY6" fmla="*/ 0 h 4401205"/>
              <a:gd name="connsiteX7" fmla="*/ 3674742 w 7372168"/>
              <a:gd name="connsiteY7" fmla="*/ 0 h 4401205"/>
              <a:gd name="connsiteX8" fmla="*/ 4389275 w 7372168"/>
              <a:gd name="connsiteY8" fmla="*/ 0 h 4401205"/>
              <a:gd name="connsiteX9" fmla="*/ 5103809 w 7372168"/>
              <a:gd name="connsiteY9" fmla="*/ 0 h 4401205"/>
              <a:gd name="connsiteX10" fmla="*/ 5670898 w 7372168"/>
              <a:gd name="connsiteY10" fmla="*/ 0 h 4401205"/>
              <a:gd name="connsiteX11" fmla="*/ 6385432 w 7372168"/>
              <a:gd name="connsiteY11" fmla="*/ 0 h 4401205"/>
              <a:gd name="connsiteX12" fmla="*/ 6878800 w 7372168"/>
              <a:gd name="connsiteY12" fmla="*/ 0 h 4401205"/>
              <a:gd name="connsiteX13" fmla="*/ 7372168 w 7372168"/>
              <a:gd name="connsiteY13" fmla="*/ 0 h 4401205"/>
              <a:gd name="connsiteX14" fmla="*/ 7372168 w 7372168"/>
              <a:gd name="connsiteY14" fmla="*/ 594163 h 4401205"/>
              <a:gd name="connsiteX15" fmla="*/ 7372168 w 7372168"/>
              <a:gd name="connsiteY15" fmla="*/ 1144313 h 4401205"/>
              <a:gd name="connsiteX16" fmla="*/ 7372168 w 7372168"/>
              <a:gd name="connsiteY16" fmla="*/ 1694464 h 4401205"/>
              <a:gd name="connsiteX17" fmla="*/ 7372168 w 7372168"/>
              <a:gd name="connsiteY17" fmla="*/ 2288627 h 4401205"/>
              <a:gd name="connsiteX18" fmla="*/ 7372168 w 7372168"/>
              <a:gd name="connsiteY18" fmla="*/ 2882789 h 4401205"/>
              <a:gd name="connsiteX19" fmla="*/ 7372168 w 7372168"/>
              <a:gd name="connsiteY19" fmla="*/ 3476952 h 4401205"/>
              <a:gd name="connsiteX20" fmla="*/ 7372168 w 7372168"/>
              <a:gd name="connsiteY20" fmla="*/ 3895066 h 4401205"/>
              <a:gd name="connsiteX21" fmla="*/ 7372168 w 7372168"/>
              <a:gd name="connsiteY21" fmla="*/ 4401205 h 4401205"/>
              <a:gd name="connsiteX22" fmla="*/ 6731356 w 7372168"/>
              <a:gd name="connsiteY22" fmla="*/ 4401205 h 4401205"/>
              <a:gd name="connsiteX23" fmla="*/ 6311710 w 7372168"/>
              <a:gd name="connsiteY23" fmla="*/ 4401205 h 4401205"/>
              <a:gd name="connsiteX24" fmla="*/ 5744620 w 7372168"/>
              <a:gd name="connsiteY24" fmla="*/ 4401205 h 4401205"/>
              <a:gd name="connsiteX25" fmla="*/ 5398695 w 7372168"/>
              <a:gd name="connsiteY25" fmla="*/ 4401205 h 4401205"/>
              <a:gd name="connsiteX26" fmla="*/ 5052771 w 7372168"/>
              <a:gd name="connsiteY26" fmla="*/ 4401205 h 4401205"/>
              <a:gd name="connsiteX27" fmla="*/ 4485681 w 7372168"/>
              <a:gd name="connsiteY27" fmla="*/ 4401205 h 4401205"/>
              <a:gd name="connsiteX28" fmla="*/ 4066034 w 7372168"/>
              <a:gd name="connsiteY28" fmla="*/ 4401205 h 4401205"/>
              <a:gd name="connsiteX29" fmla="*/ 3425223 w 7372168"/>
              <a:gd name="connsiteY29" fmla="*/ 4401205 h 4401205"/>
              <a:gd name="connsiteX30" fmla="*/ 3005576 w 7372168"/>
              <a:gd name="connsiteY30" fmla="*/ 4401205 h 4401205"/>
              <a:gd name="connsiteX31" fmla="*/ 2364765 w 7372168"/>
              <a:gd name="connsiteY31" fmla="*/ 4401205 h 4401205"/>
              <a:gd name="connsiteX32" fmla="*/ 2018840 w 7372168"/>
              <a:gd name="connsiteY32" fmla="*/ 4401205 h 4401205"/>
              <a:gd name="connsiteX33" fmla="*/ 1378028 w 7372168"/>
              <a:gd name="connsiteY33" fmla="*/ 4401205 h 4401205"/>
              <a:gd name="connsiteX34" fmla="*/ 958382 w 7372168"/>
              <a:gd name="connsiteY34" fmla="*/ 4401205 h 4401205"/>
              <a:gd name="connsiteX35" fmla="*/ 612457 w 7372168"/>
              <a:gd name="connsiteY35" fmla="*/ 4401205 h 4401205"/>
              <a:gd name="connsiteX36" fmla="*/ 0 w 7372168"/>
              <a:gd name="connsiteY36" fmla="*/ 4401205 h 4401205"/>
              <a:gd name="connsiteX37" fmla="*/ 0 w 7372168"/>
              <a:gd name="connsiteY37" fmla="*/ 3807042 h 4401205"/>
              <a:gd name="connsiteX38" fmla="*/ 0 w 7372168"/>
              <a:gd name="connsiteY38" fmla="*/ 3344916 h 4401205"/>
              <a:gd name="connsiteX39" fmla="*/ 0 w 7372168"/>
              <a:gd name="connsiteY39" fmla="*/ 2926801 h 4401205"/>
              <a:gd name="connsiteX40" fmla="*/ 0 w 7372168"/>
              <a:gd name="connsiteY40" fmla="*/ 2508687 h 4401205"/>
              <a:gd name="connsiteX41" fmla="*/ 0 w 7372168"/>
              <a:gd name="connsiteY41" fmla="*/ 1914524 h 4401205"/>
              <a:gd name="connsiteX42" fmla="*/ 0 w 7372168"/>
              <a:gd name="connsiteY42" fmla="*/ 1496410 h 4401205"/>
              <a:gd name="connsiteX43" fmla="*/ 0 w 7372168"/>
              <a:gd name="connsiteY43" fmla="*/ 946259 h 4401205"/>
              <a:gd name="connsiteX44" fmla="*/ 0 w 7372168"/>
              <a:gd name="connsiteY44" fmla="*/ 484133 h 4401205"/>
              <a:gd name="connsiteX45" fmla="*/ 0 w 7372168"/>
              <a:gd name="connsiteY45" fmla="*/ 0 h 440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7372168" h="4401205" extrusionOk="0">
                <a:moveTo>
                  <a:pt x="0" y="0"/>
                </a:moveTo>
                <a:cubicBezTo>
                  <a:pt x="111217" y="-50730"/>
                  <a:pt x="384060" y="22120"/>
                  <a:pt x="493368" y="0"/>
                </a:cubicBezTo>
                <a:cubicBezTo>
                  <a:pt x="602676" y="-22120"/>
                  <a:pt x="689598" y="4472"/>
                  <a:pt x="839293" y="0"/>
                </a:cubicBezTo>
                <a:cubicBezTo>
                  <a:pt x="988988" y="-4472"/>
                  <a:pt x="1375134" y="14069"/>
                  <a:pt x="1553826" y="0"/>
                </a:cubicBezTo>
                <a:cubicBezTo>
                  <a:pt x="1732518" y="-14069"/>
                  <a:pt x="1920942" y="33064"/>
                  <a:pt x="2047194" y="0"/>
                </a:cubicBezTo>
                <a:cubicBezTo>
                  <a:pt x="2173446" y="-33064"/>
                  <a:pt x="2390668" y="55807"/>
                  <a:pt x="2540563" y="0"/>
                </a:cubicBezTo>
                <a:cubicBezTo>
                  <a:pt x="2690458" y="-55807"/>
                  <a:pt x="2933817" y="84909"/>
                  <a:pt x="3255096" y="0"/>
                </a:cubicBezTo>
                <a:cubicBezTo>
                  <a:pt x="3576375" y="-84909"/>
                  <a:pt x="3537220" y="27847"/>
                  <a:pt x="3674742" y="0"/>
                </a:cubicBezTo>
                <a:cubicBezTo>
                  <a:pt x="3812264" y="-27847"/>
                  <a:pt x="4127758" y="65352"/>
                  <a:pt x="4389275" y="0"/>
                </a:cubicBezTo>
                <a:cubicBezTo>
                  <a:pt x="4650792" y="-65352"/>
                  <a:pt x="4757403" y="3557"/>
                  <a:pt x="5103809" y="0"/>
                </a:cubicBezTo>
                <a:cubicBezTo>
                  <a:pt x="5450215" y="-3557"/>
                  <a:pt x="5394122" y="16358"/>
                  <a:pt x="5670898" y="0"/>
                </a:cubicBezTo>
                <a:cubicBezTo>
                  <a:pt x="5947674" y="-16358"/>
                  <a:pt x="6134431" y="35443"/>
                  <a:pt x="6385432" y="0"/>
                </a:cubicBezTo>
                <a:cubicBezTo>
                  <a:pt x="6636433" y="-35443"/>
                  <a:pt x="6751407" y="57351"/>
                  <a:pt x="6878800" y="0"/>
                </a:cubicBezTo>
                <a:cubicBezTo>
                  <a:pt x="7006193" y="-57351"/>
                  <a:pt x="7187473" y="16368"/>
                  <a:pt x="7372168" y="0"/>
                </a:cubicBezTo>
                <a:cubicBezTo>
                  <a:pt x="7374589" y="159002"/>
                  <a:pt x="7362408" y="406779"/>
                  <a:pt x="7372168" y="594163"/>
                </a:cubicBezTo>
                <a:cubicBezTo>
                  <a:pt x="7381928" y="781547"/>
                  <a:pt x="7361283" y="1011807"/>
                  <a:pt x="7372168" y="1144313"/>
                </a:cubicBezTo>
                <a:cubicBezTo>
                  <a:pt x="7383053" y="1276819"/>
                  <a:pt x="7337236" y="1500821"/>
                  <a:pt x="7372168" y="1694464"/>
                </a:cubicBezTo>
                <a:cubicBezTo>
                  <a:pt x="7407100" y="1888107"/>
                  <a:pt x="7320473" y="2107784"/>
                  <a:pt x="7372168" y="2288627"/>
                </a:cubicBezTo>
                <a:cubicBezTo>
                  <a:pt x="7423863" y="2469470"/>
                  <a:pt x="7317614" y="2685938"/>
                  <a:pt x="7372168" y="2882789"/>
                </a:cubicBezTo>
                <a:cubicBezTo>
                  <a:pt x="7426722" y="3079640"/>
                  <a:pt x="7310260" y="3293053"/>
                  <a:pt x="7372168" y="3476952"/>
                </a:cubicBezTo>
                <a:cubicBezTo>
                  <a:pt x="7434076" y="3660851"/>
                  <a:pt x="7346044" y="3721194"/>
                  <a:pt x="7372168" y="3895066"/>
                </a:cubicBezTo>
                <a:cubicBezTo>
                  <a:pt x="7398292" y="4068938"/>
                  <a:pt x="7368878" y="4259099"/>
                  <a:pt x="7372168" y="4401205"/>
                </a:cubicBezTo>
                <a:cubicBezTo>
                  <a:pt x="7116042" y="4467625"/>
                  <a:pt x="6972525" y="4377037"/>
                  <a:pt x="6731356" y="4401205"/>
                </a:cubicBezTo>
                <a:cubicBezTo>
                  <a:pt x="6490187" y="4425373"/>
                  <a:pt x="6411400" y="4394299"/>
                  <a:pt x="6311710" y="4401205"/>
                </a:cubicBezTo>
                <a:cubicBezTo>
                  <a:pt x="6212020" y="4408111"/>
                  <a:pt x="5981825" y="4393575"/>
                  <a:pt x="5744620" y="4401205"/>
                </a:cubicBezTo>
                <a:cubicBezTo>
                  <a:pt x="5507415" y="4408835"/>
                  <a:pt x="5557425" y="4397278"/>
                  <a:pt x="5398695" y="4401205"/>
                </a:cubicBezTo>
                <a:cubicBezTo>
                  <a:pt x="5239965" y="4405132"/>
                  <a:pt x="5213653" y="4368278"/>
                  <a:pt x="5052771" y="4401205"/>
                </a:cubicBezTo>
                <a:cubicBezTo>
                  <a:pt x="4891889" y="4434132"/>
                  <a:pt x="4624947" y="4349572"/>
                  <a:pt x="4485681" y="4401205"/>
                </a:cubicBezTo>
                <a:cubicBezTo>
                  <a:pt x="4346415" y="4452838"/>
                  <a:pt x="4245472" y="4355887"/>
                  <a:pt x="4066034" y="4401205"/>
                </a:cubicBezTo>
                <a:cubicBezTo>
                  <a:pt x="3886596" y="4446523"/>
                  <a:pt x="3645797" y="4398452"/>
                  <a:pt x="3425223" y="4401205"/>
                </a:cubicBezTo>
                <a:cubicBezTo>
                  <a:pt x="3204649" y="4403958"/>
                  <a:pt x="3212029" y="4363718"/>
                  <a:pt x="3005576" y="4401205"/>
                </a:cubicBezTo>
                <a:cubicBezTo>
                  <a:pt x="2799123" y="4438692"/>
                  <a:pt x="2550292" y="4370750"/>
                  <a:pt x="2364765" y="4401205"/>
                </a:cubicBezTo>
                <a:cubicBezTo>
                  <a:pt x="2179238" y="4431660"/>
                  <a:pt x="2161796" y="4363932"/>
                  <a:pt x="2018840" y="4401205"/>
                </a:cubicBezTo>
                <a:cubicBezTo>
                  <a:pt x="1875884" y="4438478"/>
                  <a:pt x="1560960" y="4380458"/>
                  <a:pt x="1378028" y="4401205"/>
                </a:cubicBezTo>
                <a:cubicBezTo>
                  <a:pt x="1195096" y="4421952"/>
                  <a:pt x="1089047" y="4398667"/>
                  <a:pt x="958382" y="4401205"/>
                </a:cubicBezTo>
                <a:cubicBezTo>
                  <a:pt x="827717" y="4403743"/>
                  <a:pt x="726996" y="4382489"/>
                  <a:pt x="612457" y="4401205"/>
                </a:cubicBezTo>
                <a:cubicBezTo>
                  <a:pt x="497919" y="4419921"/>
                  <a:pt x="236665" y="4396219"/>
                  <a:pt x="0" y="4401205"/>
                </a:cubicBezTo>
                <a:cubicBezTo>
                  <a:pt x="-32472" y="4181931"/>
                  <a:pt x="22533" y="3986811"/>
                  <a:pt x="0" y="3807042"/>
                </a:cubicBezTo>
                <a:cubicBezTo>
                  <a:pt x="-22533" y="3627273"/>
                  <a:pt x="11429" y="3530467"/>
                  <a:pt x="0" y="3344916"/>
                </a:cubicBezTo>
                <a:cubicBezTo>
                  <a:pt x="-11429" y="3159365"/>
                  <a:pt x="45803" y="3044371"/>
                  <a:pt x="0" y="2926801"/>
                </a:cubicBezTo>
                <a:cubicBezTo>
                  <a:pt x="-45803" y="2809231"/>
                  <a:pt x="30321" y="2692849"/>
                  <a:pt x="0" y="2508687"/>
                </a:cubicBezTo>
                <a:cubicBezTo>
                  <a:pt x="-30321" y="2324525"/>
                  <a:pt x="54225" y="2204018"/>
                  <a:pt x="0" y="1914524"/>
                </a:cubicBezTo>
                <a:cubicBezTo>
                  <a:pt x="-54225" y="1625030"/>
                  <a:pt x="31705" y="1695462"/>
                  <a:pt x="0" y="1496410"/>
                </a:cubicBezTo>
                <a:cubicBezTo>
                  <a:pt x="-31705" y="1297358"/>
                  <a:pt x="2074" y="1071122"/>
                  <a:pt x="0" y="946259"/>
                </a:cubicBezTo>
                <a:cubicBezTo>
                  <a:pt x="-2074" y="821396"/>
                  <a:pt x="22521" y="648604"/>
                  <a:pt x="0" y="484133"/>
                </a:cubicBezTo>
                <a:cubicBezTo>
                  <a:pt x="-22521" y="319662"/>
                  <a:pt x="38184" y="105445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 </a:t>
            </a:r>
            <a:r>
              <a:rPr lang="en-US" sz="1600" noProof="1">
                <a:solidFill>
                  <a:schemeClr val="accent6"/>
                </a:solidFill>
                <a:latin typeface="Consolas" panose="020B0609020204030204" pitchFamily="49" charset="0"/>
              </a:rPr>
              <a:t>// 1 -Create a class User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const User = sequelize.define("User",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    name: DataTypes.STRING,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    </a:t>
            </a:r>
            <a:r>
              <a:rPr lang="en-US" sz="1600" noProof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age</a:t>
            </a:r>
            <a:r>
              <a:rPr lang="en-US" sz="1600" noProof="1">
                <a:latin typeface="Consolas" panose="020B0609020204030204" pitchFamily="49" charset="0"/>
              </a:rPr>
              <a:t>: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      type: DataTypes.INTEGER,</a:t>
            </a:r>
          </a:p>
          <a:p>
            <a:r>
              <a:rPr lang="en-US" sz="1600" noProof="1">
                <a:solidFill>
                  <a:schemeClr val="tx2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      </a:t>
            </a:r>
            <a:r>
              <a:rPr lang="en-US" sz="1600" noProof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allowNull: false,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    },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});</a:t>
            </a:r>
          </a:p>
          <a:p>
            <a:br>
              <a:rPr lang="en-US" sz="1600" noProof="1">
                <a:latin typeface="Consolas" panose="020B0609020204030204" pitchFamily="49" charset="0"/>
              </a:rPr>
            </a:br>
            <a:r>
              <a:rPr lang="en-US" sz="1600" noProof="1">
                <a:solidFill>
                  <a:schemeClr val="accent6"/>
                </a:solidFill>
                <a:latin typeface="Consolas" panose="020B0609020204030204" pitchFamily="49" charset="0"/>
              </a:rPr>
              <a:t>//  2- Synchronise with database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let result = await </a:t>
            </a:r>
            <a:r>
              <a:rPr lang="en-US" sz="1600" b="1" noProof="1">
                <a:latin typeface="Consolas" panose="020B0609020204030204" pitchFamily="49" charset="0"/>
              </a:rPr>
              <a:t>sequelize.sync</a:t>
            </a:r>
            <a:r>
              <a:rPr lang="en-US" sz="1600" noProof="1">
                <a:latin typeface="Consolas" panose="020B0609020204030204" pitchFamily="49" charset="0"/>
              </a:rPr>
              <a:t>({ 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alter: true </a:t>
            </a:r>
            <a:r>
              <a:rPr lang="en-US" sz="1600" noProof="1">
                <a:latin typeface="Consolas" panose="020B0609020204030204" pitchFamily="49" charset="0"/>
              </a:rPr>
              <a:t>});</a:t>
            </a:r>
          </a:p>
          <a:p>
            <a:br>
              <a:rPr lang="en-US" sz="1600" noProof="1">
                <a:latin typeface="Consolas" panose="020B0609020204030204" pitchFamily="49" charset="0"/>
              </a:rPr>
            </a:br>
            <a:r>
              <a:rPr lang="en-US" sz="1600" noProof="1">
                <a:solidFill>
                  <a:schemeClr val="accent6"/>
                </a:solidFill>
                <a:latin typeface="Consolas" panose="020B0609020204030204" pitchFamily="49" charset="0"/>
              </a:rPr>
              <a:t>// 3 – Create an instance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const ronan = await </a:t>
            </a:r>
            <a:r>
              <a:rPr lang="en-US" sz="1600" b="1" noProof="1">
                <a:solidFill>
                  <a:schemeClr val="accent2"/>
                </a:solidFill>
                <a:latin typeface="Consolas" panose="020B0609020204030204" pitchFamily="49" charset="0"/>
              </a:rPr>
              <a:t>User.build({ name: "Ronan", age: 30 })</a:t>
            </a:r>
            <a:r>
              <a:rPr lang="en-US" sz="1600" noProof="1">
                <a:latin typeface="Consolas" panose="020B0609020204030204" pitchFamily="49" charset="0"/>
              </a:rPr>
              <a:t>;</a:t>
            </a:r>
          </a:p>
          <a:p>
            <a:br>
              <a:rPr lang="en-US" sz="1600" noProof="1">
                <a:latin typeface="Consolas" panose="020B0609020204030204" pitchFamily="49" charset="0"/>
              </a:rPr>
            </a:br>
            <a:r>
              <a:rPr lang="en-US" sz="1600" noProof="1">
                <a:solidFill>
                  <a:schemeClr val="accent6"/>
                </a:solidFill>
                <a:latin typeface="Consolas" panose="020B0609020204030204" pitchFamily="49" charset="0"/>
              </a:rPr>
              <a:t>// 4 - Validates the instance , persists it to the database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result = await  </a:t>
            </a:r>
            <a:r>
              <a:rPr lang="en-US" sz="1600" b="1" noProof="1">
                <a:solidFill>
                  <a:schemeClr val="accent2"/>
                </a:solidFill>
                <a:latin typeface="Consolas" panose="020B0609020204030204" pitchFamily="49" charset="0"/>
              </a:rPr>
              <a:t>ronan.save();</a:t>
            </a:r>
          </a:p>
        </p:txBody>
      </p:sp>
      <p:pic>
        <p:nvPicPr>
          <p:cNvPr id="16" name="Picture 2" descr="Idea - Free technology icons">
            <a:extLst>
              <a:ext uri="{FF2B5EF4-FFF2-40B4-BE49-F238E27FC236}">
                <a16:creationId xmlns:a16="http://schemas.microsoft.com/office/drawing/2014/main" id="{F2D334F1-1DB5-D7E0-6890-667CAD51A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9362" y="3855169"/>
            <a:ext cx="493711" cy="42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FC1EFE-B498-4EB5-60F2-60695A8B20B5}"/>
              </a:ext>
            </a:extLst>
          </p:cNvPr>
          <p:cNvSpPr txBox="1"/>
          <p:nvPr/>
        </p:nvSpPr>
        <p:spPr>
          <a:xfrm>
            <a:off x="9570402" y="2092719"/>
            <a:ext cx="26215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 column cannot be null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8D55C4-3C3C-7BFD-145D-77952271E90E}"/>
              </a:ext>
            </a:extLst>
          </p:cNvPr>
          <p:cNvCxnSpPr>
            <a:cxnSpLocks/>
          </p:cNvCxnSpPr>
          <p:nvPr/>
        </p:nvCxnSpPr>
        <p:spPr>
          <a:xfrm flipH="1">
            <a:off x="4694611" y="2256801"/>
            <a:ext cx="4788311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05A66C0-0D1D-82B0-715C-BEA052793B97}"/>
              </a:ext>
            </a:extLst>
          </p:cNvPr>
          <p:cNvCxnSpPr>
            <a:cxnSpLocks/>
          </p:cNvCxnSpPr>
          <p:nvPr/>
        </p:nvCxnSpPr>
        <p:spPr>
          <a:xfrm flipH="1">
            <a:off x="7841315" y="3397952"/>
            <a:ext cx="1641607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6FFAB75-C4D4-78AA-CC00-21B8DFB6E62C}"/>
              </a:ext>
            </a:extLst>
          </p:cNvPr>
          <p:cNvSpPr txBox="1"/>
          <p:nvPr/>
        </p:nvSpPr>
        <p:spPr>
          <a:xfrm>
            <a:off x="9561203" y="2650314"/>
            <a:ext cx="164444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/>
              <a:t>Alter</a:t>
            </a:r>
            <a:r>
              <a:rPr lang="en-US" sz="1100" dirty="0"/>
              <a:t>  : Update the database so that it matches my models, but without deleting anything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C6CCCE-FC02-F2D0-67AB-008EC8AC91F2}"/>
              </a:ext>
            </a:extLst>
          </p:cNvPr>
          <p:cNvSpPr txBox="1"/>
          <p:nvPr/>
        </p:nvSpPr>
        <p:spPr>
          <a:xfrm>
            <a:off x="9649151" y="4346928"/>
            <a:ext cx="17980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SHORTCUT</a:t>
            </a:r>
          </a:p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100" dirty="0" err="1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Model.create</a:t>
            </a:r>
            <a:r>
              <a:rPr lang="en-US" sz="11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({...})</a:t>
            </a:r>
          </a:p>
          <a:p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Build, Validate and save a new instance in one step.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6BDD921-2EAC-6E37-9D51-B6809803A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800" y="5454924"/>
            <a:ext cx="5598216" cy="123705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0F52E3C-3BE7-D68B-5829-C8EE7A06FDA0}"/>
              </a:ext>
            </a:extLst>
          </p:cNvPr>
          <p:cNvSpPr txBox="1"/>
          <p:nvPr/>
        </p:nvSpPr>
        <p:spPr>
          <a:xfrm>
            <a:off x="918250" y="5691049"/>
            <a:ext cx="1318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4"/>
                </a:solidFill>
                <a:latin typeface="Comic Sans MS" panose="030F0702030302020204" pitchFamily="66" charset="0"/>
              </a:rPr>
              <a:t>1 row is added to the table users</a:t>
            </a: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96487AD8-795D-8D61-7027-E6D6E755ADD5}"/>
              </a:ext>
            </a:extLst>
          </p:cNvPr>
          <p:cNvCxnSpPr>
            <a:cxnSpLocks/>
            <a:endCxn id="29" idx="1"/>
          </p:cNvCxnSpPr>
          <p:nvPr/>
        </p:nvCxnSpPr>
        <p:spPr>
          <a:xfrm rot="16200000" flipH="1">
            <a:off x="2034321" y="5389974"/>
            <a:ext cx="886353" cy="480606"/>
          </a:xfrm>
          <a:prstGeom prst="curvedConnector2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FACA7AD-1CE7-4756-9696-03675441FB88}"/>
              </a:ext>
            </a:extLst>
          </p:cNvPr>
          <p:cNvSpPr txBox="1"/>
          <p:nvPr/>
        </p:nvSpPr>
        <p:spPr>
          <a:xfrm>
            <a:off x="4153677" y="166017"/>
            <a:ext cx="43624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 Model instance</a:t>
            </a:r>
          </a:p>
        </p:txBody>
      </p:sp>
      <p:sp>
        <p:nvSpPr>
          <p:cNvPr id="45" name="Right Brace 44">
            <a:extLst>
              <a:ext uri="{FF2B5EF4-FFF2-40B4-BE49-F238E27FC236}">
                <a16:creationId xmlns:a16="http://schemas.microsoft.com/office/drawing/2014/main" id="{0F1E7637-639C-6E4E-9720-E3541C47B513}"/>
              </a:ext>
            </a:extLst>
          </p:cNvPr>
          <p:cNvSpPr/>
          <p:nvPr/>
        </p:nvSpPr>
        <p:spPr>
          <a:xfrm>
            <a:off x="9265346" y="3982545"/>
            <a:ext cx="344016" cy="1309461"/>
          </a:xfrm>
          <a:prstGeom prst="rightBrac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5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6D216-374E-9BC6-88B0-20538B35D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02FEB4-39A9-CA1D-5049-4E7E9103592F}"/>
              </a:ext>
            </a:extLst>
          </p:cNvPr>
          <p:cNvSpPr txBox="1"/>
          <p:nvPr/>
        </p:nvSpPr>
        <p:spPr>
          <a:xfrm>
            <a:off x="4153677" y="166017"/>
            <a:ext cx="45182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instance</a:t>
            </a:r>
          </a:p>
        </p:txBody>
      </p:sp>
      <p:sp>
        <p:nvSpPr>
          <p:cNvPr id="14" name="Google Shape;107;p2">
            <a:extLst>
              <a:ext uri="{FF2B5EF4-FFF2-40B4-BE49-F238E27FC236}">
                <a16:creationId xmlns:a16="http://schemas.microsoft.com/office/drawing/2014/main" id="{453B2402-91B1-0933-7E5C-F0C3C0F0FC44}"/>
              </a:ext>
            </a:extLst>
          </p:cNvPr>
          <p:cNvSpPr txBox="1"/>
          <p:nvPr/>
        </p:nvSpPr>
        <p:spPr>
          <a:xfrm>
            <a:off x="204856" y="237754"/>
            <a:ext cx="2095838" cy="369332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INSTANCE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8D4FA2-4081-82C5-0944-20964C145105}"/>
              </a:ext>
            </a:extLst>
          </p:cNvPr>
          <p:cNvSpPr txBox="1"/>
          <p:nvPr/>
        </p:nvSpPr>
        <p:spPr>
          <a:xfrm>
            <a:off x="246613" y="4067447"/>
            <a:ext cx="5922053" cy="646331"/>
          </a:xfrm>
          <a:custGeom>
            <a:avLst/>
            <a:gdLst>
              <a:gd name="connsiteX0" fmla="*/ 0 w 5922053"/>
              <a:gd name="connsiteY0" fmla="*/ 0 h 646331"/>
              <a:gd name="connsiteX1" fmla="*/ 532985 w 5922053"/>
              <a:gd name="connsiteY1" fmla="*/ 0 h 646331"/>
              <a:gd name="connsiteX2" fmla="*/ 947528 w 5922053"/>
              <a:gd name="connsiteY2" fmla="*/ 0 h 646331"/>
              <a:gd name="connsiteX3" fmla="*/ 1658175 w 5922053"/>
              <a:gd name="connsiteY3" fmla="*/ 0 h 646331"/>
              <a:gd name="connsiteX4" fmla="*/ 2191160 w 5922053"/>
              <a:gd name="connsiteY4" fmla="*/ 0 h 646331"/>
              <a:gd name="connsiteX5" fmla="*/ 2724144 w 5922053"/>
              <a:gd name="connsiteY5" fmla="*/ 0 h 646331"/>
              <a:gd name="connsiteX6" fmla="*/ 3434791 w 5922053"/>
              <a:gd name="connsiteY6" fmla="*/ 0 h 646331"/>
              <a:gd name="connsiteX7" fmla="*/ 3908555 w 5922053"/>
              <a:gd name="connsiteY7" fmla="*/ 0 h 646331"/>
              <a:gd name="connsiteX8" fmla="*/ 4619201 w 5922053"/>
              <a:gd name="connsiteY8" fmla="*/ 0 h 646331"/>
              <a:gd name="connsiteX9" fmla="*/ 5329848 w 5922053"/>
              <a:gd name="connsiteY9" fmla="*/ 0 h 646331"/>
              <a:gd name="connsiteX10" fmla="*/ 5922053 w 5922053"/>
              <a:gd name="connsiteY10" fmla="*/ 0 h 646331"/>
              <a:gd name="connsiteX11" fmla="*/ 5922053 w 5922053"/>
              <a:gd name="connsiteY11" fmla="*/ 336092 h 646331"/>
              <a:gd name="connsiteX12" fmla="*/ 5922053 w 5922053"/>
              <a:gd name="connsiteY12" fmla="*/ 646331 h 646331"/>
              <a:gd name="connsiteX13" fmla="*/ 5507509 w 5922053"/>
              <a:gd name="connsiteY13" fmla="*/ 646331 h 646331"/>
              <a:gd name="connsiteX14" fmla="*/ 4796863 w 5922053"/>
              <a:gd name="connsiteY14" fmla="*/ 646331 h 646331"/>
              <a:gd name="connsiteX15" fmla="*/ 4323099 w 5922053"/>
              <a:gd name="connsiteY15" fmla="*/ 646331 h 646331"/>
              <a:gd name="connsiteX16" fmla="*/ 3730893 w 5922053"/>
              <a:gd name="connsiteY16" fmla="*/ 646331 h 646331"/>
              <a:gd name="connsiteX17" fmla="*/ 3020247 w 5922053"/>
              <a:gd name="connsiteY17" fmla="*/ 646331 h 646331"/>
              <a:gd name="connsiteX18" fmla="*/ 2428042 w 5922053"/>
              <a:gd name="connsiteY18" fmla="*/ 646331 h 646331"/>
              <a:gd name="connsiteX19" fmla="*/ 2013498 w 5922053"/>
              <a:gd name="connsiteY19" fmla="*/ 646331 h 646331"/>
              <a:gd name="connsiteX20" fmla="*/ 1539734 w 5922053"/>
              <a:gd name="connsiteY20" fmla="*/ 646331 h 646331"/>
              <a:gd name="connsiteX21" fmla="*/ 829087 w 5922053"/>
              <a:gd name="connsiteY21" fmla="*/ 646331 h 646331"/>
              <a:gd name="connsiteX22" fmla="*/ 0 w 5922053"/>
              <a:gd name="connsiteY22" fmla="*/ 646331 h 646331"/>
              <a:gd name="connsiteX23" fmla="*/ 0 w 5922053"/>
              <a:gd name="connsiteY23" fmla="*/ 336092 h 646331"/>
              <a:gd name="connsiteX24" fmla="*/ 0 w 5922053"/>
              <a:gd name="connsiteY24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922053" h="646331" extrusionOk="0">
                <a:moveTo>
                  <a:pt x="0" y="0"/>
                </a:moveTo>
                <a:cubicBezTo>
                  <a:pt x="182853" y="-36272"/>
                  <a:pt x="300028" y="8442"/>
                  <a:pt x="532985" y="0"/>
                </a:cubicBezTo>
                <a:cubicBezTo>
                  <a:pt x="765942" y="-8442"/>
                  <a:pt x="850105" y="2547"/>
                  <a:pt x="947528" y="0"/>
                </a:cubicBezTo>
                <a:cubicBezTo>
                  <a:pt x="1044951" y="-2547"/>
                  <a:pt x="1490629" y="57573"/>
                  <a:pt x="1658175" y="0"/>
                </a:cubicBezTo>
                <a:cubicBezTo>
                  <a:pt x="1825721" y="-57573"/>
                  <a:pt x="2056892" y="8794"/>
                  <a:pt x="2191160" y="0"/>
                </a:cubicBezTo>
                <a:cubicBezTo>
                  <a:pt x="2325429" y="-8794"/>
                  <a:pt x="2578143" y="49990"/>
                  <a:pt x="2724144" y="0"/>
                </a:cubicBezTo>
                <a:cubicBezTo>
                  <a:pt x="2870145" y="-49990"/>
                  <a:pt x="3212848" y="59087"/>
                  <a:pt x="3434791" y="0"/>
                </a:cubicBezTo>
                <a:cubicBezTo>
                  <a:pt x="3656734" y="-59087"/>
                  <a:pt x="3756268" y="15126"/>
                  <a:pt x="3908555" y="0"/>
                </a:cubicBezTo>
                <a:cubicBezTo>
                  <a:pt x="4060842" y="-15126"/>
                  <a:pt x="4427776" y="11955"/>
                  <a:pt x="4619201" y="0"/>
                </a:cubicBezTo>
                <a:cubicBezTo>
                  <a:pt x="4810626" y="-11955"/>
                  <a:pt x="5106302" y="47876"/>
                  <a:pt x="5329848" y="0"/>
                </a:cubicBezTo>
                <a:cubicBezTo>
                  <a:pt x="5553394" y="-47876"/>
                  <a:pt x="5654038" y="62495"/>
                  <a:pt x="5922053" y="0"/>
                </a:cubicBezTo>
                <a:cubicBezTo>
                  <a:pt x="5940038" y="128922"/>
                  <a:pt x="5901845" y="168131"/>
                  <a:pt x="5922053" y="336092"/>
                </a:cubicBezTo>
                <a:cubicBezTo>
                  <a:pt x="5942261" y="504053"/>
                  <a:pt x="5896082" y="573465"/>
                  <a:pt x="5922053" y="646331"/>
                </a:cubicBezTo>
                <a:cubicBezTo>
                  <a:pt x="5792668" y="651927"/>
                  <a:pt x="5668185" y="609710"/>
                  <a:pt x="5507509" y="646331"/>
                </a:cubicBezTo>
                <a:cubicBezTo>
                  <a:pt x="5346833" y="682952"/>
                  <a:pt x="5001294" y="578791"/>
                  <a:pt x="4796863" y="646331"/>
                </a:cubicBezTo>
                <a:cubicBezTo>
                  <a:pt x="4592432" y="713871"/>
                  <a:pt x="4531868" y="603774"/>
                  <a:pt x="4323099" y="646331"/>
                </a:cubicBezTo>
                <a:cubicBezTo>
                  <a:pt x="4114330" y="688888"/>
                  <a:pt x="4006867" y="577766"/>
                  <a:pt x="3730893" y="646331"/>
                </a:cubicBezTo>
                <a:cubicBezTo>
                  <a:pt x="3454919" y="714896"/>
                  <a:pt x="3296665" y="601788"/>
                  <a:pt x="3020247" y="646331"/>
                </a:cubicBezTo>
                <a:cubicBezTo>
                  <a:pt x="2743829" y="690874"/>
                  <a:pt x="2571175" y="625146"/>
                  <a:pt x="2428042" y="646331"/>
                </a:cubicBezTo>
                <a:cubicBezTo>
                  <a:pt x="2284909" y="667516"/>
                  <a:pt x="2153112" y="604489"/>
                  <a:pt x="2013498" y="646331"/>
                </a:cubicBezTo>
                <a:cubicBezTo>
                  <a:pt x="1873884" y="688173"/>
                  <a:pt x="1703127" y="646124"/>
                  <a:pt x="1539734" y="646331"/>
                </a:cubicBezTo>
                <a:cubicBezTo>
                  <a:pt x="1376341" y="646538"/>
                  <a:pt x="1158166" y="574449"/>
                  <a:pt x="829087" y="646331"/>
                </a:cubicBezTo>
                <a:cubicBezTo>
                  <a:pt x="500008" y="718213"/>
                  <a:pt x="380235" y="644727"/>
                  <a:pt x="0" y="646331"/>
                </a:cubicBezTo>
                <a:cubicBezTo>
                  <a:pt x="-29415" y="530936"/>
                  <a:pt x="8631" y="422022"/>
                  <a:pt x="0" y="336092"/>
                </a:cubicBezTo>
                <a:cubicBezTo>
                  <a:pt x="-8631" y="250162"/>
                  <a:pt x="30560" y="84049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noProof="1">
                <a:latin typeface="Consolas" panose="020B0609020204030204" pitchFamily="49" charset="0"/>
              </a:rPr>
              <a:t>let me = await User.</a:t>
            </a:r>
            <a:r>
              <a:rPr lang="en-US" b="1" noProof="1">
                <a:solidFill>
                  <a:schemeClr val="accent2"/>
                </a:solidFill>
                <a:latin typeface="Consolas" panose="020B0609020204030204" pitchFamily="49" charset="0"/>
              </a:rPr>
              <a:t>build</a:t>
            </a:r>
            <a:r>
              <a:rPr lang="en-US" noProof="1">
                <a:latin typeface="Consolas" panose="020B0609020204030204" pitchFamily="49" charset="0"/>
              </a:rPr>
              <a:t>({ name: "Ronan"});</a:t>
            </a:r>
          </a:p>
          <a:p>
            <a:r>
              <a:rPr lang="en-US" noProof="1">
                <a:latin typeface="Consolas" panose="020B0609020204030204" pitchFamily="49" charset="0"/>
              </a:rPr>
              <a:t>await me.</a:t>
            </a:r>
            <a:r>
              <a:rPr lang="en-US" b="1" noProof="1">
                <a:solidFill>
                  <a:schemeClr val="accent2"/>
                </a:solidFill>
                <a:latin typeface="Consolas" panose="020B0609020204030204" pitchFamily="49" charset="0"/>
              </a:rPr>
              <a:t>save</a:t>
            </a:r>
            <a:r>
              <a:rPr lang="en-US" noProof="1">
                <a:latin typeface="Consolas" panose="020B0609020204030204" pitchFamily="49" charset="0"/>
              </a:rPr>
              <a:t>();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2C68AF-FCDD-084B-2685-BEB34516903E}"/>
              </a:ext>
            </a:extLst>
          </p:cNvPr>
          <p:cNvGrpSpPr/>
          <p:nvPr/>
        </p:nvGrpSpPr>
        <p:grpSpPr>
          <a:xfrm>
            <a:off x="4806993" y="1874656"/>
            <a:ext cx="2095838" cy="1741421"/>
            <a:chOff x="1175656" y="3222171"/>
            <a:chExt cx="2786743" cy="21911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FF15672-E058-7675-246A-AE52CF43F3A4}"/>
                </a:ext>
              </a:extLst>
            </p:cNvPr>
            <p:cNvSpPr/>
            <p:nvPr/>
          </p:nvSpPr>
          <p:spPr>
            <a:xfrm>
              <a:off x="1175656" y="3222171"/>
              <a:ext cx="2786743" cy="219118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D08CD44-80D2-196B-4C3B-F77A5DED84B6}"/>
                </a:ext>
              </a:extLst>
            </p:cNvPr>
            <p:cNvCxnSpPr>
              <a:cxnSpLocks/>
            </p:cNvCxnSpPr>
            <p:nvPr/>
          </p:nvCxnSpPr>
          <p:spPr>
            <a:xfrm>
              <a:off x="1175656" y="3991429"/>
              <a:ext cx="278674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688530B-3582-AE6A-5612-15E90A28686D}"/>
              </a:ext>
            </a:extLst>
          </p:cNvPr>
          <p:cNvSpPr txBox="1"/>
          <p:nvPr/>
        </p:nvSpPr>
        <p:spPr>
          <a:xfrm>
            <a:off x="5514397" y="1937945"/>
            <a:ext cx="8595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7280E-C621-AE90-96F2-8E1C4E7C6687}"/>
              </a:ext>
            </a:extLst>
          </p:cNvPr>
          <p:cNvSpPr txBox="1"/>
          <p:nvPr/>
        </p:nvSpPr>
        <p:spPr>
          <a:xfrm>
            <a:off x="4971054" y="2675593"/>
            <a:ext cx="776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97CF5-3A6E-9426-D94A-C4270B3EA551}"/>
              </a:ext>
            </a:extLst>
          </p:cNvPr>
          <p:cNvSpPr txBox="1"/>
          <p:nvPr/>
        </p:nvSpPr>
        <p:spPr>
          <a:xfrm>
            <a:off x="5956412" y="3046905"/>
            <a:ext cx="836255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0323B5-D8D3-2BD6-391D-58EF8C32C28B}"/>
              </a:ext>
            </a:extLst>
          </p:cNvPr>
          <p:cNvSpPr txBox="1"/>
          <p:nvPr/>
        </p:nvSpPr>
        <p:spPr>
          <a:xfrm>
            <a:off x="445522" y="5649532"/>
            <a:ext cx="11075468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noProof="1">
                <a:solidFill>
                  <a:schemeClr val="bg1"/>
                </a:solidFill>
                <a:latin typeface="Consolas" panose="020B0609020204030204" pitchFamily="49" charset="0"/>
              </a:rPr>
              <a:t>ValidationError [SequelizeValidationError]: notNull Violation: User.age cannot be null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CDB1B8-33EC-8A7C-A5AA-9E9BA3429049}"/>
              </a:ext>
            </a:extLst>
          </p:cNvPr>
          <p:cNvSpPr txBox="1"/>
          <p:nvPr/>
        </p:nvSpPr>
        <p:spPr>
          <a:xfrm>
            <a:off x="1679721" y="839136"/>
            <a:ext cx="9297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 persisting data,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is performed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calling save() or create() function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BA77EF-8FB9-F4C2-0E5B-D622E9120C36}"/>
              </a:ext>
            </a:extLst>
          </p:cNvPr>
          <p:cNvSpPr txBox="1"/>
          <p:nvPr/>
        </p:nvSpPr>
        <p:spPr>
          <a:xfrm>
            <a:off x="3818325" y="5112736"/>
            <a:ext cx="5586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The object roman is NOT valid as the age is missing !!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4111D0-A680-BCB3-832E-FCA95A1F8CF3}"/>
              </a:ext>
            </a:extLst>
          </p:cNvPr>
          <p:cNvSpPr txBox="1"/>
          <p:nvPr/>
        </p:nvSpPr>
        <p:spPr>
          <a:xfrm>
            <a:off x="6269947" y="4041241"/>
            <a:ext cx="5922053" cy="646331"/>
          </a:xfrm>
          <a:custGeom>
            <a:avLst/>
            <a:gdLst>
              <a:gd name="connsiteX0" fmla="*/ 0 w 5922053"/>
              <a:gd name="connsiteY0" fmla="*/ 0 h 646331"/>
              <a:gd name="connsiteX1" fmla="*/ 532985 w 5922053"/>
              <a:gd name="connsiteY1" fmla="*/ 0 h 646331"/>
              <a:gd name="connsiteX2" fmla="*/ 947528 w 5922053"/>
              <a:gd name="connsiteY2" fmla="*/ 0 h 646331"/>
              <a:gd name="connsiteX3" fmla="*/ 1658175 w 5922053"/>
              <a:gd name="connsiteY3" fmla="*/ 0 h 646331"/>
              <a:gd name="connsiteX4" fmla="*/ 2191160 w 5922053"/>
              <a:gd name="connsiteY4" fmla="*/ 0 h 646331"/>
              <a:gd name="connsiteX5" fmla="*/ 2724144 w 5922053"/>
              <a:gd name="connsiteY5" fmla="*/ 0 h 646331"/>
              <a:gd name="connsiteX6" fmla="*/ 3434791 w 5922053"/>
              <a:gd name="connsiteY6" fmla="*/ 0 h 646331"/>
              <a:gd name="connsiteX7" fmla="*/ 3908555 w 5922053"/>
              <a:gd name="connsiteY7" fmla="*/ 0 h 646331"/>
              <a:gd name="connsiteX8" fmla="*/ 4619201 w 5922053"/>
              <a:gd name="connsiteY8" fmla="*/ 0 h 646331"/>
              <a:gd name="connsiteX9" fmla="*/ 5329848 w 5922053"/>
              <a:gd name="connsiteY9" fmla="*/ 0 h 646331"/>
              <a:gd name="connsiteX10" fmla="*/ 5922053 w 5922053"/>
              <a:gd name="connsiteY10" fmla="*/ 0 h 646331"/>
              <a:gd name="connsiteX11" fmla="*/ 5922053 w 5922053"/>
              <a:gd name="connsiteY11" fmla="*/ 336092 h 646331"/>
              <a:gd name="connsiteX12" fmla="*/ 5922053 w 5922053"/>
              <a:gd name="connsiteY12" fmla="*/ 646331 h 646331"/>
              <a:gd name="connsiteX13" fmla="*/ 5507509 w 5922053"/>
              <a:gd name="connsiteY13" fmla="*/ 646331 h 646331"/>
              <a:gd name="connsiteX14" fmla="*/ 4796863 w 5922053"/>
              <a:gd name="connsiteY14" fmla="*/ 646331 h 646331"/>
              <a:gd name="connsiteX15" fmla="*/ 4323099 w 5922053"/>
              <a:gd name="connsiteY15" fmla="*/ 646331 h 646331"/>
              <a:gd name="connsiteX16" fmla="*/ 3730893 w 5922053"/>
              <a:gd name="connsiteY16" fmla="*/ 646331 h 646331"/>
              <a:gd name="connsiteX17" fmla="*/ 3020247 w 5922053"/>
              <a:gd name="connsiteY17" fmla="*/ 646331 h 646331"/>
              <a:gd name="connsiteX18" fmla="*/ 2428042 w 5922053"/>
              <a:gd name="connsiteY18" fmla="*/ 646331 h 646331"/>
              <a:gd name="connsiteX19" fmla="*/ 2013498 w 5922053"/>
              <a:gd name="connsiteY19" fmla="*/ 646331 h 646331"/>
              <a:gd name="connsiteX20" fmla="*/ 1539734 w 5922053"/>
              <a:gd name="connsiteY20" fmla="*/ 646331 h 646331"/>
              <a:gd name="connsiteX21" fmla="*/ 829087 w 5922053"/>
              <a:gd name="connsiteY21" fmla="*/ 646331 h 646331"/>
              <a:gd name="connsiteX22" fmla="*/ 0 w 5922053"/>
              <a:gd name="connsiteY22" fmla="*/ 646331 h 646331"/>
              <a:gd name="connsiteX23" fmla="*/ 0 w 5922053"/>
              <a:gd name="connsiteY23" fmla="*/ 336092 h 646331"/>
              <a:gd name="connsiteX24" fmla="*/ 0 w 5922053"/>
              <a:gd name="connsiteY24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922053" h="646331" extrusionOk="0">
                <a:moveTo>
                  <a:pt x="0" y="0"/>
                </a:moveTo>
                <a:cubicBezTo>
                  <a:pt x="182853" y="-36272"/>
                  <a:pt x="300028" y="8442"/>
                  <a:pt x="532985" y="0"/>
                </a:cubicBezTo>
                <a:cubicBezTo>
                  <a:pt x="765942" y="-8442"/>
                  <a:pt x="850105" y="2547"/>
                  <a:pt x="947528" y="0"/>
                </a:cubicBezTo>
                <a:cubicBezTo>
                  <a:pt x="1044951" y="-2547"/>
                  <a:pt x="1490629" y="57573"/>
                  <a:pt x="1658175" y="0"/>
                </a:cubicBezTo>
                <a:cubicBezTo>
                  <a:pt x="1825721" y="-57573"/>
                  <a:pt x="2056892" y="8794"/>
                  <a:pt x="2191160" y="0"/>
                </a:cubicBezTo>
                <a:cubicBezTo>
                  <a:pt x="2325429" y="-8794"/>
                  <a:pt x="2578143" y="49990"/>
                  <a:pt x="2724144" y="0"/>
                </a:cubicBezTo>
                <a:cubicBezTo>
                  <a:pt x="2870145" y="-49990"/>
                  <a:pt x="3212848" y="59087"/>
                  <a:pt x="3434791" y="0"/>
                </a:cubicBezTo>
                <a:cubicBezTo>
                  <a:pt x="3656734" y="-59087"/>
                  <a:pt x="3756268" y="15126"/>
                  <a:pt x="3908555" y="0"/>
                </a:cubicBezTo>
                <a:cubicBezTo>
                  <a:pt x="4060842" y="-15126"/>
                  <a:pt x="4427776" y="11955"/>
                  <a:pt x="4619201" y="0"/>
                </a:cubicBezTo>
                <a:cubicBezTo>
                  <a:pt x="4810626" y="-11955"/>
                  <a:pt x="5106302" y="47876"/>
                  <a:pt x="5329848" y="0"/>
                </a:cubicBezTo>
                <a:cubicBezTo>
                  <a:pt x="5553394" y="-47876"/>
                  <a:pt x="5654038" y="62495"/>
                  <a:pt x="5922053" y="0"/>
                </a:cubicBezTo>
                <a:cubicBezTo>
                  <a:pt x="5940038" y="128922"/>
                  <a:pt x="5901845" y="168131"/>
                  <a:pt x="5922053" y="336092"/>
                </a:cubicBezTo>
                <a:cubicBezTo>
                  <a:pt x="5942261" y="504053"/>
                  <a:pt x="5896082" y="573465"/>
                  <a:pt x="5922053" y="646331"/>
                </a:cubicBezTo>
                <a:cubicBezTo>
                  <a:pt x="5792668" y="651927"/>
                  <a:pt x="5668185" y="609710"/>
                  <a:pt x="5507509" y="646331"/>
                </a:cubicBezTo>
                <a:cubicBezTo>
                  <a:pt x="5346833" y="682952"/>
                  <a:pt x="5001294" y="578791"/>
                  <a:pt x="4796863" y="646331"/>
                </a:cubicBezTo>
                <a:cubicBezTo>
                  <a:pt x="4592432" y="713871"/>
                  <a:pt x="4531868" y="603774"/>
                  <a:pt x="4323099" y="646331"/>
                </a:cubicBezTo>
                <a:cubicBezTo>
                  <a:pt x="4114330" y="688888"/>
                  <a:pt x="4006867" y="577766"/>
                  <a:pt x="3730893" y="646331"/>
                </a:cubicBezTo>
                <a:cubicBezTo>
                  <a:pt x="3454919" y="714896"/>
                  <a:pt x="3296665" y="601788"/>
                  <a:pt x="3020247" y="646331"/>
                </a:cubicBezTo>
                <a:cubicBezTo>
                  <a:pt x="2743829" y="690874"/>
                  <a:pt x="2571175" y="625146"/>
                  <a:pt x="2428042" y="646331"/>
                </a:cubicBezTo>
                <a:cubicBezTo>
                  <a:pt x="2284909" y="667516"/>
                  <a:pt x="2153112" y="604489"/>
                  <a:pt x="2013498" y="646331"/>
                </a:cubicBezTo>
                <a:cubicBezTo>
                  <a:pt x="1873884" y="688173"/>
                  <a:pt x="1703127" y="646124"/>
                  <a:pt x="1539734" y="646331"/>
                </a:cubicBezTo>
                <a:cubicBezTo>
                  <a:pt x="1376341" y="646538"/>
                  <a:pt x="1158166" y="574449"/>
                  <a:pt x="829087" y="646331"/>
                </a:cubicBezTo>
                <a:cubicBezTo>
                  <a:pt x="500008" y="718213"/>
                  <a:pt x="380235" y="644727"/>
                  <a:pt x="0" y="646331"/>
                </a:cubicBezTo>
                <a:cubicBezTo>
                  <a:pt x="-29415" y="530936"/>
                  <a:pt x="8631" y="422022"/>
                  <a:pt x="0" y="336092"/>
                </a:cubicBezTo>
                <a:cubicBezTo>
                  <a:pt x="-8631" y="250162"/>
                  <a:pt x="30560" y="84049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noProof="1">
                <a:latin typeface="Consolas" panose="020B0609020204030204" pitchFamily="49" charset="0"/>
              </a:rPr>
              <a:t>let me = await User.</a:t>
            </a:r>
            <a:r>
              <a:rPr lang="en-US" b="1" noProof="1">
                <a:solidFill>
                  <a:schemeClr val="accent2"/>
                </a:solidFill>
                <a:latin typeface="Consolas" panose="020B0609020204030204" pitchFamily="49" charset="0"/>
              </a:rPr>
              <a:t>create</a:t>
            </a:r>
            <a:r>
              <a:rPr lang="en-US" noProof="1">
                <a:latin typeface="Consolas" panose="020B0609020204030204" pitchFamily="49" charset="0"/>
              </a:rPr>
              <a:t>({ name: "Ronan"});</a:t>
            </a:r>
          </a:p>
          <a:p>
            <a:endParaRPr lang="en-US" noProof="1">
              <a:latin typeface="Consolas" panose="020B0609020204030204" pitchFamily="49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43D3A83-C4BC-7095-934D-B187F1855FF9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3207640" y="4713778"/>
            <a:ext cx="0" cy="7173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AAA71F3-D3D6-F19B-C683-8DB1FE04A759}"/>
              </a:ext>
            </a:extLst>
          </p:cNvPr>
          <p:cNvCxnSpPr>
            <a:cxnSpLocks/>
          </p:cNvCxnSpPr>
          <p:nvPr/>
        </p:nvCxnSpPr>
        <p:spPr>
          <a:xfrm>
            <a:off x="9390726" y="4713778"/>
            <a:ext cx="0" cy="7173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298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B5348-2A7A-42D4-17B0-E78318F4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">
            <a:extLst>
              <a:ext uri="{FF2B5EF4-FFF2-40B4-BE49-F238E27FC236}">
                <a16:creationId xmlns:a16="http://schemas.microsoft.com/office/drawing/2014/main" id="{AB95816D-C1E7-A044-06DA-0F7FBD68617D}"/>
              </a:ext>
            </a:extLst>
          </p:cNvPr>
          <p:cNvSpPr txBox="1"/>
          <p:nvPr/>
        </p:nvSpPr>
        <p:spPr>
          <a:xfrm>
            <a:off x="204856" y="237754"/>
            <a:ext cx="2095838" cy="369332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INSTANCE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D143A5-93A3-30AB-6181-3B647B1EEBBD}"/>
              </a:ext>
            </a:extLst>
          </p:cNvPr>
          <p:cNvSpPr txBox="1"/>
          <p:nvPr/>
        </p:nvSpPr>
        <p:spPr>
          <a:xfrm>
            <a:off x="912332" y="1800478"/>
            <a:ext cx="10885967" cy="1477328"/>
          </a:xfrm>
          <a:custGeom>
            <a:avLst/>
            <a:gdLst>
              <a:gd name="connsiteX0" fmla="*/ 0 w 10885967"/>
              <a:gd name="connsiteY0" fmla="*/ 0 h 1477328"/>
              <a:gd name="connsiteX1" fmla="*/ 464086 w 10885967"/>
              <a:gd name="connsiteY1" fmla="*/ 0 h 1477328"/>
              <a:gd name="connsiteX2" fmla="*/ 710453 w 10885967"/>
              <a:gd name="connsiteY2" fmla="*/ 0 h 1477328"/>
              <a:gd name="connsiteX3" fmla="*/ 1501118 w 10885967"/>
              <a:gd name="connsiteY3" fmla="*/ 0 h 1477328"/>
              <a:gd name="connsiteX4" fmla="*/ 1965204 w 10885967"/>
              <a:gd name="connsiteY4" fmla="*/ 0 h 1477328"/>
              <a:gd name="connsiteX5" fmla="*/ 2429289 w 10885967"/>
              <a:gd name="connsiteY5" fmla="*/ 0 h 1477328"/>
              <a:gd name="connsiteX6" fmla="*/ 3219954 w 10885967"/>
              <a:gd name="connsiteY6" fmla="*/ 0 h 1477328"/>
              <a:gd name="connsiteX7" fmla="*/ 3575181 w 10885967"/>
              <a:gd name="connsiteY7" fmla="*/ 0 h 1477328"/>
              <a:gd name="connsiteX8" fmla="*/ 4365846 w 10885967"/>
              <a:gd name="connsiteY8" fmla="*/ 0 h 1477328"/>
              <a:gd name="connsiteX9" fmla="*/ 5156511 w 10885967"/>
              <a:gd name="connsiteY9" fmla="*/ 0 h 1477328"/>
              <a:gd name="connsiteX10" fmla="*/ 5729456 w 10885967"/>
              <a:gd name="connsiteY10" fmla="*/ 0 h 1477328"/>
              <a:gd name="connsiteX11" fmla="*/ 6520121 w 10885967"/>
              <a:gd name="connsiteY11" fmla="*/ 0 h 1477328"/>
              <a:gd name="connsiteX12" fmla="*/ 6984207 w 10885967"/>
              <a:gd name="connsiteY12" fmla="*/ 0 h 1477328"/>
              <a:gd name="connsiteX13" fmla="*/ 7448293 w 10885967"/>
              <a:gd name="connsiteY13" fmla="*/ 0 h 1477328"/>
              <a:gd name="connsiteX14" fmla="*/ 8130099 w 10885967"/>
              <a:gd name="connsiteY14" fmla="*/ 0 h 1477328"/>
              <a:gd name="connsiteX15" fmla="*/ 8594184 w 10885967"/>
              <a:gd name="connsiteY15" fmla="*/ 0 h 1477328"/>
              <a:gd name="connsiteX16" fmla="*/ 9384849 w 10885967"/>
              <a:gd name="connsiteY16" fmla="*/ 0 h 1477328"/>
              <a:gd name="connsiteX17" fmla="*/ 10175514 w 10885967"/>
              <a:gd name="connsiteY17" fmla="*/ 0 h 1477328"/>
              <a:gd name="connsiteX18" fmla="*/ 10885967 w 10885967"/>
              <a:gd name="connsiteY18" fmla="*/ 0 h 1477328"/>
              <a:gd name="connsiteX19" fmla="*/ 10885967 w 10885967"/>
              <a:gd name="connsiteY19" fmla="*/ 477669 h 1477328"/>
              <a:gd name="connsiteX20" fmla="*/ 10885967 w 10885967"/>
              <a:gd name="connsiteY20" fmla="*/ 925792 h 1477328"/>
              <a:gd name="connsiteX21" fmla="*/ 10885967 w 10885967"/>
              <a:gd name="connsiteY21" fmla="*/ 1477328 h 1477328"/>
              <a:gd name="connsiteX22" fmla="*/ 10204162 w 10885967"/>
              <a:gd name="connsiteY22" fmla="*/ 1477328 h 1477328"/>
              <a:gd name="connsiteX23" fmla="*/ 9848935 w 10885967"/>
              <a:gd name="connsiteY23" fmla="*/ 1477328 h 1477328"/>
              <a:gd name="connsiteX24" fmla="*/ 9275990 w 10885967"/>
              <a:gd name="connsiteY24" fmla="*/ 1477328 h 1477328"/>
              <a:gd name="connsiteX25" fmla="*/ 9029623 w 10885967"/>
              <a:gd name="connsiteY25" fmla="*/ 1477328 h 1477328"/>
              <a:gd name="connsiteX26" fmla="*/ 8783257 w 10885967"/>
              <a:gd name="connsiteY26" fmla="*/ 1477328 h 1477328"/>
              <a:gd name="connsiteX27" fmla="*/ 8210311 w 10885967"/>
              <a:gd name="connsiteY27" fmla="*/ 1477328 h 1477328"/>
              <a:gd name="connsiteX28" fmla="*/ 7855085 w 10885967"/>
              <a:gd name="connsiteY28" fmla="*/ 1477328 h 1477328"/>
              <a:gd name="connsiteX29" fmla="*/ 7173279 w 10885967"/>
              <a:gd name="connsiteY29" fmla="*/ 1477328 h 1477328"/>
              <a:gd name="connsiteX30" fmla="*/ 6818053 w 10885967"/>
              <a:gd name="connsiteY30" fmla="*/ 1477328 h 1477328"/>
              <a:gd name="connsiteX31" fmla="*/ 6136248 w 10885967"/>
              <a:gd name="connsiteY31" fmla="*/ 1477328 h 1477328"/>
              <a:gd name="connsiteX32" fmla="*/ 5889881 w 10885967"/>
              <a:gd name="connsiteY32" fmla="*/ 1477328 h 1477328"/>
              <a:gd name="connsiteX33" fmla="*/ 5208076 w 10885967"/>
              <a:gd name="connsiteY33" fmla="*/ 1477328 h 1477328"/>
              <a:gd name="connsiteX34" fmla="*/ 4852849 w 10885967"/>
              <a:gd name="connsiteY34" fmla="*/ 1477328 h 1477328"/>
              <a:gd name="connsiteX35" fmla="*/ 4606483 w 10885967"/>
              <a:gd name="connsiteY35" fmla="*/ 1477328 h 1477328"/>
              <a:gd name="connsiteX36" fmla="*/ 4251257 w 10885967"/>
              <a:gd name="connsiteY36" fmla="*/ 1477328 h 1477328"/>
              <a:gd name="connsiteX37" fmla="*/ 3569451 w 10885967"/>
              <a:gd name="connsiteY37" fmla="*/ 1477328 h 1477328"/>
              <a:gd name="connsiteX38" fmla="*/ 3214225 w 10885967"/>
              <a:gd name="connsiteY38" fmla="*/ 1477328 h 1477328"/>
              <a:gd name="connsiteX39" fmla="*/ 2967858 w 10885967"/>
              <a:gd name="connsiteY39" fmla="*/ 1477328 h 1477328"/>
              <a:gd name="connsiteX40" fmla="*/ 2612632 w 10885967"/>
              <a:gd name="connsiteY40" fmla="*/ 1477328 h 1477328"/>
              <a:gd name="connsiteX41" fmla="*/ 2148546 w 10885967"/>
              <a:gd name="connsiteY41" fmla="*/ 1477328 h 1477328"/>
              <a:gd name="connsiteX42" fmla="*/ 1575600 w 10885967"/>
              <a:gd name="connsiteY42" fmla="*/ 1477328 h 1477328"/>
              <a:gd name="connsiteX43" fmla="*/ 1220374 w 10885967"/>
              <a:gd name="connsiteY43" fmla="*/ 1477328 h 1477328"/>
              <a:gd name="connsiteX44" fmla="*/ 0 w 10885967"/>
              <a:gd name="connsiteY44" fmla="*/ 1477328 h 1477328"/>
              <a:gd name="connsiteX45" fmla="*/ 0 w 10885967"/>
              <a:gd name="connsiteY45" fmla="*/ 984885 h 1477328"/>
              <a:gd name="connsiteX46" fmla="*/ 0 w 10885967"/>
              <a:gd name="connsiteY46" fmla="*/ 492443 h 1477328"/>
              <a:gd name="connsiteX47" fmla="*/ 0 w 10885967"/>
              <a:gd name="connsiteY47" fmla="*/ 0 h 1477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0885967" h="1477328" extrusionOk="0">
                <a:moveTo>
                  <a:pt x="0" y="0"/>
                </a:moveTo>
                <a:cubicBezTo>
                  <a:pt x="230107" y="-42951"/>
                  <a:pt x="344959" y="31153"/>
                  <a:pt x="464086" y="0"/>
                </a:cubicBezTo>
                <a:cubicBezTo>
                  <a:pt x="583213" y="-31153"/>
                  <a:pt x="656716" y="8609"/>
                  <a:pt x="710453" y="0"/>
                </a:cubicBezTo>
                <a:cubicBezTo>
                  <a:pt x="764190" y="-8609"/>
                  <a:pt x="1166359" y="66297"/>
                  <a:pt x="1501118" y="0"/>
                </a:cubicBezTo>
                <a:cubicBezTo>
                  <a:pt x="1835877" y="-66297"/>
                  <a:pt x="1848627" y="52962"/>
                  <a:pt x="1965204" y="0"/>
                </a:cubicBezTo>
                <a:cubicBezTo>
                  <a:pt x="2081781" y="-52962"/>
                  <a:pt x="2209163" y="31755"/>
                  <a:pt x="2429289" y="0"/>
                </a:cubicBezTo>
                <a:cubicBezTo>
                  <a:pt x="2649416" y="-31755"/>
                  <a:pt x="3057331" y="38962"/>
                  <a:pt x="3219954" y="0"/>
                </a:cubicBezTo>
                <a:cubicBezTo>
                  <a:pt x="3382577" y="-38962"/>
                  <a:pt x="3481509" y="9695"/>
                  <a:pt x="3575181" y="0"/>
                </a:cubicBezTo>
                <a:cubicBezTo>
                  <a:pt x="3668853" y="-9695"/>
                  <a:pt x="4037308" y="85349"/>
                  <a:pt x="4365846" y="0"/>
                </a:cubicBezTo>
                <a:cubicBezTo>
                  <a:pt x="4694384" y="-85349"/>
                  <a:pt x="4792751" y="46188"/>
                  <a:pt x="5156511" y="0"/>
                </a:cubicBezTo>
                <a:cubicBezTo>
                  <a:pt x="5520272" y="-46188"/>
                  <a:pt x="5519620" y="14162"/>
                  <a:pt x="5729456" y="0"/>
                </a:cubicBezTo>
                <a:cubicBezTo>
                  <a:pt x="5939292" y="-14162"/>
                  <a:pt x="6322778" y="61037"/>
                  <a:pt x="6520121" y="0"/>
                </a:cubicBezTo>
                <a:cubicBezTo>
                  <a:pt x="6717464" y="-61037"/>
                  <a:pt x="6843569" y="39225"/>
                  <a:pt x="6984207" y="0"/>
                </a:cubicBezTo>
                <a:cubicBezTo>
                  <a:pt x="7124845" y="-39225"/>
                  <a:pt x="7321466" y="27080"/>
                  <a:pt x="7448293" y="0"/>
                </a:cubicBezTo>
                <a:cubicBezTo>
                  <a:pt x="7575120" y="-27080"/>
                  <a:pt x="7973769" y="13200"/>
                  <a:pt x="8130099" y="0"/>
                </a:cubicBezTo>
                <a:cubicBezTo>
                  <a:pt x="8286429" y="-13200"/>
                  <a:pt x="8474859" y="25914"/>
                  <a:pt x="8594184" y="0"/>
                </a:cubicBezTo>
                <a:cubicBezTo>
                  <a:pt x="8713509" y="-25914"/>
                  <a:pt x="9148637" y="77222"/>
                  <a:pt x="9384849" y="0"/>
                </a:cubicBezTo>
                <a:cubicBezTo>
                  <a:pt x="9621062" y="-77222"/>
                  <a:pt x="10008507" y="38850"/>
                  <a:pt x="10175514" y="0"/>
                </a:cubicBezTo>
                <a:cubicBezTo>
                  <a:pt x="10342521" y="-38850"/>
                  <a:pt x="10691769" y="63251"/>
                  <a:pt x="10885967" y="0"/>
                </a:cubicBezTo>
                <a:cubicBezTo>
                  <a:pt x="10913555" y="203743"/>
                  <a:pt x="10876107" y="282054"/>
                  <a:pt x="10885967" y="477669"/>
                </a:cubicBezTo>
                <a:cubicBezTo>
                  <a:pt x="10895827" y="673284"/>
                  <a:pt x="10863895" y="762262"/>
                  <a:pt x="10885967" y="925792"/>
                </a:cubicBezTo>
                <a:cubicBezTo>
                  <a:pt x="10908039" y="1089322"/>
                  <a:pt x="10882883" y="1205372"/>
                  <a:pt x="10885967" y="1477328"/>
                </a:cubicBezTo>
                <a:cubicBezTo>
                  <a:pt x="10717148" y="1552370"/>
                  <a:pt x="10394610" y="1463773"/>
                  <a:pt x="10204162" y="1477328"/>
                </a:cubicBezTo>
                <a:cubicBezTo>
                  <a:pt x="10013714" y="1490883"/>
                  <a:pt x="10013415" y="1448742"/>
                  <a:pt x="9848935" y="1477328"/>
                </a:cubicBezTo>
                <a:cubicBezTo>
                  <a:pt x="9684455" y="1505914"/>
                  <a:pt x="9513938" y="1476788"/>
                  <a:pt x="9275990" y="1477328"/>
                </a:cubicBezTo>
                <a:cubicBezTo>
                  <a:pt x="9038042" y="1477868"/>
                  <a:pt x="9102220" y="1456481"/>
                  <a:pt x="9029623" y="1477328"/>
                </a:cubicBezTo>
                <a:cubicBezTo>
                  <a:pt x="8957026" y="1498175"/>
                  <a:pt x="8878849" y="1459065"/>
                  <a:pt x="8783257" y="1477328"/>
                </a:cubicBezTo>
                <a:cubicBezTo>
                  <a:pt x="8687665" y="1495591"/>
                  <a:pt x="8347407" y="1448220"/>
                  <a:pt x="8210311" y="1477328"/>
                </a:cubicBezTo>
                <a:cubicBezTo>
                  <a:pt x="8073215" y="1506436"/>
                  <a:pt x="8003945" y="1456886"/>
                  <a:pt x="7855085" y="1477328"/>
                </a:cubicBezTo>
                <a:cubicBezTo>
                  <a:pt x="7706225" y="1497770"/>
                  <a:pt x="7411218" y="1440208"/>
                  <a:pt x="7173279" y="1477328"/>
                </a:cubicBezTo>
                <a:cubicBezTo>
                  <a:pt x="6935340" y="1514448"/>
                  <a:pt x="6912786" y="1476095"/>
                  <a:pt x="6818053" y="1477328"/>
                </a:cubicBezTo>
                <a:cubicBezTo>
                  <a:pt x="6723320" y="1478561"/>
                  <a:pt x="6419528" y="1464504"/>
                  <a:pt x="6136248" y="1477328"/>
                </a:cubicBezTo>
                <a:cubicBezTo>
                  <a:pt x="5852969" y="1490152"/>
                  <a:pt x="5954775" y="1451550"/>
                  <a:pt x="5889881" y="1477328"/>
                </a:cubicBezTo>
                <a:cubicBezTo>
                  <a:pt x="5824987" y="1503106"/>
                  <a:pt x="5458643" y="1404661"/>
                  <a:pt x="5208076" y="1477328"/>
                </a:cubicBezTo>
                <a:cubicBezTo>
                  <a:pt x="4957510" y="1549995"/>
                  <a:pt x="4980531" y="1459559"/>
                  <a:pt x="4852849" y="1477328"/>
                </a:cubicBezTo>
                <a:cubicBezTo>
                  <a:pt x="4725167" y="1495097"/>
                  <a:pt x="4709637" y="1464139"/>
                  <a:pt x="4606483" y="1477328"/>
                </a:cubicBezTo>
                <a:cubicBezTo>
                  <a:pt x="4503329" y="1490517"/>
                  <a:pt x="4363538" y="1474970"/>
                  <a:pt x="4251257" y="1477328"/>
                </a:cubicBezTo>
                <a:cubicBezTo>
                  <a:pt x="4138976" y="1479686"/>
                  <a:pt x="3729190" y="1430302"/>
                  <a:pt x="3569451" y="1477328"/>
                </a:cubicBezTo>
                <a:cubicBezTo>
                  <a:pt x="3409712" y="1524354"/>
                  <a:pt x="3360401" y="1446578"/>
                  <a:pt x="3214225" y="1477328"/>
                </a:cubicBezTo>
                <a:cubicBezTo>
                  <a:pt x="3068049" y="1508078"/>
                  <a:pt x="3020399" y="1450453"/>
                  <a:pt x="2967858" y="1477328"/>
                </a:cubicBezTo>
                <a:cubicBezTo>
                  <a:pt x="2915317" y="1504203"/>
                  <a:pt x="2734382" y="1438743"/>
                  <a:pt x="2612632" y="1477328"/>
                </a:cubicBezTo>
                <a:cubicBezTo>
                  <a:pt x="2490882" y="1515913"/>
                  <a:pt x="2349049" y="1449617"/>
                  <a:pt x="2148546" y="1477328"/>
                </a:cubicBezTo>
                <a:cubicBezTo>
                  <a:pt x="1948043" y="1505039"/>
                  <a:pt x="1791781" y="1449176"/>
                  <a:pt x="1575600" y="1477328"/>
                </a:cubicBezTo>
                <a:cubicBezTo>
                  <a:pt x="1359419" y="1505480"/>
                  <a:pt x="1309823" y="1443415"/>
                  <a:pt x="1220374" y="1477328"/>
                </a:cubicBezTo>
                <a:cubicBezTo>
                  <a:pt x="1130925" y="1511241"/>
                  <a:pt x="388314" y="1364083"/>
                  <a:pt x="0" y="1477328"/>
                </a:cubicBezTo>
                <a:cubicBezTo>
                  <a:pt x="-24750" y="1268996"/>
                  <a:pt x="43441" y="1131346"/>
                  <a:pt x="0" y="984885"/>
                </a:cubicBezTo>
                <a:cubicBezTo>
                  <a:pt x="-43441" y="838424"/>
                  <a:pt x="12730" y="593031"/>
                  <a:pt x="0" y="492443"/>
                </a:cubicBezTo>
                <a:cubicBezTo>
                  <a:pt x="-12730" y="391855"/>
                  <a:pt x="43230" y="209064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noProof="1">
                <a:latin typeface="Consolas" panose="020B0609020204030204" pitchFamily="49" charset="0"/>
              </a:rPr>
              <a:t>const jane = await </a:t>
            </a:r>
            <a:r>
              <a:rPr lang="en-US" b="1" noProof="1">
                <a:solidFill>
                  <a:schemeClr val="accent2"/>
                </a:solidFill>
                <a:latin typeface="Consolas" panose="020B0609020204030204" pitchFamily="49" charset="0"/>
              </a:rPr>
              <a:t>User.create</a:t>
            </a:r>
            <a:r>
              <a:rPr lang="en-US" noProof="1">
                <a:latin typeface="Consolas" panose="020B0609020204030204" pitchFamily="49" charset="0"/>
              </a:rPr>
              <a:t>({ name: 'Jane' });</a:t>
            </a:r>
          </a:p>
          <a:p>
            <a:endParaRPr lang="en-US" noProof="1">
              <a:latin typeface="Consolas" panose="020B0609020204030204" pitchFamily="49" charset="0"/>
            </a:endParaRPr>
          </a:p>
          <a:p>
            <a:r>
              <a:rPr lang="en-US" noProof="1">
                <a:latin typeface="Consolas" panose="020B0609020204030204" pitchFamily="49" charset="0"/>
              </a:rPr>
              <a:t>jane.name = 'Ada’; </a:t>
            </a:r>
            <a:r>
              <a:rPr lang="en-US" noProof="1">
                <a:solidFill>
                  <a:schemeClr val="accent6"/>
                </a:solidFill>
                <a:latin typeface="Consolas" panose="020B0609020204030204" pitchFamily="49" charset="0"/>
              </a:rPr>
              <a:t>// the name is still "Jane" in the database</a:t>
            </a:r>
          </a:p>
          <a:p>
            <a:endParaRPr lang="en-US" noProof="1">
              <a:latin typeface="Consolas" panose="020B0609020204030204" pitchFamily="49" charset="0"/>
            </a:endParaRPr>
          </a:p>
          <a:p>
            <a:r>
              <a:rPr lang="en-US" noProof="1">
                <a:latin typeface="Consolas" panose="020B0609020204030204" pitchFamily="49" charset="0"/>
              </a:rPr>
              <a:t>await jane</a:t>
            </a:r>
            <a:r>
              <a:rPr lang="en-US" b="1" noProof="1">
                <a:solidFill>
                  <a:schemeClr val="accent2"/>
                </a:solidFill>
                <a:latin typeface="Consolas" panose="020B0609020204030204" pitchFamily="49" charset="0"/>
              </a:rPr>
              <a:t>.save(); </a:t>
            </a:r>
            <a:r>
              <a:rPr lang="en-US" noProof="1">
                <a:solidFill>
                  <a:schemeClr val="accent6"/>
                </a:solidFill>
                <a:latin typeface="Consolas" panose="020B0609020204030204" pitchFamily="49" charset="0"/>
              </a:rPr>
              <a:t>// Now the name was updated to "Ada" in the database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237A1F-5AA5-8DE8-9332-9B8628EDD743}"/>
              </a:ext>
            </a:extLst>
          </p:cNvPr>
          <p:cNvSpPr txBox="1"/>
          <p:nvPr/>
        </p:nvSpPr>
        <p:spPr>
          <a:xfrm>
            <a:off x="3413449" y="283310"/>
            <a:ext cx="5658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Update, Delete 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instances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5B97E5-40D7-F9C6-C269-16A738A09F4A}"/>
              </a:ext>
            </a:extLst>
          </p:cNvPr>
          <p:cNvSpPr txBox="1"/>
          <p:nvPr/>
        </p:nvSpPr>
        <p:spPr>
          <a:xfrm>
            <a:off x="666611" y="1256662"/>
            <a:ext cx="10101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you change the value of some field of an instance, calling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 again will update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accordingly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9208BD-E758-452F-D3C3-54C5126AFE18}"/>
              </a:ext>
            </a:extLst>
          </p:cNvPr>
          <p:cNvSpPr txBox="1"/>
          <p:nvPr/>
        </p:nvSpPr>
        <p:spPr>
          <a:xfrm>
            <a:off x="666611" y="3580195"/>
            <a:ext cx="4881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delete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instance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calling destroy: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DCED2F-9816-3B07-3087-DF52AA032C90}"/>
              </a:ext>
            </a:extLst>
          </p:cNvPr>
          <p:cNvSpPr txBox="1"/>
          <p:nvPr/>
        </p:nvSpPr>
        <p:spPr>
          <a:xfrm>
            <a:off x="912332" y="4030326"/>
            <a:ext cx="10885967" cy="646331"/>
          </a:xfrm>
          <a:custGeom>
            <a:avLst/>
            <a:gdLst>
              <a:gd name="connsiteX0" fmla="*/ 0 w 10885967"/>
              <a:gd name="connsiteY0" fmla="*/ 0 h 646331"/>
              <a:gd name="connsiteX1" fmla="*/ 464086 w 10885967"/>
              <a:gd name="connsiteY1" fmla="*/ 0 h 646331"/>
              <a:gd name="connsiteX2" fmla="*/ 710453 w 10885967"/>
              <a:gd name="connsiteY2" fmla="*/ 0 h 646331"/>
              <a:gd name="connsiteX3" fmla="*/ 1501118 w 10885967"/>
              <a:gd name="connsiteY3" fmla="*/ 0 h 646331"/>
              <a:gd name="connsiteX4" fmla="*/ 1965204 w 10885967"/>
              <a:gd name="connsiteY4" fmla="*/ 0 h 646331"/>
              <a:gd name="connsiteX5" fmla="*/ 2429289 w 10885967"/>
              <a:gd name="connsiteY5" fmla="*/ 0 h 646331"/>
              <a:gd name="connsiteX6" fmla="*/ 3219954 w 10885967"/>
              <a:gd name="connsiteY6" fmla="*/ 0 h 646331"/>
              <a:gd name="connsiteX7" fmla="*/ 3575181 w 10885967"/>
              <a:gd name="connsiteY7" fmla="*/ 0 h 646331"/>
              <a:gd name="connsiteX8" fmla="*/ 4365846 w 10885967"/>
              <a:gd name="connsiteY8" fmla="*/ 0 h 646331"/>
              <a:gd name="connsiteX9" fmla="*/ 5156511 w 10885967"/>
              <a:gd name="connsiteY9" fmla="*/ 0 h 646331"/>
              <a:gd name="connsiteX10" fmla="*/ 5729456 w 10885967"/>
              <a:gd name="connsiteY10" fmla="*/ 0 h 646331"/>
              <a:gd name="connsiteX11" fmla="*/ 6520121 w 10885967"/>
              <a:gd name="connsiteY11" fmla="*/ 0 h 646331"/>
              <a:gd name="connsiteX12" fmla="*/ 6984207 w 10885967"/>
              <a:gd name="connsiteY12" fmla="*/ 0 h 646331"/>
              <a:gd name="connsiteX13" fmla="*/ 7448293 w 10885967"/>
              <a:gd name="connsiteY13" fmla="*/ 0 h 646331"/>
              <a:gd name="connsiteX14" fmla="*/ 8130099 w 10885967"/>
              <a:gd name="connsiteY14" fmla="*/ 0 h 646331"/>
              <a:gd name="connsiteX15" fmla="*/ 8594184 w 10885967"/>
              <a:gd name="connsiteY15" fmla="*/ 0 h 646331"/>
              <a:gd name="connsiteX16" fmla="*/ 9384849 w 10885967"/>
              <a:gd name="connsiteY16" fmla="*/ 0 h 646331"/>
              <a:gd name="connsiteX17" fmla="*/ 10175514 w 10885967"/>
              <a:gd name="connsiteY17" fmla="*/ 0 h 646331"/>
              <a:gd name="connsiteX18" fmla="*/ 10885967 w 10885967"/>
              <a:gd name="connsiteY18" fmla="*/ 0 h 646331"/>
              <a:gd name="connsiteX19" fmla="*/ 10885967 w 10885967"/>
              <a:gd name="connsiteY19" fmla="*/ 316702 h 646331"/>
              <a:gd name="connsiteX20" fmla="*/ 10885967 w 10885967"/>
              <a:gd name="connsiteY20" fmla="*/ 646331 h 646331"/>
              <a:gd name="connsiteX21" fmla="*/ 10530741 w 10885967"/>
              <a:gd name="connsiteY21" fmla="*/ 646331 h 646331"/>
              <a:gd name="connsiteX22" fmla="*/ 9957795 w 10885967"/>
              <a:gd name="connsiteY22" fmla="*/ 646331 h 646331"/>
              <a:gd name="connsiteX23" fmla="*/ 9602569 w 10885967"/>
              <a:gd name="connsiteY23" fmla="*/ 646331 h 646331"/>
              <a:gd name="connsiteX24" fmla="*/ 9029623 w 10885967"/>
              <a:gd name="connsiteY24" fmla="*/ 646331 h 646331"/>
              <a:gd name="connsiteX25" fmla="*/ 8783257 w 10885967"/>
              <a:gd name="connsiteY25" fmla="*/ 646331 h 646331"/>
              <a:gd name="connsiteX26" fmla="*/ 8536890 w 10885967"/>
              <a:gd name="connsiteY26" fmla="*/ 646331 h 646331"/>
              <a:gd name="connsiteX27" fmla="*/ 7963944 w 10885967"/>
              <a:gd name="connsiteY27" fmla="*/ 646331 h 646331"/>
              <a:gd name="connsiteX28" fmla="*/ 7608718 w 10885967"/>
              <a:gd name="connsiteY28" fmla="*/ 646331 h 646331"/>
              <a:gd name="connsiteX29" fmla="*/ 6926913 w 10885967"/>
              <a:gd name="connsiteY29" fmla="*/ 646331 h 646331"/>
              <a:gd name="connsiteX30" fmla="*/ 6571686 w 10885967"/>
              <a:gd name="connsiteY30" fmla="*/ 646331 h 646331"/>
              <a:gd name="connsiteX31" fmla="*/ 5889881 w 10885967"/>
              <a:gd name="connsiteY31" fmla="*/ 646331 h 646331"/>
              <a:gd name="connsiteX32" fmla="*/ 5643514 w 10885967"/>
              <a:gd name="connsiteY32" fmla="*/ 646331 h 646331"/>
              <a:gd name="connsiteX33" fmla="*/ 4961709 w 10885967"/>
              <a:gd name="connsiteY33" fmla="*/ 646331 h 646331"/>
              <a:gd name="connsiteX34" fmla="*/ 4606483 w 10885967"/>
              <a:gd name="connsiteY34" fmla="*/ 646331 h 646331"/>
              <a:gd name="connsiteX35" fmla="*/ 4360116 w 10885967"/>
              <a:gd name="connsiteY35" fmla="*/ 646331 h 646331"/>
              <a:gd name="connsiteX36" fmla="*/ 4004890 w 10885967"/>
              <a:gd name="connsiteY36" fmla="*/ 646331 h 646331"/>
              <a:gd name="connsiteX37" fmla="*/ 3323085 w 10885967"/>
              <a:gd name="connsiteY37" fmla="*/ 646331 h 646331"/>
              <a:gd name="connsiteX38" fmla="*/ 2967858 w 10885967"/>
              <a:gd name="connsiteY38" fmla="*/ 646331 h 646331"/>
              <a:gd name="connsiteX39" fmla="*/ 2721492 w 10885967"/>
              <a:gd name="connsiteY39" fmla="*/ 646331 h 646331"/>
              <a:gd name="connsiteX40" fmla="*/ 2366265 w 10885967"/>
              <a:gd name="connsiteY40" fmla="*/ 646331 h 646331"/>
              <a:gd name="connsiteX41" fmla="*/ 1902179 w 10885967"/>
              <a:gd name="connsiteY41" fmla="*/ 646331 h 646331"/>
              <a:gd name="connsiteX42" fmla="*/ 1329234 w 10885967"/>
              <a:gd name="connsiteY42" fmla="*/ 646331 h 646331"/>
              <a:gd name="connsiteX43" fmla="*/ 974008 w 10885967"/>
              <a:gd name="connsiteY43" fmla="*/ 646331 h 646331"/>
              <a:gd name="connsiteX44" fmla="*/ 0 w 10885967"/>
              <a:gd name="connsiteY44" fmla="*/ 646331 h 646331"/>
              <a:gd name="connsiteX45" fmla="*/ 0 w 10885967"/>
              <a:gd name="connsiteY45" fmla="*/ 323166 h 646331"/>
              <a:gd name="connsiteX46" fmla="*/ 0 w 10885967"/>
              <a:gd name="connsiteY46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885967" h="646331" extrusionOk="0">
                <a:moveTo>
                  <a:pt x="0" y="0"/>
                </a:moveTo>
                <a:cubicBezTo>
                  <a:pt x="230107" y="-42951"/>
                  <a:pt x="344959" y="31153"/>
                  <a:pt x="464086" y="0"/>
                </a:cubicBezTo>
                <a:cubicBezTo>
                  <a:pt x="583213" y="-31153"/>
                  <a:pt x="656716" y="8609"/>
                  <a:pt x="710453" y="0"/>
                </a:cubicBezTo>
                <a:cubicBezTo>
                  <a:pt x="764190" y="-8609"/>
                  <a:pt x="1166359" y="66297"/>
                  <a:pt x="1501118" y="0"/>
                </a:cubicBezTo>
                <a:cubicBezTo>
                  <a:pt x="1835877" y="-66297"/>
                  <a:pt x="1848627" y="52962"/>
                  <a:pt x="1965204" y="0"/>
                </a:cubicBezTo>
                <a:cubicBezTo>
                  <a:pt x="2081781" y="-52962"/>
                  <a:pt x="2209163" y="31755"/>
                  <a:pt x="2429289" y="0"/>
                </a:cubicBezTo>
                <a:cubicBezTo>
                  <a:pt x="2649416" y="-31755"/>
                  <a:pt x="3057331" y="38962"/>
                  <a:pt x="3219954" y="0"/>
                </a:cubicBezTo>
                <a:cubicBezTo>
                  <a:pt x="3382577" y="-38962"/>
                  <a:pt x="3481509" y="9695"/>
                  <a:pt x="3575181" y="0"/>
                </a:cubicBezTo>
                <a:cubicBezTo>
                  <a:pt x="3668853" y="-9695"/>
                  <a:pt x="4037308" y="85349"/>
                  <a:pt x="4365846" y="0"/>
                </a:cubicBezTo>
                <a:cubicBezTo>
                  <a:pt x="4694384" y="-85349"/>
                  <a:pt x="4792751" y="46188"/>
                  <a:pt x="5156511" y="0"/>
                </a:cubicBezTo>
                <a:cubicBezTo>
                  <a:pt x="5520272" y="-46188"/>
                  <a:pt x="5519620" y="14162"/>
                  <a:pt x="5729456" y="0"/>
                </a:cubicBezTo>
                <a:cubicBezTo>
                  <a:pt x="5939292" y="-14162"/>
                  <a:pt x="6322778" y="61037"/>
                  <a:pt x="6520121" y="0"/>
                </a:cubicBezTo>
                <a:cubicBezTo>
                  <a:pt x="6717464" y="-61037"/>
                  <a:pt x="6843569" y="39225"/>
                  <a:pt x="6984207" y="0"/>
                </a:cubicBezTo>
                <a:cubicBezTo>
                  <a:pt x="7124845" y="-39225"/>
                  <a:pt x="7321466" y="27080"/>
                  <a:pt x="7448293" y="0"/>
                </a:cubicBezTo>
                <a:cubicBezTo>
                  <a:pt x="7575120" y="-27080"/>
                  <a:pt x="7973769" y="13200"/>
                  <a:pt x="8130099" y="0"/>
                </a:cubicBezTo>
                <a:cubicBezTo>
                  <a:pt x="8286429" y="-13200"/>
                  <a:pt x="8474859" y="25914"/>
                  <a:pt x="8594184" y="0"/>
                </a:cubicBezTo>
                <a:cubicBezTo>
                  <a:pt x="8713509" y="-25914"/>
                  <a:pt x="9148637" y="77222"/>
                  <a:pt x="9384849" y="0"/>
                </a:cubicBezTo>
                <a:cubicBezTo>
                  <a:pt x="9621062" y="-77222"/>
                  <a:pt x="10008507" y="38850"/>
                  <a:pt x="10175514" y="0"/>
                </a:cubicBezTo>
                <a:cubicBezTo>
                  <a:pt x="10342521" y="-38850"/>
                  <a:pt x="10691769" y="63251"/>
                  <a:pt x="10885967" y="0"/>
                </a:cubicBezTo>
                <a:cubicBezTo>
                  <a:pt x="10899444" y="109765"/>
                  <a:pt x="10863663" y="190637"/>
                  <a:pt x="10885967" y="316702"/>
                </a:cubicBezTo>
                <a:cubicBezTo>
                  <a:pt x="10908271" y="442767"/>
                  <a:pt x="10854635" y="553801"/>
                  <a:pt x="10885967" y="646331"/>
                </a:cubicBezTo>
                <a:cubicBezTo>
                  <a:pt x="10793093" y="655025"/>
                  <a:pt x="10630624" y="631202"/>
                  <a:pt x="10530741" y="646331"/>
                </a:cubicBezTo>
                <a:cubicBezTo>
                  <a:pt x="10430858" y="661460"/>
                  <a:pt x="10147572" y="583036"/>
                  <a:pt x="9957795" y="646331"/>
                </a:cubicBezTo>
                <a:cubicBezTo>
                  <a:pt x="9768018" y="709626"/>
                  <a:pt x="9759501" y="606871"/>
                  <a:pt x="9602569" y="646331"/>
                </a:cubicBezTo>
                <a:cubicBezTo>
                  <a:pt x="9445637" y="685791"/>
                  <a:pt x="9268937" y="578898"/>
                  <a:pt x="9029623" y="646331"/>
                </a:cubicBezTo>
                <a:cubicBezTo>
                  <a:pt x="8790309" y="713764"/>
                  <a:pt x="8845198" y="640813"/>
                  <a:pt x="8783257" y="646331"/>
                </a:cubicBezTo>
                <a:cubicBezTo>
                  <a:pt x="8721316" y="651849"/>
                  <a:pt x="8639674" y="634466"/>
                  <a:pt x="8536890" y="646331"/>
                </a:cubicBezTo>
                <a:cubicBezTo>
                  <a:pt x="8434106" y="658196"/>
                  <a:pt x="8101040" y="617223"/>
                  <a:pt x="7963944" y="646331"/>
                </a:cubicBezTo>
                <a:cubicBezTo>
                  <a:pt x="7826848" y="675439"/>
                  <a:pt x="7757578" y="625889"/>
                  <a:pt x="7608718" y="646331"/>
                </a:cubicBezTo>
                <a:cubicBezTo>
                  <a:pt x="7459858" y="666773"/>
                  <a:pt x="7164129" y="604667"/>
                  <a:pt x="6926913" y="646331"/>
                </a:cubicBezTo>
                <a:cubicBezTo>
                  <a:pt x="6689697" y="687995"/>
                  <a:pt x="6672535" y="609643"/>
                  <a:pt x="6571686" y="646331"/>
                </a:cubicBezTo>
                <a:cubicBezTo>
                  <a:pt x="6470837" y="683019"/>
                  <a:pt x="6173161" y="633507"/>
                  <a:pt x="5889881" y="646331"/>
                </a:cubicBezTo>
                <a:cubicBezTo>
                  <a:pt x="5606602" y="659155"/>
                  <a:pt x="5708408" y="620553"/>
                  <a:pt x="5643514" y="646331"/>
                </a:cubicBezTo>
                <a:cubicBezTo>
                  <a:pt x="5578620" y="672109"/>
                  <a:pt x="5212276" y="573664"/>
                  <a:pt x="4961709" y="646331"/>
                </a:cubicBezTo>
                <a:cubicBezTo>
                  <a:pt x="4711143" y="718998"/>
                  <a:pt x="4724509" y="617560"/>
                  <a:pt x="4606483" y="646331"/>
                </a:cubicBezTo>
                <a:cubicBezTo>
                  <a:pt x="4488457" y="675102"/>
                  <a:pt x="4477276" y="619574"/>
                  <a:pt x="4360116" y="646331"/>
                </a:cubicBezTo>
                <a:cubicBezTo>
                  <a:pt x="4242956" y="673088"/>
                  <a:pt x="4117171" y="643973"/>
                  <a:pt x="4004890" y="646331"/>
                </a:cubicBezTo>
                <a:cubicBezTo>
                  <a:pt x="3892609" y="648689"/>
                  <a:pt x="3482457" y="596152"/>
                  <a:pt x="3323085" y="646331"/>
                </a:cubicBezTo>
                <a:cubicBezTo>
                  <a:pt x="3163714" y="696510"/>
                  <a:pt x="3120000" y="618067"/>
                  <a:pt x="2967858" y="646331"/>
                </a:cubicBezTo>
                <a:cubicBezTo>
                  <a:pt x="2815716" y="674595"/>
                  <a:pt x="2842752" y="642519"/>
                  <a:pt x="2721492" y="646331"/>
                </a:cubicBezTo>
                <a:cubicBezTo>
                  <a:pt x="2600232" y="650143"/>
                  <a:pt x="2498838" y="618364"/>
                  <a:pt x="2366265" y="646331"/>
                </a:cubicBezTo>
                <a:cubicBezTo>
                  <a:pt x="2233692" y="674298"/>
                  <a:pt x="2102682" y="618620"/>
                  <a:pt x="1902179" y="646331"/>
                </a:cubicBezTo>
                <a:cubicBezTo>
                  <a:pt x="1701676" y="674042"/>
                  <a:pt x="1545142" y="614427"/>
                  <a:pt x="1329234" y="646331"/>
                </a:cubicBezTo>
                <a:cubicBezTo>
                  <a:pt x="1113327" y="678235"/>
                  <a:pt x="1063457" y="612418"/>
                  <a:pt x="974008" y="646331"/>
                </a:cubicBezTo>
                <a:cubicBezTo>
                  <a:pt x="884559" y="680244"/>
                  <a:pt x="244776" y="632635"/>
                  <a:pt x="0" y="646331"/>
                </a:cubicBezTo>
                <a:cubicBezTo>
                  <a:pt x="-6629" y="534848"/>
                  <a:pt x="27892" y="395681"/>
                  <a:pt x="0" y="323166"/>
                </a:cubicBezTo>
                <a:cubicBezTo>
                  <a:pt x="-27892" y="250652"/>
                  <a:pt x="32503" y="160444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noProof="1">
                <a:latin typeface="Consolas" panose="020B0609020204030204" pitchFamily="49" charset="0"/>
              </a:rPr>
              <a:t>const jane = await </a:t>
            </a:r>
            <a:r>
              <a:rPr lang="en-US" b="1" noProof="1">
                <a:solidFill>
                  <a:schemeClr val="accent2"/>
                </a:solidFill>
                <a:latin typeface="Consolas" panose="020B0609020204030204" pitchFamily="49" charset="0"/>
              </a:rPr>
              <a:t>User.create</a:t>
            </a:r>
            <a:r>
              <a:rPr lang="en-US" noProof="1">
                <a:latin typeface="Consolas" panose="020B0609020204030204" pitchFamily="49" charset="0"/>
              </a:rPr>
              <a:t>({ name: 'Jane' });</a:t>
            </a:r>
          </a:p>
          <a:p>
            <a:r>
              <a:rPr lang="en-US" noProof="1">
                <a:latin typeface="Consolas" panose="020B0609020204030204" pitchFamily="49" charset="0"/>
              </a:rPr>
              <a:t>jane.</a:t>
            </a:r>
            <a:r>
              <a:rPr lang="en-US" b="1" noProof="1">
                <a:solidFill>
                  <a:schemeClr val="accent2"/>
                </a:solidFill>
                <a:latin typeface="Consolas" panose="020B0609020204030204" pitchFamily="49" charset="0"/>
              </a:rPr>
              <a:t>destroy(); </a:t>
            </a:r>
            <a:r>
              <a:rPr lang="en-US" noProof="1">
                <a:solidFill>
                  <a:schemeClr val="accent6"/>
                </a:solidFill>
                <a:latin typeface="Consolas" panose="020B0609020204030204" pitchFamily="49" charset="0"/>
              </a:rPr>
              <a:t>// this entry was removed from the database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520D5D-72EA-C892-74DE-EBE26CD627AE}"/>
              </a:ext>
            </a:extLst>
          </p:cNvPr>
          <p:cNvSpPr txBox="1"/>
          <p:nvPr/>
        </p:nvSpPr>
        <p:spPr>
          <a:xfrm>
            <a:off x="912332" y="5544020"/>
            <a:ext cx="10885967" cy="646331"/>
          </a:xfrm>
          <a:custGeom>
            <a:avLst/>
            <a:gdLst>
              <a:gd name="connsiteX0" fmla="*/ 0 w 10885967"/>
              <a:gd name="connsiteY0" fmla="*/ 0 h 646331"/>
              <a:gd name="connsiteX1" fmla="*/ 464086 w 10885967"/>
              <a:gd name="connsiteY1" fmla="*/ 0 h 646331"/>
              <a:gd name="connsiteX2" fmla="*/ 710453 w 10885967"/>
              <a:gd name="connsiteY2" fmla="*/ 0 h 646331"/>
              <a:gd name="connsiteX3" fmla="*/ 1501118 w 10885967"/>
              <a:gd name="connsiteY3" fmla="*/ 0 h 646331"/>
              <a:gd name="connsiteX4" fmla="*/ 1965204 w 10885967"/>
              <a:gd name="connsiteY4" fmla="*/ 0 h 646331"/>
              <a:gd name="connsiteX5" fmla="*/ 2429289 w 10885967"/>
              <a:gd name="connsiteY5" fmla="*/ 0 h 646331"/>
              <a:gd name="connsiteX6" fmla="*/ 3219954 w 10885967"/>
              <a:gd name="connsiteY6" fmla="*/ 0 h 646331"/>
              <a:gd name="connsiteX7" fmla="*/ 3575181 w 10885967"/>
              <a:gd name="connsiteY7" fmla="*/ 0 h 646331"/>
              <a:gd name="connsiteX8" fmla="*/ 4365846 w 10885967"/>
              <a:gd name="connsiteY8" fmla="*/ 0 h 646331"/>
              <a:gd name="connsiteX9" fmla="*/ 5156511 w 10885967"/>
              <a:gd name="connsiteY9" fmla="*/ 0 h 646331"/>
              <a:gd name="connsiteX10" fmla="*/ 5729456 w 10885967"/>
              <a:gd name="connsiteY10" fmla="*/ 0 h 646331"/>
              <a:gd name="connsiteX11" fmla="*/ 6520121 w 10885967"/>
              <a:gd name="connsiteY11" fmla="*/ 0 h 646331"/>
              <a:gd name="connsiteX12" fmla="*/ 6984207 w 10885967"/>
              <a:gd name="connsiteY12" fmla="*/ 0 h 646331"/>
              <a:gd name="connsiteX13" fmla="*/ 7448293 w 10885967"/>
              <a:gd name="connsiteY13" fmla="*/ 0 h 646331"/>
              <a:gd name="connsiteX14" fmla="*/ 8130099 w 10885967"/>
              <a:gd name="connsiteY14" fmla="*/ 0 h 646331"/>
              <a:gd name="connsiteX15" fmla="*/ 8594184 w 10885967"/>
              <a:gd name="connsiteY15" fmla="*/ 0 h 646331"/>
              <a:gd name="connsiteX16" fmla="*/ 9384849 w 10885967"/>
              <a:gd name="connsiteY16" fmla="*/ 0 h 646331"/>
              <a:gd name="connsiteX17" fmla="*/ 10175514 w 10885967"/>
              <a:gd name="connsiteY17" fmla="*/ 0 h 646331"/>
              <a:gd name="connsiteX18" fmla="*/ 10885967 w 10885967"/>
              <a:gd name="connsiteY18" fmla="*/ 0 h 646331"/>
              <a:gd name="connsiteX19" fmla="*/ 10885967 w 10885967"/>
              <a:gd name="connsiteY19" fmla="*/ 316702 h 646331"/>
              <a:gd name="connsiteX20" fmla="*/ 10885967 w 10885967"/>
              <a:gd name="connsiteY20" fmla="*/ 646331 h 646331"/>
              <a:gd name="connsiteX21" fmla="*/ 10530741 w 10885967"/>
              <a:gd name="connsiteY21" fmla="*/ 646331 h 646331"/>
              <a:gd name="connsiteX22" fmla="*/ 9957795 w 10885967"/>
              <a:gd name="connsiteY22" fmla="*/ 646331 h 646331"/>
              <a:gd name="connsiteX23" fmla="*/ 9602569 w 10885967"/>
              <a:gd name="connsiteY23" fmla="*/ 646331 h 646331"/>
              <a:gd name="connsiteX24" fmla="*/ 9029623 w 10885967"/>
              <a:gd name="connsiteY24" fmla="*/ 646331 h 646331"/>
              <a:gd name="connsiteX25" fmla="*/ 8783257 w 10885967"/>
              <a:gd name="connsiteY25" fmla="*/ 646331 h 646331"/>
              <a:gd name="connsiteX26" fmla="*/ 8536890 w 10885967"/>
              <a:gd name="connsiteY26" fmla="*/ 646331 h 646331"/>
              <a:gd name="connsiteX27" fmla="*/ 7963944 w 10885967"/>
              <a:gd name="connsiteY27" fmla="*/ 646331 h 646331"/>
              <a:gd name="connsiteX28" fmla="*/ 7608718 w 10885967"/>
              <a:gd name="connsiteY28" fmla="*/ 646331 h 646331"/>
              <a:gd name="connsiteX29" fmla="*/ 6926913 w 10885967"/>
              <a:gd name="connsiteY29" fmla="*/ 646331 h 646331"/>
              <a:gd name="connsiteX30" fmla="*/ 6571686 w 10885967"/>
              <a:gd name="connsiteY30" fmla="*/ 646331 h 646331"/>
              <a:gd name="connsiteX31" fmla="*/ 5889881 w 10885967"/>
              <a:gd name="connsiteY31" fmla="*/ 646331 h 646331"/>
              <a:gd name="connsiteX32" fmla="*/ 5643514 w 10885967"/>
              <a:gd name="connsiteY32" fmla="*/ 646331 h 646331"/>
              <a:gd name="connsiteX33" fmla="*/ 4961709 w 10885967"/>
              <a:gd name="connsiteY33" fmla="*/ 646331 h 646331"/>
              <a:gd name="connsiteX34" fmla="*/ 4606483 w 10885967"/>
              <a:gd name="connsiteY34" fmla="*/ 646331 h 646331"/>
              <a:gd name="connsiteX35" fmla="*/ 4360116 w 10885967"/>
              <a:gd name="connsiteY35" fmla="*/ 646331 h 646331"/>
              <a:gd name="connsiteX36" fmla="*/ 4004890 w 10885967"/>
              <a:gd name="connsiteY36" fmla="*/ 646331 h 646331"/>
              <a:gd name="connsiteX37" fmla="*/ 3323085 w 10885967"/>
              <a:gd name="connsiteY37" fmla="*/ 646331 h 646331"/>
              <a:gd name="connsiteX38" fmla="*/ 2967858 w 10885967"/>
              <a:gd name="connsiteY38" fmla="*/ 646331 h 646331"/>
              <a:gd name="connsiteX39" fmla="*/ 2721492 w 10885967"/>
              <a:gd name="connsiteY39" fmla="*/ 646331 h 646331"/>
              <a:gd name="connsiteX40" fmla="*/ 2366265 w 10885967"/>
              <a:gd name="connsiteY40" fmla="*/ 646331 h 646331"/>
              <a:gd name="connsiteX41" fmla="*/ 1902179 w 10885967"/>
              <a:gd name="connsiteY41" fmla="*/ 646331 h 646331"/>
              <a:gd name="connsiteX42" fmla="*/ 1329234 w 10885967"/>
              <a:gd name="connsiteY42" fmla="*/ 646331 h 646331"/>
              <a:gd name="connsiteX43" fmla="*/ 974008 w 10885967"/>
              <a:gd name="connsiteY43" fmla="*/ 646331 h 646331"/>
              <a:gd name="connsiteX44" fmla="*/ 0 w 10885967"/>
              <a:gd name="connsiteY44" fmla="*/ 646331 h 646331"/>
              <a:gd name="connsiteX45" fmla="*/ 0 w 10885967"/>
              <a:gd name="connsiteY45" fmla="*/ 323166 h 646331"/>
              <a:gd name="connsiteX46" fmla="*/ 0 w 10885967"/>
              <a:gd name="connsiteY46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885967" h="646331" extrusionOk="0">
                <a:moveTo>
                  <a:pt x="0" y="0"/>
                </a:moveTo>
                <a:cubicBezTo>
                  <a:pt x="230107" y="-42951"/>
                  <a:pt x="344959" y="31153"/>
                  <a:pt x="464086" y="0"/>
                </a:cubicBezTo>
                <a:cubicBezTo>
                  <a:pt x="583213" y="-31153"/>
                  <a:pt x="656716" y="8609"/>
                  <a:pt x="710453" y="0"/>
                </a:cubicBezTo>
                <a:cubicBezTo>
                  <a:pt x="764190" y="-8609"/>
                  <a:pt x="1166359" y="66297"/>
                  <a:pt x="1501118" y="0"/>
                </a:cubicBezTo>
                <a:cubicBezTo>
                  <a:pt x="1835877" y="-66297"/>
                  <a:pt x="1848627" y="52962"/>
                  <a:pt x="1965204" y="0"/>
                </a:cubicBezTo>
                <a:cubicBezTo>
                  <a:pt x="2081781" y="-52962"/>
                  <a:pt x="2209163" y="31755"/>
                  <a:pt x="2429289" y="0"/>
                </a:cubicBezTo>
                <a:cubicBezTo>
                  <a:pt x="2649416" y="-31755"/>
                  <a:pt x="3057331" y="38962"/>
                  <a:pt x="3219954" y="0"/>
                </a:cubicBezTo>
                <a:cubicBezTo>
                  <a:pt x="3382577" y="-38962"/>
                  <a:pt x="3481509" y="9695"/>
                  <a:pt x="3575181" y="0"/>
                </a:cubicBezTo>
                <a:cubicBezTo>
                  <a:pt x="3668853" y="-9695"/>
                  <a:pt x="4037308" y="85349"/>
                  <a:pt x="4365846" y="0"/>
                </a:cubicBezTo>
                <a:cubicBezTo>
                  <a:pt x="4694384" y="-85349"/>
                  <a:pt x="4792751" y="46188"/>
                  <a:pt x="5156511" y="0"/>
                </a:cubicBezTo>
                <a:cubicBezTo>
                  <a:pt x="5520272" y="-46188"/>
                  <a:pt x="5519620" y="14162"/>
                  <a:pt x="5729456" y="0"/>
                </a:cubicBezTo>
                <a:cubicBezTo>
                  <a:pt x="5939292" y="-14162"/>
                  <a:pt x="6322778" y="61037"/>
                  <a:pt x="6520121" y="0"/>
                </a:cubicBezTo>
                <a:cubicBezTo>
                  <a:pt x="6717464" y="-61037"/>
                  <a:pt x="6843569" y="39225"/>
                  <a:pt x="6984207" y="0"/>
                </a:cubicBezTo>
                <a:cubicBezTo>
                  <a:pt x="7124845" y="-39225"/>
                  <a:pt x="7321466" y="27080"/>
                  <a:pt x="7448293" y="0"/>
                </a:cubicBezTo>
                <a:cubicBezTo>
                  <a:pt x="7575120" y="-27080"/>
                  <a:pt x="7973769" y="13200"/>
                  <a:pt x="8130099" y="0"/>
                </a:cubicBezTo>
                <a:cubicBezTo>
                  <a:pt x="8286429" y="-13200"/>
                  <a:pt x="8474859" y="25914"/>
                  <a:pt x="8594184" y="0"/>
                </a:cubicBezTo>
                <a:cubicBezTo>
                  <a:pt x="8713509" y="-25914"/>
                  <a:pt x="9148637" y="77222"/>
                  <a:pt x="9384849" y="0"/>
                </a:cubicBezTo>
                <a:cubicBezTo>
                  <a:pt x="9621062" y="-77222"/>
                  <a:pt x="10008507" y="38850"/>
                  <a:pt x="10175514" y="0"/>
                </a:cubicBezTo>
                <a:cubicBezTo>
                  <a:pt x="10342521" y="-38850"/>
                  <a:pt x="10691769" y="63251"/>
                  <a:pt x="10885967" y="0"/>
                </a:cubicBezTo>
                <a:cubicBezTo>
                  <a:pt x="10899444" y="109765"/>
                  <a:pt x="10863663" y="190637"/>
                  <a:pt x="10885967" y="316702"/>
                </a:cubicBezTo>
                <a:cubicBezTo>
                  <a:pt x="10908271" y="442767"/>
                  <a:pt x="10854635" y="553801"/>
                  <a:pt x="10885967" y="646331"/>
                </a:cubicBezTo>
                <a:cubicBezTo>
                  <a:pt x="10793093" y="655025"/>
                  <a:pt x="10630624" y="631202"/>
                  <a:pt x="10530741" y="646331"/>
                </a:cubicBezTo>
                <a:cubicBezTo>
                  <a:pt x="10430858" y="661460"/>
                  <a:pt x="10147572" y="583036"/>
                  <a:pt x="9957795" y="646331"/>
                </a:cubicBezTo>
                <a:cubicBezTo>
                  <a:pt x="9768018" y="709626"/>
                  <a:pt x="9759501" y="606871"/>
                  <a:pt x="9602569" y="646331"/>
                </a:cubicBezTo>
                <a:cubicBezTo>
                  <a:pt x="9445637" y="685791"/>
                  <a:pt x="9268937" y="578898"/>
                  <a:pt x="9029623" y="646331"/>
                </a:cubicBezTo>
                <a:cubicBezTo>
                  <a:pt x="8790309" y="713764"/>
                  <a:pt x="8845198" y="640813"/>
                  <a:pt x="8783257" y="646331"/>
                </a:cubicBezTo>
                <a:cubicBezTo>
                  <a:pt x="8721316" y="651849"/>
                  <a:pt x="8639674" y="634466"/>
                  <a:pt x="8536890" y="646331"/>
                </a:cubicBezTo>
                <a:cubicBezTo>
                  <a:pt x="8434106" y="658196"/>
                  <a:pt x="8101040" y="617223"/>
                  <a:pt x="7963944" y="646331"/>
                </a:cubicBezTo>
                <a:cubicBezTo>
                  <a:pt x="7826848" y="675439"/>
                  <a:pt x="7757578" y="625889"/>
                  <a:pt x="7608718" y="646331"/>
                </a:cubicBezTo>
                <a:cubicBezTo>
                  <a:pt x="7459858" y="666773"/>
                  <a:pt x="7164129" y="604667"/>
                  <a:pt x="6926913" y="646331"/>
                </a:cubicBezTo>
                <a:cubicBezTo>
                  <a:pt x="6689697" y="687995"/>
                  <a:pt x="6672535" y="609643"/>
                  <a:pt x="6571686" y="646331"/>
                </a:cubicBezTo>
                <a:cubicBezTo>
                  <a:pt x="6470837" y="683019"/>
                  <a:pt x="6173161" y="633507"/>
                  <a:pt x="5889881" y="646331"/>
                </a:cubicBezTo>
                <a:cubicBezTo>
                  <a:pt x="5606602" y="659155"/>
                  <a:pt x="5708408" y="620553"/>
                  <a:pt x="5643514" y="646331"/>
                </a:cubicBezTo>
                <a:cubicBezTo>
                  <a:pt x="5578620" y="672109"/>
                  <a:pt x="5212276" y="573664"/>
                  <a:pt x="4961709" y="646331"/>
                </a:cubicBezTo>
                <a:cubicBezTo>
                  <a:pt x="4711143" y="718998"/>
                  <a:pt x="4724509" y="617560"/>
                  <a:pt x="4606483" y="646331"/>
                </a:cubicBezTo>
                <a:cubicBezTo>
                  <a:pt x="4488457" y="675102"/>
                  <a:pt x="4477276" y="619574"/>
                  <a:pt x="4360116" y="646331"/>
                </a:cubicBezTo>
                <a:cubicBezTo>
                  <a:pt x="4242956" y="673088"/>
                  <a:pt x="4117171" y="643973"/>
                  <a:pt x="4004890" y="646331"/>
                </a:cubicBezTo>
                <a:cubicBezTo>
                  <a:pt x="3892609" y="648689"/>
                  <a:pt x="3482457" y="596152"/>
                  <a:pt x="3323085" y="646331"/>
                </a:cubicBezTo>
                <a:cubicBezTo>
                  <a:pt x="3163714" y="696510"/>
                  <a:pt x="3120000" y="618067"/>
                  <a:pt x="2967858" y="646331"/>
                </a:cubicBezTo>
                <a:cubicBezTo>
                  <a:pt x="2815716" y="674595"/>
                  <a:pt x="2842752" y="642519"/>
                  <a:pt x="2721492" y="646331"/>
                </a:cubicBezTo>
                <a:cubicBezTo>
                  <a:pt x="2600232" y="650143"/>
                  <a:pt x="2498838" y="618364"/>
                  <a:pt x="2366265" y="646331"/>
                </a:cubicBezTo>
                <a:cubicBezTo>
                  <a:pt x="2233692" y="674298"/>
                  <a:pt x="2102682" y="618620"/>
                  <a:pt x="1902179" y="646331"/>
                </a:cubicBezTo>
                <a:cubicBezTo>
                  <a:pt x="1701676" y="674042"/>
                  <a:pt x="1545142" y="614427"/>
                  <a:pt x="1329234" y="646331"/>
                </a:cubicBezTo>
                <a:cubicBezTo>
                  <a:pt x="1113327" y="678235"/>
                  <a:pt x="1063457" y="612418"/>
                  <a:pt x="974008" y="646331"/>
                </a:cubicBezTo>
                <a:cubicBezTo>
                  <a:pt x="884559" y="680244"/>
                  <a:pt x="244776" y="632635"/>
                  <a:pt x="0" y="646331"/>
                </a:cubicBezTo>
                <a:cubicBezTo>
                  <a:pt x="-6629" y="534848"/>
                  <a:pt x="27892" y="395681"/>
                  <a:pt x="0" y="323166"/>
                </a:cubicBezTo>
                <a:cubicBezTo>
                  <a:pt x="-27892" y="250652"/>
                  <a:pt x="32503" y="160444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noProof="1">
                <a:latin typeface="Consolas" panose="020B0609020204030204" pitchFamily="49" charset="0"/>
              </a:rPr>
              <a:t>await </a:t>
            </a:r>
            <a:r>
              <a:rPr lang="en-US" b="1" noProof="1">
                <a:solidFill>
                  <a:schemeClr val="accent2"/>
                </a:solidFill>
                <a:latin typeface="Consolas" panose="020B0609020204030204" pitchFamily="49" charset="0"/>
              </a:rPr>
              <a:t>User.destroy</a:t>
            </a:r>
            <a:r>
              <a:rPr lang="en-US" noProof="1">
                <a:latin typeface="Consolas" panose="020B0609020204030204" pitchFamily="49" charset="0"/>
              </a:rPr>
              <a:t>({ where: {name: 'Jane’  } });  </a:t>
            </a:r>
            <a:r>
              <a:rPr lang="en-US" noProof="1">
                <a:solidFill>
                  <a:schemeClr val="accent6"/>
                </a:solidFill>
                <a:latin typeface="Consolas" panose="020B0609020204030204" pitchFamily="49" charset="0"/>
              </a:rPr>
              <a:t>// Destroy users whose name is jame </a:t>
            </a:r>
          </a:p>
          <a:p>
            <a:r>
              <a:rPr lang="en-US" noProof="1">
                <a:latin typeface="Consolas" panose="020B0609020204030204" pitchFamily="49" charset="0"/>
              </a:rPr>
              <a:t>await </a:t>
            </a:r>
            <a:r>
              <a:rPr lang="en-US" b="1" noProof="1">
                <a:solidFill>
                  <a:schemeClr val="accent2"/>
                </a:solidFill>
                <a:latin typeface="Consolas" panose="020B0609020204030204" pitchFamily="49" charset="0"/>
              </a:rPr>
              <a:t>User.destroy</a:t>
            </a:r>
            <a:r>
              <a:rPr lang="en-US" noProof="1">
                <a:latin typeface="Consolas" panose="020B0609020204030204" pitchFamily="49" charset="0"/>
              </a:rPr>
              <a:t>({ where: {} }); </a:t>
            </a:r>
            <a:r>
              <a:rPr lang="en-US" noProof="1">
                <a:solidFill>
                  <a:schemeClr val="accent6"/>
                </a:solidFill>
                <a:latin typeface="Consolas" panose="020B0609020204030204" pitchFamily="49" charset="0"/>
              </a:rPr>
              <a:t>// Destroy all users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09CEEF-E22E-94BE-107E-76F974197FC9}"/>
              </a:ext>
            </a:extLst>
          </p:cNvPr>
          <p:cNvSpPr txBox="1"/>
          <p:nvPr/>
        </p:nvSpPr>
        <p:spPr>
          <a:xfrm>
            <a:off x="666611" y="5001174"/>
            <a:ext cx="704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delete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list of instance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calling destroy from the model:</a:t>
            </a:r>
          </a:p>
        </p:txBody>
      </p:sp>
    </p:spTree>
    <p:extLst>
      <p:ext uri="{BB962C8B-B14F-4D97-AF65-F5344CB8AC3E}">
        <p14:creationId xmlns:p14="http://schemas.microsoft.com/office/powerpoint/2010/main" val="977893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EBC60-91C7-3C07-F32A-642903E28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FEF563-67B9-1DDA-B28A-A0ABFB9C0B15}"/>
              </a:ext>
            </a:extLst>
          </p:cNvPr>
          <p:cNvSpPr txBox="1"/>
          <p:nvPr/>
        </p:nvSpPr>
        <p:spPr>
          <a:xfrm>
            <a:off x="154523" y="1304383"/>
            <a:ext cx="3467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Find </a:t>
            </a:r>
            <a:r>
              <a:rPr lang="en-US" sz="2000" b="1" dirty="0"/>
              <a:t>all </a:t>
            </a:r>
            <a:r>
              <a:rPr lang="en-US" sz="2000" dirty="0"/>
              <a:t>instances of  a Model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111;p2">
            <a:extLst>
              <a:ext uri="{FF2B5EF4-FFF2-40B4-BE49-F238E27FC236}">
                <a16:creationId xmlns:a16="http://schemas.microsoft.com/office/drawing/2014/main" id="{6765B315-FEA1-A50B-39AA-C895E93A862A}"/>
              </a:ext>
            </a:extLst>
          </p:cNvPr>
          <p:cNvSpPr txBox="1"/>
          <p:nvPr/>
        </p:nvSpPr>
        <p:spPr>
          <a:xfrm>
            <a:off x="249773" y="1833269"/>
            <a:ext cx="6837248" cy="338514"/>
          </a:xfrm>
          <a:custGeom>
            <a:avLst/>
            <a:gdLst>
              <a:gd name="connsiteX0" fmla="*/ 0 w 6837248"/>
              <a:gd name="connsiteY0" fmla="*/ 0 h 338514"/>
              <a:gd name="connsiteX1" fmla="*/ 433026 w 6837248"/>
              <a:gd name="connsiteY1" fmla="*/ 0 h 338514"/>
              <a:gd name="connsiteX2" fmla="*/ 866051 w 6837248"/>
              <a:gd name="connsiteY2" fmla="*/ 0 h 338514"/>
              <a:gd name="connsiteX3" fmla="*/ 1572567 w 6837248"/>
              <a:gd name="connsiteY3" fmla="*/ 0 h 338514"/>
              <a:gd name="connsiteX4" fmla="*/ 2210710 w 6837248"/>
              <a:gd name="connsiteY4" fmla="*/ 0 h 338514"/>
              <a:gd name="connsiteX5" fmla="*/ 2780481 w 6837248"/>
              <a:gd name="connsiteY5" fmla="*/ 0 h 338514"/>
              <a:gd name="connsiteX6" fmla="*/ 3350252 w 6837248"/>
              <a:gd name="connsiteY6" fmla="*/ 0 h 338514"/>
              <a:gd name="connsiteX7" fmla="*/ 3851650 w 6837248"/>
              <a:gd name="connsiteY7" fmla="*/ 0 h 338514"/>
              <a:gd name="connsiteX8" fmla="*/ 4216303 w 6837248"/>
              <a:gd name="connsiteY8" fmla="*/ 0 h 338514"/>
              <a:gd name="connsiteX9" fmla="*/ 4854446 w 6837248"/>
              <a:gd name="connsiteY9" fmla="*/ 0 h 338514"/>
              <a:gd name="connsiteX10" fmla="*/ 5424217 w 6837248"/>
              <a:gd name="connsiteY10" fmla="*/ 0 h 338514"/>
              <a:gd name="connsiteX11" fmla="*/ 6062360 w 6837248"/>
              <a:gd name="connsiteY11" fmla="*/ 0 h 338514"/>
              <a:gd name="connsiteX12" fmla="*/ 6837248 w 6837248"/>
              <a:gd name="connsiteY12" fmla="*/ 0 h 338514"/>
              <a:gd name="connsiteX13" fmla="*/ 6837248 w 6837248"/>
              <a:gd name="connsiteY13" fmla="*/ 338514 h 338514"/>
              <a:gd name="connsiteX14" fmla="*/ 6267477 w 6837248"/>
              <a:gd name="connsiteY14" fmla="*/ 338514 h 338514"/>
              <a:gd name="connsiteX15" fmla="*/ 5834452 w 6837248"/>
              <a:gd name="connsiteY15" fmla="*/ 338514 h 338514"/>
              <a:gd name="connsiteX16" fmla="*/ 5127936 w 6837248"/>
              <a:gd name="connsiteY16" fmla="*/ 338514 h 338514"/>
              <a:gd name="connsiteX17" fmla="*/ 4558165 w 6837248"/>
              <a:gd name="connsiteY17" fmla="*/ 338514 h 338514"/>
              <a:gd name="connsiteX18" fmla="*/ 3851650 w 6837248"/>
              <a:gd name="connsiteY18" fmla="*/ 338514 h 338514"/>
              <a:gd name="connsiteX19" fmla="*/ 3350252 w 6837248"/>
              <a:gd name="connsiteY19" fmla="*/ 338514 h 338514"/>
              <a:gd name="connsiteX20" fmla="*/ 2848853 w 6837248"/>
              <a:gd name="connsiteY20" fmla="*/ 338514 h 338514"/>
              <a:gd name="connsiteX21" fmla="*/ 2210710 w 6837248"/>
              <a:gd name="connsiteY21" fmla="*/ 338514 h 338514"/>
              <a:gd name="connsiteX22" fmla="*/ 1572567 w 6837248"/>
              <a:gd name="connsiteY22" fmla="*/ 338514 h 338514"/>
              <a:gd name="connsiteX23" fmla="*/ 866051 w 6837248"/>
              <a:gd name="connsiteY23" fmla="*/ 338514 h 338514"/>
              <a:gd name="connsiteX24" fmla="*/ 0 w 6837248"/>
              <a:gd name="connsiteY24" fmla="*/ 338514 h 338514"/>
              <a:gd name="connsiteX25" fmla="*/ 0 w 6837248"/>
              <a:gd name="connsiteY25" fmla="*/ 0 h 33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837248" h="338514" extrusionOk="0">
                <a:moveTo>
                  <a:pt x="0" y="0"/>
                </a:moveTo>
                <a:cubicBezTo>
                  <a:pt x="97999" y="-8692"/>
                  <a:pt x="300192" y="27158"/>
                  <a:pt x="433026" y="0"/>
                </a:cubicBezTo>
                <a:cubicBezTo>
                  <a:pt x="565860" y="-27158"/>
                  <a:pt x="753308" y="39883"/>
                  <a:pt x="866051" y="0"/>
                </a:cubicBezTo>
                <a:cubicBezTo>
                  <a:pt x="978794" y="-39883"/>
                  <a:pt x="1405263" y="47559"/>
                  <a:pt x="1572567" y="0"/>
                </a:cubicBezTo>
                <a:cubicBezTo>
                  <a:pt x="1739871" y="-47559"/>
                  <a:pt x="2009611" y="48401"/>
                  <a:pt x="2210710" y="0"/>
                </a:cubicBezTo>
                <a:cubicBezTo>
                  <a:pt x="2411809" y="-48401"/>
                  <a:pt x="2496632" y="18473"/>
                  <a:pt x="2780481" y="0"/>
                </a:cubicBezTo>
                <a:cubicBezTo>
                  <a:pt x="3064330" y="-18473"/>
                  <a:pt x="3163438" y="34418"/>
                  <a:pt x="3350252" y="0"/>
                </a:cubicBezTo>
                <a:cubicBezTo>
                  <a:pt x="3537066" y="-34418"/>
                  <a:pt x="3698657" y="16158"/>
                  <a:pt x="3851650" y="0"/>
                </a:cubicBezTo>
                <a:cubicBezTo>
                  <a:pt x="4004643" y="-16158"/>
                  <a:pt x="4041561" y="27241"/>
                  <a:pt x="4216303" y="0"/>
                </a:cubicBezTo>
                <a:cubicBezTo>
                  <a:pt x="4391045" y="-27241"/>
                  <a:pt x="4713713" y="31220"/>
                  <a:pt x="4854446" y="0"/>
                </a:cubicBezTo>
                <a:cubicBezTo>
                  <a:pt x="4995179" y="-31220"/>
                  <a:pt x="5250850" y="61406"/>
                  <a:pt x="5424217" y="0"/>
                </a:cubicBezTo>
                <a:cubicBezTo>
                  <a:pt x="5597584" y="-61406"/>
                  <a:pt x="5803017" y="44147"/>
                  <a:pt x="6062360" y="0"/>
                </a:cubicBezTo>
                <a:cubicBezTo>
                  <a:pt x="6321703" y="-44147"/>
                  <a:pt x="6476586" y="69105"/>
                  <a:pt x="6837248" y="0"/>
                </a:cubicBezTo>
                <a:cubicBezTo>
                  <a:pt x="6846720" y="139090"/>
                  <a:pt x="6797092" y="239688"/>
                  <a:pt x="6837248" y="338514"/>
                </a:cubicBezTo>
                <a:cubicBezTo>
                  <a:pt x="6695915" y="381561"/>
                  <a:pt x="6446350" y="315669"/>
                  <a:pt x="6267477" y="338514"/>
                </a:cubicBezTo>
                <a:cubicBezTo>
                  <a:pt x="6088604" y="361359"/>
                  <a:pt x="5964414" y="318806"/>
                  <a:pt x="5834452" y="338514"/>
                </a:cubicBezTo>
                <a:cubicBezTo>
                  <a:pt x="5704491" y="358222"/>
                  <a:pt x="5401948" y="254579"/>
                  <a:pt x="5127936" y="338514"/>
                </a:cubicBezTo>
                <a:cubicBezTo>
                  <a:pt x="4853924" y="422449"/>
                  <a:pt x="4833221" y="294616"/>
                  <a:pt x="4558165" y="338514"/>
                </a:cubicBezTo>
                <a:cubicBezTo>
                  <a:pt x="4283109" y="382412"/>
                  <a:pt x="4165685" y="266964"/>
                  <a:pt x="3851650" y="338514"/>
                </a:cubicBezTo>
                <a:cubicBezTo>
                  <a:pt x="3537616" y="410064"/>
                  <a:pt x="3541777" y="323806"/>
                  <a:pt x="3350252" y="338514"/>
                </a:cubicBezTo>
                <a:cubicBezTo>
                  <a:pt x="3158727" y="353222"/>
                  <a:pt x="3041500" y="296611"/>
                  <a:pt x="2848853" y="338514"/>
                </a:cubicBezTo>
                <a:cubicBezTo>
                  <a:pt x="2656206" y="380417"/>
                  <a:pt x="2365466" y="280112"/>
                  <a:pt x="2210710" y="338514"/>
                </a:cubicBezTo>
                <a:cubicBezTo>
                  <a:pt x="2055954" y="396916"/>
                  <a:pt x="1874985" y="276107"/>
                  <a:pt x="1572567" y="338514"/>
                </a:cubicBezTo>
                <a:cubicBezTo>
                  <a:pt x="1270149" y="400921"/>
                  <a:pt x="1109531" y="305450"/>
                  <a:pt x="866051" y="338514"/>
                </a:cubicBezTo>
                <a:cubicBezTo>
                  <a:pt x="622571" y="371578"/>
                  <a:pt x="184479" y="298745"/>
                  <a:pt x="0" y="338514"/>
                </a:cubicBezTo>
                <a:cubicBezTo>
                  <a:pt x="-108" y="221546"/>
                  <a:pt x="14218" y="151304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06191071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1600" dirty="0">
                <a:latin typeface="Consolas" panose="020B0609020204030204" pitchFamily="49" charset="0"/>
              </a:rPr>
              <a:t>const users = await </a:t>
            </a:r>
            <a:r>
              <a:rPr lang="en-US" sz="1600" dirty="0" err="1">
                <a:latin typeface="Consolas" panose="020B0609020204030204" pitchFamily="49" charset="0"/>
              </a:rPr>
              <a:t>User.findAll</a:t>
            </a:r>
            <a:r>
              <a:rPr lang="en-US" sz="1600" dirty="0"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3" name="Google Shape;111;p2">
            <a:extLst>
              <a:ext uri="{FF2B5EF4-FFF2-40B4-BE49-F238E27FC236}">
                <a16:creationId xmlns:a16="http://schemas.microsoft.com/office/drawing/2014/main" id="{4DC1F8E4-4B4F-11DB-EB63-94D16F18BDE3}"/>
              </a:ext>
            </a:extLst>
          </p:cNvPr>
          <p:cNvSpPr txBox="1"/>
          <p:nvPr/>
        </p:nvSpPr>
        <p:spPr>
          <a:xfrm>
            <a:off x="7228541" y="1834874"/>
            <a:ext cx="4370095" cy="338514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Users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E6F1AE-5EC2-1BEB-49BD-65F56F39D8E4}"/>
              </a:ext>
            </a:extLst>
          </p:cNvPr>
          <p:cNvSpPr txBox="1"/>
          <p:nvPr/>
        </p:nvSpPr>
        <p:spPr>
          <a:xfrm>
            <a:off x="154523" y="2558057"/>
            <a:ext cx="3160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Find </a:t>
            </a:r>
            <a:r>
              <a:rPr lang="en-US" sz="2000" b="1" dirty="0"/>
              <a:t>instances with filters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Google Shape;111;p2">
            <a:extLst>
              <a:ext uri="{FF2B5EF4-FFF2-40B4-BE49-F238E27FC236}">
                <a16:creationId xmlns:a16="http://schemas.microsoft.com/office/drawing/2014/main" id="{4CB5BC20-F2DA-8931-6CDD-636482CB8793}"/>
              </a:ext>
            </a:extLst>
          </p:cNvPr>
          <p:cNvSpPr txBox="1"/>
          <p:nvPr/>
        </p:nvSpPr>
        <p:spPr>
          <a:xfrm>
            <a:off x="249773" y="3028192"/>
            <a:ext cx="6837248" cy="861734"/>
          </a:xfrm>
          <a:custGeom>
            <a:avLst/>
            <a:gdLst>
              <a:gd name="connsiteX0" fmla="*/ 0 w 6837248"/>
              <a:gd name="connsiteY0" fmla="*/ 0 h 861734"/>
              <a:gd name="connsiteX1" fmla="*/ 501398 w 6837248"/>
              <a:gd name="connsiteY1" fmla="*/ 0 h 861734"/>
              <a:gd name="connsiteX2" fmla="*/ 1071169 w 6837248"/>
              <a:gd name="connsiteY2" fmla="*/ 0 h 861734"/>
              <a:gd name="connsiteX3" fmla="*/ 1777684 w 6837248"/>
              <a:gd name="connsiteY3" fmla="*/ 0 h 861734"/>
              <a:gd name="connsiteX4" fmla="*/ 2279083 w 6837248"/>
              <a:gd name="connsiteY4" fmla="*/ 0 h 861734"/>
              <a:gd name="connsiteX5" fmla="*/ 2712108 w 6837248"/>
              <a:gd name="connsiteY5" fmla="*/ 0 h 861734"/>
              <a:gd name="connsiteX6" fmla="*/ 3145134 w 6837248"/>
              <a:gd name="connsiteY6" fmla="*/ 0 h 861734"/>
              <a:gd name="connsiteX7" fmla="*/ 3714905 w 6837248"/>
              <a:gd name="connsiteY7" fmla="*/ 0 h 861734"/>
              <a:gd name="connsiteX8" fmla="*/ 4216303 w 6837248"/>
              <a:gd name="connsiteY8" fmla="*/ 0 h 861734"/>
              <a:gd name="connsiteX9" fmla="*/ 4786074 w 6837248"/>
              <a:gd name="connsiteY9" fmla="*/ 0 h 861734"/>
              <a:gd name="connsiteX10" fmla="*/ 5424217 w 6837248"/>
              <a:gd name="connsiteY10" fmla="*/ 0 h 861734"/>
              <a:gd name="connsiteX11" fmla="*/ 5788870 w 6837248"/>
              <a:gd name="connsiteY11" fmla="*/ 0 h 861734"/>
              <a:gd name="connsiteX12" fmla="*/ 6153523 w 6837248"/>
              <a:gd name="connsiteY12" fmla="*/ 0 h 861734"/>
              <a:gd name="connsiteX13" fmla="*/ 6837248 w 6837248"/>
              <a:gd name="connsiteY13" fmla="*/ 0 h 861734"/>
              <a:gd name="connsiteX14" fmla="*/ 6837248 w 6837248"/>
              <a:gd name="connsiteY14" fmla="*/ 439484 h 861734"/>
              <a:gd name="connsiteX15" fmla="*/ 6837248 w 6837248"/>
              <a:gd name="connsiteY15" fmla="*/ 861734 h 861734"/>
              <a:gd name="connsiteX16" fmla="*/ 6472595 w 6837248"/>
              <a:gd name="connsiteY16" fmla="*/ 861734 h 861734"/>
              <a:gd name="connsiteX17" fmla="*/ 6107942 w 6837248"/>
              <a:gd name="connsiteY17" fmla="*/ 861734 h 861734"/>
              <a:gd name="connsiteX18" fmla="*/ 5401426 w 6837248"/>
              <a:gd name="connsiteY18" fmla="*/ 861734 h 861734"/>
              <a:gd name="connsiteX19" fmla="*/ 4968400 w 6837248"/>
              <a:gd name="connsiteY19" fmla="*/ 861734 h 861734"/>
              <a:gd name="connsiteX20" fmla="*/ 4261885 w 6837248"/>
              <a:gd name="connsiteY20" fmla="*/ 861734 h 861734"/>
              <a:gd name="connsiteX21" fmla="*/ 3623741 w 6837248"/>
              <a:gd name="connsiteY21" fmla="*/ 861734 h 861734"/>
              <a:gd name="connsiteX22" fmla="*/ 3122343 w 6837248"/>
              <a:gd name="connsiteY22" fmla="*/ 861734 h 861734"/>
              <a:gd name="connsiteX23" fmla="*/ 2415828 w 6837248"/>
              <a:gd name="connsiteY23" fmla="*/ 861734 h 861734"/>
              <a:gd name="connsiteX24" fmla="*/ 1982802 w 6837248"/>
              <a:gd name="connsiteY24" fmla="*/ 861734 h 861734"/>
              <a:gd name="connsiteX25" fmla="*/ 1413031 w 6837248"/>
              <a:gd name="connsiteY25" fmla="*/ 861734 h 861734"/>
              <a:gd name="connsiteX26" fmla="*/ 911633 w 6837248"/>
              <a:gd name="connsiteY26" fmla="*/ 861734 h 861734"/>
              <a:gd name="connsiteX27" fmla="*/ 0 w 6837248"/>
              <a:gd name="connsiteY27" fmla="*/ 861734 h 861734"/>
              <a:gd name="connsiteX28" fmla="*/ 0 w 6837248"/>
              <a:gd name="connsiteY28" fmla="*/ 422250 h 861734"/>
              <a:gd name="connsiteX29" fmla="*/ 0 w 6837248"/>
              <a:gd name="connsiteY29" fmla="*/ 0 h 861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37248" h="861734" extrusionOk="0">
                <a:moveTo>
                  <a:pt x="0" y="0"/>
                </a:moveTo>
                <a:cubicBezTo>
                  <a:pt x="187463" y="-41818"/>
                  <a:pt x="280773" y="47864"/>
                  <a:pt x="501398" y="0"/>
                </a:cubicBezTo>
                <a:cubicBezTo>
                  <a:pt x="722023" y="-47864"/>
                  <a:pt x="945181" y="34869"/>
                  <a:pt x="1071169" y="0"/>
                </a:cubicBezTo>
                <a:cubicBezTo>
                  <a:pt x="1197157" y="-34869"/>
                  <a:pt x="1482519" y="14962"/>
                  <a:pt x="1777684" y="0"/>
                </a:cubicBezTo>
                <a:cubicBezTo>
                  <a:pt x="2072850" y="-14962"/>
                  <a:pt x="2068368" y="51203"/>
                  <a:pt x="2279083" y="0"/>
                </a:cubicBezTo>
                <a:cubicBezTo>
                  <a:pt x="2489798" y="-51203"/>
                  <a:pt x="2616195" y="35910"/>
                  <a:pt x="2712108" y="0"/>
                </a:cubicBezTo>
                <a:cubicBezTo>
                  <a:pt x="2808022" y="-35910"/>
                  <a:pt x="3002485" y="46994"/>
                  <a:pt x="3145134" y="0"/>
                </a:cubicBezTo>
                <a:cubicBezTo>
                  <a:pt x="3287783" y="-46994"/>
                  <a:pt x="3438500" y="19025"/>
                  <a:pt x="3714905" y="0"/>
                </a:cubicBezTo>
                <a:cubicBezTo>
                  <a:pt x="3991310" y="-19025"/>
                  <a:pt x="4029792" y="4176"/>
                  <a:pt x="4216303" y="0"/>
                </a:cubicBezTo>
                <a:cubicBezTo>
                  <a:pt x="4402814" y="-4176"/>
                  <a:pt x="4617688" y="31036"/>
                  <a:pt x="4786074" y="0"/>
                </a:cubicBezTo>
                <a:cubicBezTo>
                  <a:pt x="4954460" y="-31036"/>
                  <a:pt x="5184376" y="20261"/>
                  <a:pt x="5424217" y="0"/>
                </a:cubicBezTo>
                <a:cubicBezTo>
                  <a:pt x="5664058" y="-20261"/>
                  <a:pt x="5647564" y="13044"/>
                  <a:pt x="5788870" y="0"/>
                </a:cubicBezTo>
                <a:cubicBezTo>
                  <a:pt x="5930176" y="-13044"/>
                  <a:pt x="6003337" y="6944"/>
                  <a:pt x="6153523" y="0"/>
                </a:cubicBezTo>
                <a:cubicBezTo>
                  <a:pt x="6303709" y="-6944"/>
                  <a:pt x="6579025" y="77359"/>
                  <a:pt x="6837248" y="0"/>
                </a:cubicBezTo>
                <a:cubicBezTo>
                  <a:pt x="6884013" y="119821"/>
                  <a:pt x="6803993" y="338835"/>
                  <a:pt x="6837248" y="439484"/>
                </a:cubicBezTo>
                <a:cubicBezTo>
                  <a:pt x="6870503" y="540133"/>
                  <a:pt x="6831609" y="723221"/>
                  <a:pt x="6837248" y="861734"/>
                </a:cubicBezTo>
                <a:cubicBezTo>
                  <a:pt x="6727375" y="877153"/>
                  <a:pt x="6618220" y="843068"/>
                  <a:pt x="6472595" y="861734"/>
                </a:cubicBezTo>
                <a:cubicBezTo>
                  <a:pt x="6326970" y="880400"/>
                  <a:pt x="6273396" y="820330"/>
                  <a:pt x="6107942" y="861734"/>
                </a:cubicBezTo>
                <a:cubicBezTo>
                  <a:pt x="5942488" y="903138"/>
                  <a:pt x="5546027" y="793473"/>
                  <a:pt x="5401426" y="861734"/>
                </a:cubicBezTo>
                <a:cubicBezTo>
                  <a:pt x="5256825" y="929995"/>
                  <a:pt x="5136138" y="821364"/>
                  <a:pt x="4968400" y="861734"/>
                </a:cubicBezTo>
                <a:cubicBezTo>
                  <a:pt x="4800662" y="902104"/>
                  <a:pt x="4516329" y="780907"/>
                  <a:pt x="4261885" y="861734"/>
                </a:cubicBezTo>
                <a:cubicBezTo>
                  <a:pt x="4007442" y="942561"/>
                  <a:pt x="3834430" y="834189"/>
                  <a:pt x="3623741" y="861734"/>
                </a:cubicBezTo>
                <a:cubicBezTo>
                  <a:pt x="3413052" y="889279"/>
                  <a:pt x="3289232" y="828129"/>
                  <a:pt x="3122343" y="861734"/>
                </a:cubicBezTo>
                <a:cubicBezTo>
                  <a:pt x="2955454" y="895339"/>
                  <a:pt x="2751835" y="779635"/>
                  <a:pt x="2415828" y="861734"/>
                </a:cubicBezTo>
                <a:cubicBezTo>
                  <a:pt x="2079821" y="943833"/>
                  <a:pt x="2170142" y="836838"/>
                  <a:pt x="1982802" y="861734"/>
                </a:cubicBezTo>
                <a:cubicBezTo>
                  <a:pt x="1795462" y="886630"/>
                  <a:pt x="1555824" y="845261"/>
                  <a:pt x="1413031" y="861734"/>
                </a:cubicBezTo>
                <a:cubicBezTo>
                  <a:pt x="1270238" y="878207"/>
                  <a:pt x="1130322" y="813982"/>
                  <a:pt x="911633" y="861734"/>
                </a:cubicBezTo>
                <a:cubicBezTo>
                  <a:pt x="692944" y="909486"/>
                  <a:pt x="217495" y="784326"/>
                  <a:pt x="0" y="861734"/>
                </a:cubicBezTo>
                <a:cubicBezTo>
                  <a:pt x="-43304" y="691572"/>
                  <a:pt x="15606" y="632024"/>
                  <a:pt x="0" y="422250"/>
                </a:cubicBezTo>
                <a:cubicBezTo>
                  <a:pt x="-15606" y="212476"/>
                  <a:pt x="30223" y="132144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73135353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dirty="0" err="1">
                <a:latin typeface="Consolas" panose="020B0609020204030204" pitchFamily="49" charset="0"/>
              </a:rPr>
              <a:t>youngUsers</a:t>
            </a:r>
            <a:r>
              <a:rPr lang="en-US" sz="1600" dirty="0">
                <a:latin typeface="Consolas" panose="020B0609020204030204" pitchFamily="49" charset="0"/>
              </a:rPr>
              <a:t> = await </a:t>
            </a:r>
            <a:r>
              <a:rPr lang="en-US" sz="1600" dirty="0" err="1">
                <a:latin typeface="Consolas" panose="020B0609020204030204" pitchFamily="49" charset="0"/>
              </a:rPr>
              <a:t>User.findAll</a:t>
            </a:r>
            <a:r>
              <a:rPr lang="en-US" sz="1600" dirty="0">
                <a:latin typeface="Consolas" panose="020B0609020204030204" pitchFamily="49" charset="0"/>
              </a:rPr>
              <a:t>({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1600" dirty="0">
                <a:latin typeface="Consolas" panose="020B0609020204030204" pitchFamily="49" charset="0"/>
              </a:rPr>
              <a:t>  where: { age: { [</a:t>
            </a:r>
            <a:r>
              <a:rPr lang="en-US" sz="1600" dirty="0" err="1">
                <a:latin typeface="Consolas" panose="020B0609020204030204" pitchFamily="49" charset="0"/>
              </a:rPr>
              <a:t>Op.lt</a:t>
            </a:r>
            <a:r>
              <a:rPr lang="en-US" sz="1600" dirty="0">
                <a:latin typeface="Consolas" panose="020B0609020204030204" pitchFamily="49" charset="0"/>
              </a:rPr>
              <a:t>]: 25 } }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1600" dirty="0"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6854ED-9CD1-1297-E6E0-11AD0817CC15}"/>
              </a:ext>
            </a:extLst>
          </p:cNvPr>
          <p:cNvSpPr txBox="1"/>
          <p:nvPr/>
        </p:nvSpPr>
        <p:spPr>
          <a:xfrm>
            <a:off x="249773" y="4218757"/>
            <a:ext cx="1927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Other </a:t>
            </a:r>
            <a:r>
              <a:rPr lang="en-US" sz="1600" b="1" dirty="0"/>
              <a:t>filter options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E64AF23-9AE3-2953-8141-99E1FAC7B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57355"/>
              </p:ext>
            </p:extLst>
          </p:nvPr>
        </p:nvGraphicFramePr>
        <p:xfrm>
          <a:off x="285751" y="4557311"/>
          <a:ext cx="6837248" cy="1660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5990">
                  <a:extLst>
                    <a:ext uri="{9D8B030D-6E8A-4147-A177-3AD203B41FA5}">
                      <a16:colId xmlns:a16="http://schemas.microsoft.com/office/drawing/2014/main" val="3545035530"/>
                    </a:ext>
                  </a:extLst>
                </a:gridCol>
                <a:gridCol w="2866409">
                  <a:extLst>
                    <a:ext uri="{9D8B030D-6E8A-4147-A177-3AD203B41FA5}">
                      <a16:colId xmlns:a16="http://schemas.microsoft.com/office/drawing/2014/main" val="350443601"/>
                    </a:ext>
                  </a:extLst>
                </a:gridCol>
                <a:gridCol w="2874849">
                  <a:extLst>
                    <a:ext uri="{9D8B030D-6E8A-4147-A177-3AD203B41FA5}">
                      <a16:colId xmlns:a16="http://schemas.microsoft.com/office/drawing/2014/main" val="3850842160"/>
                    </a:ext>
                  </a:extLst>
                </a:gridCol>
              </a:tblGrid>
              <a:tr h="3321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where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Filter conditions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{ age: 20 }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2418162"/>
                  </a:ext>
                </a:extLst>
              </a:tr>
              <a:tr h="3321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attributes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Select specific columns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['name', 'age']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1146683"/>
                  </a:ext>
                </a:extLst>
              </a:tr>
              <a:tr h="3321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order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Sort results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[['age', 'DESC']]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555594"/>
                  </a:ext>
                </a:extLst>
              </a:tr>
              <a:tr h="3321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limit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Limit number of results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027293"/>
                  </a:ext>
                </a:extLst>
              </a:tr>
              <a:tr h="3321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offset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Skip number of results (for pagination)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428106"/>
                  </a:ext>
                </a:extLst>
              </a:tr>
            </a:tbl>
          </a:graphicData>
        </a:graphic>
      </p:graphicFrame>
      <p:sp>
        <p:nvSpPr>
          <p:cNvPr id="23" name="Google Shape;111;p2">
            <a:extLst>
              <a:ext uri="{FF2B5EF4-FFF2-40B4-BE49-F238E27FC236}">
                <a16:creationId xmlns:a16="http://schemas.microsoft.com/office/drawing/2014/main" id="{496F3958-BE80-F070-BF33-8ABF3331F672}"/>
              </a:ext>
            </a:extLst>
          </p:cNvPr>
          <p:cNvSpPr txBox="1"/>
          <p:nvPr/>
        </p:nvSpPr>
        <p:spPr>
          <a:xfrm>
            <a:off x="7228541" y="3028192"/>
            <a:ext cx="4370095" cy="861734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Users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WHERE age &lt; 25;</a:t>
            </a:r>
          </a:p>
          <a:p>
            <a:pPr>
              <a:buClr>
                <a:schemeClr val="dk1"/>
              </a:buClr>
              <a:buSzPts val="2800"/>
            </a:pPr>
            <a:endParaRPr lang="sv-SE" sz="1600" dirty="0">
              <a:solidFill>
                <a:schemeClr val="bg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4" name="Google Shape;107;p2">
            <a:extLst>
              <a:ext uri="{FF2B5EF4-FFF2-40B4-BE49-F238E27FC236}">
                <a16:creationId xmlns:a16="http://schemas.microsoft.com/office/drawing/2014/main" id="{41BC6399-BA7F-AB2D-B362-0782B7BB75E8}"/>
              </a:ext>
            </a:extLst>
          </p:cNvPr>
          <p:cNvSpPr txBox="1"/>
          <p:nvPr/>
        </p:nvSpPr>
        <p:spPr>
          <a:xfrm>
            <a:off x="204856" y="237754"/>
            <a:ext cx="2095838" cy="369332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QUERRY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C935B2-E662-609D-A5B9-892D7C16749F}"/>
              </a:ext>
            </a:extLst>
          </p:cNvPr>
          <p:cNvSpPr txBox="1"/>
          <p:nvPr/>
        </p:nvSpPr>
        <p:spPr>
          <a:xfrm>
            <a:off x="4618134" y="237754"/>
            <a:ext cx="37192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instances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AE641B-23D7-E255-DE2E-83D5C6A00446}"/>
              </a:ext>
            </a:extLst>
          </p:cNvPr>
          <p:cNvSpPr txBox="1"/>
          <p:nvPr/>
        </p:nvSpPr>
        <p:spPr>
          <a:xfrm rot="20600280">
            <a:off x="7689722" y="4940410"/>
            <a:ext cx="272632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MORE QUERRIES SYNTAX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266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351B5-8FDD-3169-B11B-177583BC1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0;p4">
            <a:extLst>
              <a:ext uri="{FF2B5EF4-FFF2-40B4-BE49-F238E27FC236}">
                <a16:creationId xmlns:a16="http://schemas.microsoft.com/office/drawing/2014/main" id="{343DA178-1481-0A4E-0B58-96194DA4816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8929" y="541027"/>
            <a:ext cx="186684" cy="371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1;p4">
            <a:extLst>
              <a:ext uri="{FF2B5EF4-FFF2-40B4-BE49-F238E27FC236}">
                <a16:creationId xmlns:a16="http://schemas.microsoft.com/office/drawing/2014/main" id="{FE3BC4D1-C61E-61F2-AF87-E0042945D9B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9744" y="541027"/>
            <a:ext cx="186684" cy="3712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785B9F-CA40-11D9-9CA5-84228FAEF731}"/>
              </a:ext>
            </a:extLst>
          </p:cNvPr>
          <p:cNvSpPr txBox="1"/>
          <p:nvPr/>
        </p:nvSpPr>
        <p:spPr>
          <a:xfrm>
            <a:off x="4703354" y="41959"/>
            <a:ext cx="3420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CRUD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Students</a:t>
            </a:r>
            <a:endParaRPr lang="en-US" sz="3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91E55B-49CF-49FD-CA16-65415E86BBAA}"/>
              </a:ext>
            </a:extLst>
          </p:cNvPr>
          <p:cNvSpPr txBox="1"/>
          <p:nvPr/>
        </p:nvSpPr>
        <p:spPr>
          <a:xfrm>
            <a:off x="3923209" y="1016394"/>
            <a:ext cx="7483787" cy="5262979"/>
          </a:xfrm>
          <a:custGeom>
            <a:avLst/>
            <a:gdLst>
              <a:gd name="connsiteX0" fmla="*/ 0 w 7483787"/>
              <a:gd name="connsiteY0" fmla="*/ 0 h 5262979"/>
              <a:gd name="connsiteX1" fmla="*/ 351162 w 7483787"/>
              <a:gd name="connsiteY1" fmla="*/ 0 h 5262979"/>
              <a:gd name="connsiteX2" fmla="*/ 1001676 w 7483787"/>
              <a:gd name="connsiteY2" fmla="*/ 0 h 5262979"/>
              <a:gd name="connsiteX3" fmla="*/ 1502514 w 7483787"/>
              <a:gd name="connsiteY3" fmla="*/ 0 h 5262979"/>
              <a:gd name="connsiteX4" fmla="*/ 2227866 w 7483787"/>
              <a:gd name="connsiteY4" fmla="*/ 0 h 5262979"/>
              <a:gd name="connsiteX5" fmla="*/ 2728704 w 7483787"/>
              <a:gd name="connsiteY5" fmla="*/ 0 h 5262979"/>
              <a:gd name="connsiteX6" fmla="*/ 3229542 w 7483787"/>
              <a:gd name="connsiteY6" fmla="*/ 0 h 5262979"/>
              <a:gd name="connsiteX7" fmla="*/ 3880056 w 7483787"/>
              <a:gd name="connsiteY7" fmla="*/ 0 h 5262979"/>
              <a:gd name="connsiteX8" fmla="*/ 4605407 w 7483787"/>
              <a:gd name="connsiteY8" fmla="*/ 0 h 5262979"/>
              <a:gd name="connsiteX9" fmla="*/ 5031408 w 7483787"/>
              <a:gd name="connsiteY9" fmla="*/ 0 h 5262979"/>
              <a:gd name="connsiteX10" fmla="*/ 5532246 w 7483787"/>
              <a:gd name="connsiteY10" fmla="*/ 0 h 5262979"/>
              <a:gd name="connsiteX11" fmla="*/ 5883408 w 7483787"/>
              <a:gd name="connsiteY11" fmla="*/ 0 h 5262979"/>
              <a:gd name="connsiteX12" fmla="*/ 6384246 w 7483787"/>
              <a:gd name="connsiteY12" fmla="*/ 0 h 5262979"/>
              <a:gd name="connsiteX13" fmla="*/ 7483787 w 7483787"/>
              <a:gd name="connsiteY13" fmla="*/ 0 h 5262979"/>
              <a:gd name="connsiteX14" fmla="*/ 7483787 w 7483787"/>
              <a:gd name="connsiteY14" fmla="*/ 479516 h 5262979"/>
              <a:gd name="connsiteX15" fmla="*/ 7483787 w 7483787"/>
              <a:gd name="connsiteY15" fmla="*/ 1064291 h 5262979"/>
              <a:gd name="connsiteX16" fmla="*/ 7483787 w 7483787"/>
              <a:gd name="connsiteY16" fmla="*/ 1754326 h 5262979"/>
              <a:gd name="connsiteX17" fmla="*/ 7483787 w 7483787"/>
              <a:gd name="connsiteY17" fmla="*/ 2444361 h 5262979"/>
              <a:gd name="connsiteX18" fmla="*/ 7483787 w 7483787"/>
              <a:gd name="connsiteY18" fmla="*/ 3029137 h 5262979"/>
              <a:gd name="connsiteX19" fmla="*/ 7483787 w 7483787"/>
              <a:gd name="connsiteY19" fmla="*/ 3456023 h 5262979"/>
              <a:gd name="connsiteX20" fmla="*/ 7483787 w 7483787"/>
              <a:gd name="connsiteY20" fmla="*/ 4040798 h 5262979"/>
              <a:gd name="connsiteX21" fmla="*/ 7483787 w 7483787"/>
              <a:gd name="connsiteY21" fmla="*/ 4678204 h 5262979"/>
              <a:gd name="connsiteX22" fmla="*/ 7483787 w 7483787"/>
              <a:gd name="connsiteY22" fmla="*/ 5262979 h 5262979"/>
              <a:gd name="connsiteX23" fmla="*/ 7132625 w 7483787"/>
              <a:gd name="connsiteY23" fmla="*/ 5262979 h 5262979"/>
              <a:gd name="connsiteX24" fmla="*/ 6482111 w 7483787"/>
              <a:gd name="connsiteY24" fmla="*/ 5262979 h 5262979"/>
              <a:gd name="connsiteX25" fmla="*/ 5981273 w 7483787"/>
              <a:gd name="connsiteY25" fmla="*/ 5262979 h 5262979"/>
              <a:gd name="connsiteX26" fmla="*/ 5630111 w 7483787"/>
              <a:gd name="connsiteY26" fmla="*/ 5262979 h 5262979"/>
              <a:gd name="connsiteX27" fmla="*/ 5278948 w 7483787"/>
              <a:gd name="connsiteY27" fmla="*/ 5262979 h 5262979"/>
              <a:gd name="connsiteX28" fmla="*/ 4553597 w 7483787"/>
              <a:gd name="connsiteY28" fmla="*/ 5262979 h 5262979"/>
              <a:gd name="connsiteX29" fmla="*/ 4052758 w 7483787"/>
              <a:gd name="connsiteY29" fmla="*/ 5262979 h 5262979"/>
              <a:gd name="connsiteX30" fmla="*/ 3327407 w 7483787"/>
              <a:gd name="connsiteY30" fmla="*/ 5262979 h 5262979"/>
              <a:gd name="connsiteX31" fmla="*/ 2751731 w 7483787"/>
              <a:gd name="connsiteY31" fmla="*/ 5262979 h 5262979"/>
              <a:gd name="connsiteX32" fmla="*/ 2250893 w 7483787"/>
              <a:gd name="connsiteY32" fmla="*/ 5262979 h 5262979"/>
              <a:gd name="connsiteX33" fmla="*/ 1824893 w 7483787"/>
              <a:gd name="connsiteY33" fmla="*/ 5262979 h 5262979"/>
              <a:gd name="connsiteX34" fmla="*/ 1398892 w 7483787"/>
              <a:gd name="connsiteY34" fmla="*/ 5262979 h 5262979"/>
              <a:gd name="connsiteX35" fmla="*/ 898054 w 7483787"/>
              <a:gd name="connsiteY35" fmla="*/ 5262979 h 5262979"/>
              <a:gd name="connsiteX36" fmla="*/ 0 w 7483787"/>
              <a:gd name="connsiteY36" fmla="*/ 5262979 h 5262979"/>
              <a:gd name="connsiteX37" fmla="*/ 0 w 7483787"/>
              <a:gd name="connsiteY37" fmla="*/ 4783463 h 5262979"/>
              <a:gd name="connsiteX38" fmla="*/ 0 w 7483787"/>
              <a:gd name="connsiteY38" fmla="*/ 4303947 h 5262979"/>
              <a:gd name="connsiteX39" fmla="*/ 0 w 7483787"/>
              <a:gd name="connsiteY39" fmla="*/ 3771802 h 5262979"/>
              <a:gd name="connsiteX40" fmla="*/ 0 w 7483787"/>
              <a:gd name="connsiteY40" fmla="*/ 3081767 h 5262979"/>
              <a:gd name="connsiteX41" fmla="*/ 0 w 7483787"/>
              <a:gd name="connsiteY41" fmla="*/ 2391732 h 5262979"/>
              <a:gd name="connsiteX42" fmla="*/ 0 w 7483787"/>
              <a:gd name="connsiteY42" fmla="*/ 1806956 h 5262979"/>
              <a:gd name="connsiteX43" fmla="*/ 0 w 7483787"/>
              <a:gd name="connsiteY43" fmla="*/ 1116921 h 5262979"/>
              <a:gd name="connsiteX44" fmla="*/ 0 w 7483787"/>
              <a:gd name="connsiteY44" fmla="*/ 532146 h 5262979"/>
              <a:gd name="connsiteX45" fmla="*/ 0 w 7483787"/>
              <a:gd name="connsiteY45" fmla="*/ 0 h 526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7483787" h="5262979" extrusionOk="0">
                <a:moveTo>
                  <a:pt x="0" y="0"/>
                </a:moveTo>
                <a:cubicBezTo>
                  <a:pt x="106710" y="-30109"/>
                  <a:pt x="245261" y="8808"/>
                  <a:pt x="351162" y="0"/>
                </a:cubicBezTo>
                <a:cubicBezTo>
                  <a:pt x="457063" y="-8808"/>
                  <a:pt x="762028" y="42027"/>
                  <a:pt x="1001676" y="0"/>
                </a:cubicBezTo>
                <a:cubicBezTo>
                  <a:pt x="1241324" y="-42027"/>
                  <a:pt x="1284457" y="18295"/>
                  <a:pt x="1502514" y="0"/>
                </a:cubicBezTo>
                <a:cubicBezTo>
                  <a:pt x="1720571" y="-18295"/>
                  <a:pt x="2016580" y="48340"/>
                  <a:pt x="2227866" y="0"/>
                </a:cubicBezTo>
                <a:cubicBezTo>
                  <a:pt x="2439152" y="-48340"/>
                  <a:pt x="2519225" y="12695"/>
                  <a:pt x="2728704" y="0"/>
                </a:cubicBezTo>
                <a:cubicBezTo>
                  <a:pt x="2938183" y="-12695"/>
                  <a:pt x="3045550" y="22415"/>
                  <a:pt x="3229542" y="0"/>
                </a:cubicBezTo>
                <a:cubicBezTo>
                  <a:pt x="3413534" y="-22415"/>
                  <a:pt x="3612360" y="13231"/>
                  <a:pt x="3880056" y="0"/>
                </a:cubicBezTo>
                <a:cubicBezTo>
                  <a:pt x="4147752" y="-13231"/>
                  <a:pt x="4417314" y="53841"/>
                  <a:pt x="4605407" y="0"/>
                </a:cubicBezTo>
                <a:cubicBezTo>
                  <a:pt x="4793500" y="-53841"/>
                  <a:pt x="4900693" y="4196"/>
                  <a:pt x="5031408" y="0"/>
                </a:cubicBezTo>
                <a:cubicBezTo>
                  <a:pt x="5162123" y="-4196"/>
                  <a:pt x="5388104" y="59603"/>
                  <a:pt x="5532246" y="0"/>
                </a:cubicBezTo>
                <a:cubicBezTo>
                  <a:pt x="5676388" y="-59603"/>
                  <a:pt x="5713790" y="29831"/>
                  <a:pt x="5883408" y="0"/>
                </a:cubicBezTo>
                <a:cubicBezTo>
                  <a:pt x="6053026" y="-29831"/>
                  <a:pt x="6164030" y="9502"/>
                  <a:pt x="6384246" y="0"/>
                </a:cubicBezTo>
                <a:cubicBezTo>
                  <a:pt x="6604462" y="-9502"/>
                  <a:pt x="7188162" y="39734"/>
                  <a:pt x="7483787" y="0"/>
                </a:cubicBezTo>
                <a:cubicBezTo>
                  <a:pt x="7523669" y="142779"/>
                  <a:pt x="7467638" y="371231"/>
                  <a:pt x="7483787" y="479516"/>
                </a:cubicBezTo>
                <a:cubicBezTo>
                  <a:pt x="7499936" y="587801"/>
                  <a:pt x="7436354" y="775232"/>
                  <a:pt x="7483787" y="1064291"/>
                </a:cubicBezTo>
                <a:cubicBezTo>
                  <a:pt x="7531220" y="1353351"/>
                  <a:pt x="7470905" y="1614950"/>
                  <a:pt x="7483787" y="1754326"/>
                </a:cubicBezTo>
                <a:cubicBezTo>
                  <a:pt x="7496669" y="1893703"/>
                  <a:pt x="7442651" y="2225050"/>
                  <a:pt x="7483787" y="2444361"/>
                </a:cubicBezTo>
                <a:cubicBezTo>
                  <a:pt x="7524923" y="2663672"/>
                  <a:pt x="7463314" y="2758544"/>
                  <a:pt x="7483787" y="3029137"/>
                </a:cubicBezTo>
                <a:cubicBezTo>
                  <a:pt x="7504260" y="3299730"/>
                  <a:pt x="7455516" y="3276167"/>
                  <a:pt x="7483787" y="3456023"/>
                </a:cubicBezTo>
                <a:cubicBezTo>
                  <a:pt x="7512058" y="3635879"/>
                  <a:pt x="7456079" y="3851868"/>
                  <a:pt x="7483787" y="4040798"/>
                </a:cubicBezTo>
                <a:cubicBezTo>
                  <a:pt x="7511495" y="4229728"/>
                  <a:pt x="7472998" y="4472894"/>
                  <a:pt x="7483787" y="4678204"/>
                </a:cubicBezTo>
                <a:cubicBezTo>
                  <a:pt x="7494576" y="4883514"/>
                  <a:pt x="7481139" y="5129856"/>
                  <a:pt x="7483787" y="5262979"/>
                </a:cubicBezTo>
                <a:cubicBezTo>
                  <a:pt x="7318827" y="5278097"/>
                  <a:pt x="7251066" y="5238572"/>
                  <a:pt x="7132625" y="5262979"/>
                </a:cubicBezTo>
                <a:cubicBezTo>
                  <a:pt x="7014184" y="5287386"/>
                  <a:pt x="6666469" y="5191222"/>
                  <a:pt x="6482111" y="5262979"/>
                </a:cubicBezTo>
                <a:cubicBezTo>
                  <a:pt x="6297753" y="5334736"/>
                  <a:pt x="6086003" y="5219806"/>
                  <a:pt x="5981273" y="5262979"/>
                </a:cubicBezTo>
                <a:cubicBezTo>
                  <a:pt x="5876543" y="5306152"/>
                  <a:pt x="5743392" y="5250384"/>
                  <a:pt x="5630111" y="5262979"/>
                </a:cubicBezTo>
                <a:cubicBezTo>
                  <a:pt x="5516830" y="5275574"/>
                  <a:pt x="5407380" y="5257020"/>
                  <a:pt x="5278948" y="5262979"/>
                </a:cubicBezTo>
                <a:cubicBezTo>
                  <a:pt x="5150516" y="5268938"/>
                  <a:pt x="4765220" y="5214148"/>
                  <a:pt x="4553597" y="5262979"/>
                </a:cubicBezTo>
                <a:cubicBezTo>
                  <a:pt x="4341974" y="5311810"/>
                  <a:pt x="4236978" y="5252636"/>
                  <a:pt x="4052758" y="5262979"/>
                </a:cubicBezTo>
                <a:cubicBezTo>
                  <a:pt x="3868538" y="5273322"/>
                  <a:pt x="3605495" y="5235415"/>
                  <a:pt x="3327407" y="5262979"/>
                </a:cubicBezTo>
                <a:cubicBezTo>
                  <a:pt x="3049319" y="5290543"/>
                  <a:pt x="3005249" y="5227475"/>
                  <a:pt x="2751731" y="5262979"/>
                </a:cubicBezTo>
                <a:cubicBezTo>
                  <a:pt x="2498213" y="5298483"/>
                  <a:pt x="2470213" y="5217355"/>
                  <a:pt x="2250893" y="5262979"/>
                </a:cubicBezTo>
                <a:cubicBezTo>
                  <a:pt x="2031573" y="5308603"/>
                  <a:pt x="1929295" y="5239257"/>
                  <a:pt x="1824893" y="5262979"/>
                </a:cubicBezTo>
                <a:cubicBezTo>
                  <a:pt x="1720491" y="5286701"/>
                  <a:pt x="1581052" y="5240013"/>
                  <a:pt x="1398892" y="5262979"/>
                </a:cubicBezTo>
                <a:cubicBezTo>
                  <a:pt x="1216732" y="5285945"/>
                  <a:pt x="1130450" y="5250023"/>
                  <a:pt x="898054" y="5262979"/>
                </a:cubicBezTo>
                <a:cubicBezTo>
                  <a:pt x="665658" y="5275935"/>
                  <a:pt x="275415" y="5227399"/>
                  <a:pt x="0" y="5262979"/>
                </a:cubicBezTo>
                <a:cubicBezTo>
                  <a:pt x="-6500" y="5084330"/>
                  <a:pt x="48242" y="4998004"/>
                  <a:pt x="0" y="4783463"/>
                </a:cubicBezTo>
                <a:cubicBezTo>
                  <a:pt x="-48242" y="4568922"/>
                  <a:pt x="1279" y="4455361"/>
                  <a:pt x="0" y="4303947"/>
                </a:cubicBezTo>
                <a:cubicBezTo>
                  <a:pt x="-1279" y="4152533"/>
                  <a:pt x="40682" y="3917742"/>
                  <a:pt x="0" y="3771802"/>
                </a:cubicBezTo>
                <a:cubicBezTo>
                  <a:pt x="-40682" y="3625863"/>
                  <a:pt x="5217" y="3304485"/>
                  <a:pt x="0" y="3081767"/>
                </a:cubicBezTo>
                <a:cubicBezTo>
                  <a:pt x="-5217" y="2859050"/>
                  <a:pt x="50227" y="2580860"/>
                  <a:pt x="0" y="2391732"/>
                </a:cubicBezTo>
                <a:cubicBezTo>
                  <a:pt x="-50227" y="2202605"/>
                  <a:pt x="61775" y="2063369"/>
                  <a:pt x="0" y="1806956"/>
                </a:cubicBezTo>
                <a:cubicBezTo>
                  <a:pt x="-61775" y="1550543"/>
                  <a:pt x="26123" y="1417185"/>
                  <a:pt x="0" y="1116921"/>
                </a:cubicBezTo>
                <a:cubicBezTo>
                  <a:pt x="-26123" y="816657"/>
                  <a:pt x="45881" y="698963"/>
                  <a:pt x="0" y="532146"/>
                </a:cubicBezTo>
                <a:cubicBezTo>
                  <a:pt x="-45881" y="365329"/>
                  <a:pt x="7219" y="217397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76526163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async function run() {</a:t>
            </a:r>
          </a:p>
          <a:p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await </a:t>
            </a:r>
            <a:r>
              <a:rPr lang="en-US" sz="1600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sequelize.sync</a:t>
            </a:r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 </a:t>
            </a:r>
            <a:r>
              <a:rPr lang="en-US" sz="1600" dirty="0">
                <a:solidFill>
                  <a:schemeClr val="accent5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{ force: true }</a:t>
            </a:r>
            <a:r>
              <a:rPr lang="en-US" sz="1600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endParaRPr lang="en-US" sz="1600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// 🟢 </a:t>
            </a:r>
            <a:r>
              <a:rPr lang="en-US" sz="16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1. Add 3 students</a:t>
            </a:r>
          </a:p>
          <a:p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// 👉 </a:t>
            </a:r>
            <a:r>
              <a:rPr lang="en-US" sz="1600" dirty="0">
                <a:solidFill>
                  <a:schemeClr val="accent6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TODO: Use </a:t>
            </a:r>
            <a:r>
              <a:rPr lang="en-US" sz="1600" dirty="0" err="1">
                <a:solidFill>
                  <a:schemeClr val="accent6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Student.create</a:t>
            </a:r>
            <a:r>
              <a:rPr lang="en-US" sz="1600" dirty="0">
                <a:solidFill>
                  <a:schemeClr val="accent6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 to add Alice, Bob, and Chenda</a:t>
            </a:r>
          </a:p>
          <a:p>
            <a:endParaRPr lang="en-US" sz="1600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// 🟡 </a:t>
            </a:r>
            <a:r>
              <a:rPr lang="en-US" sz="16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2. Update Bob's major to "Statistics"</a:t>
            </a:r>
          </a:p>
          <a:p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// 👉 </a:t>
            </a:r>
            <a:r>
              <a:rPr lang="en-US" sz="1600" dirty="0">
                <a:solidFill>
                  <a:schemeClr val="accent6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TODO: Find Bob by name, then update his major</a:t>
            </a:r>
          </a:p>
          <a:p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sz="1600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// 🔴 </a:t>
            </a:r>
            <a:r>
              <a:rPr lang="en-US" sz="16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3. Delete Chenda</a:t>
            </a:r>
          </a:p>
          <a:p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// 👉 </a:t>
            </a:r>
            <a:r>
              <a:rPr lang="en-US" sz="1600" dirty="0">
                <a:solidFill>
                  <a:schemeClr val="accent6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TODO: Find Chenda by name, then delete her</a:t>
            </a:r>
          </a:p>
          <a:p>
            <a:endParaRPr lang="en-US" sz="1600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endParaRPr lang="en-US" sz="1600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// 🔍 </a:t>
            </a:r>
            <a:r>
              <a:rPr lang="en-US" sz="16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4. List all students</a:t>
            </a:r>
          </a:p>
          <a:p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// 👉 </a:t>
            </a:r>
            <a:r>
              <a:rPr lang="en-US" sz="1600" dirty="0">
                <a:solidFill>
                  <a:schemeClr val="accent6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TODO: Use </a:t>
            </a:r>
            <a:r>
              <a:rPr lang="en-US" sz="1600" dirty="0" err="1">
                <a:solidFill>
                  <a:schemeClr val="accent6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findAll</a:t>
            </a:r>
            <a:r>
              <a:rPr lang="en-US" sz="1600" dirty="0">
                <a:solidFill>
                  <a:schemeClr val="accent6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 and log students (name - age - major)</a:t>
            </a:r>
          </a:p>
          <a:p>
            <a:endParaRPr lang="en-US" sz="1600" dirty="0">
              <a:solidFill>
                <a:schemeClr val="accent6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await </a:t>
            </a:r>
            <a:r>
              <a:rPr lang="en-US" sz="1600" b="1" dirty="0" err="1">
                <a:solidFill>
                  <a:schemeClr val="accent5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sequelize.close</a:t>
            </a:r>
            <a:r>
              <a:rPr lang="en-US" sz="16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</p:txBody>
      </p:sp>
      <p:sp>
        <p:nvSpPr>
          <p:cNvPr id="6" name="Google Shape;107;p2">
            <a:extLst>
              <a:ext uri="{FF2B5EF4-FFF2-40B4-BE49-F238E27FC236}">
                <a16:creationId xmlns:a16="http://schemas.microsoft.com/office/drawing/2014/main" id="{F55DFC15-6C6A-820F-9C70-4B3C1C5C4189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ACTIVITY - 3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EF1F39-96A6-86E0-4A06-852DC9B03A67}"/>
              </a:ext>
            </a:extLst>
          </p:cNvPr>
          <p:cNvSpPr txBox="1"/>
          <p:nvPr/>
        </p:nvSpPr>
        <p:spPr>
          <a:xfrm>
            <a:off x="415613" y="1123024"/>
            <a:ext cx="29591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Download the start code 3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4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 npm install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the .env file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Fill out the gap in the code to crud the students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the database is updated accordingly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D2C2C4-85AD-51DF-19E9-8EE93640B8AC}"/>
              </a:ext>
            </a:extLst>
          </p:cNvPr>
          <p:cNvSpPr txBox="1"/>
          <p:nvPr/>
        </p:nvSpPr>
        <p:spPr>
          <a:xfrm>
            <a:off x="5518046" y="6383616"/>
            <a:ext cx="5888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4"/>
                </a:solidFill>
                <a:latin typeface="Comic Sans MS" panose="030F0702030302020204" pitchFamily="66" charset="0"/>
              </a:rPr>
              <a:t>not strictly required, but it's good practice for short-lived scripts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B5F93120-FCBB-E3E1-1060-C3D1EB4CAECF}"/>
              </a:ext>
            </a:extLst>
          </p:cNvPr>
          <p:cNvCxnSpPr>
            <a:cxnSpLocks/>
            <a:stCxn id="10" idx="0"/>
          </p:cNvCxnSpPr>
          <p:nvPr/>
        </p:nvCxnSpPr>
        <p:spPr>
          <a:xfrm rot="16200000" flipV="1">
            <a:off x="7521051" y="5442145"/>
            <a:ext cx="353532" cy="1529409"/>
          </a:xfrm>
          <a:prstGeom prst="curvedConnector2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1175F64-2824-5CB4-45CE-6CAFCC9E84C5}"/>
              </a:ext>
            </a:extLst>
          </p:cNvPr>
          <p:cNvSpPr txBox="1"/>
          <p:nvPr/>
        </p:nvSpPr>
        <p:spPr>
          <a:xfrm rot="813594">
            <a:off x="9813405" y="166424"/>
            <a:ext cx="15762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4"/>
                </a:solidFill>
                <a:latin typeface="Comic Sans MS" panose="030F0702030302020204" pitchFamily="66" charset="0"/>
              </a:rPr>
              <a:t>Existing SQL tables will be removed when synchronizing models</a:t>
            </a: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D1F5DCA3-3F8F-3FFD-C871-7F4CAD90DA0C}"/>
              </a:ext>
            </a:extLst>
          </p:cNvPr>
          <p:cNvCxnSpPr>
            <a:cxnSpLocks/>
          </p:cNvCxnSpPr>
          <p:nvPr/>
        </p:nvCxnSpPr>
        <p:spPr>
          <a:xfrm rot="5400000">
            <a:off x="9388900" y="484547"/>
            <a:ext cx="321467" cy="1549705"/>
          </a:xfrm>
          <a:prstGeom prst="curvedConnector2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510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A4460-D0D6-00F5-88A3-7EE0269E0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B865F8-52A3-8370-5733-3E2BB11FDEB4}"/>
              </a:ext>
            </a:extLst>
          </p:cNvPr>
          <p:cNvSpPr txBox="1"/>
          <p:nvPr/>
        </p:nvSpPr>
        <p:spPr>
          <a:xfrm>
            <a:off x="4703354" y="41959"/>
            <a:ext cx="3420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CRUD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Students</a:t>
            </a:r>
            <a:endParaRPr lang="en-US" sz="3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29B3C-F52E-8436-6B1E-124D72FD80A0}"/>
              </a:ext>
            </a:extLst>
          </p:cNvPr>
          <p:cNvSpPr txBox="1"/>
          <p:nvPr/>
        </p:nvSpPr>
        <p:spPr>
          <a:xfrm>
            <a:off x="1049378" y="805131"/>
            <a:ext cx="10580191" cy="5755422"/>
          </a:xfrm>
          <a:custGeom>
            <a:avLst/>
            <a:gdLst>
              <a:gd name="connsiteX0" fmla="*/ 0 w 10580191"/>
              <a:gd name="connsiteY0" fmla="*/ 0 h 5755422"/>
              <a:gd name="connsiteX1" fmla="*/ 270383 w 10580191"/>
              <a:gd name="connsiteY1" fmla="*/ 0 h 5755422"/>
              <a:gd name="connsiteX2" fmla="*/ 963973 w 10580191"/>
              <a:gd name="connsiteY2" fmla="*/ 0 h 5755422"/>
              <a:gd name="connsiteX3" fmla="*/ 1445959 w 10580191"/>
              <a:gd name="connsiteY3" fmla="*/ 0 h 5755422"/>
              <a:gd name="connsiteX4" fmla="*/ 2245352 w 10580191"/>
              <a:gd name="connsiteY4" fmla="*/ 0 h 5755422"/>
              <a:gd name="connsiteX5" fmla="*/ 2727338 w 10580191"/>
              <a:gd name="connsiteY5" fmla="*/ 0 h 5755422"/>
              <a:gd name="connsiteX6" fmla="*/ 3209325 w 10580191"/>
              <a:gd name="connsiteY6" fmla="*/ 0 h 5755422"/>
              <a:gd name="connsiteX7" fmla="*/ 3902915 w 10580191"/>
              <a:gd name="connsiteY7" fmla="*/ 0 h 5755422"/>
              <a:gd name="connsiteX8" fmla="*/ 4702307 w 10580191"/>
              <a:gd name="connsiteY8" fmla="*/ 0 h 5755422"/>
              <a:gd name="connsiteX9" fmla="*/ 5078492 w 10580191"/>
              <a:gd name="connsiteY9" fmla="*/ 0 h 5755422"/>
              <a:gd name="connsiteX10" fmla="*/ 5560478 w 10580191"/>
              <a:gd name="connsiteY10" fmla="*/ 0 h 5755422"/>
              <a:gd name="connsiteX11" fmla="*/ 5830861 w 10580191"/>
              <a:gd name="connsiteY11" fmla="*/ 0 h 5755422"/>
              <a:gd name="connsiteX12" fmla="*/ 6312847 w 10580191"/>
              <a:gd name="connsiteY12" fmla="*/ 0 h 5755422"/>
              <a:gd name="connsiteX13" fmla="*/ 7112240 w 10580191"/>
              <a:gd name="connsiteY13" fmla="*/ 0 h 5755422"/>
              <a:gd name="connsiteX14" fmla="*/ 7488424 w 10580191"/>
              <a:gd name="connsiteY14" fmla="*/ 0 h 5755422"/>
              <a:gd name="connsiteX15" fmla="*/ 8287816 w 10580191"/>
              <a:gd name="connsiteY15" fmla="*/ 0 h 5755422"/>
              <a:gd name="connsiteX16" fmla="*/ 9087208 w 10580191"/>
              <a:gd name="connsiteY16" fmla="*/ 0 h 5755422"/>
              <a:gd name="connsiteX17" fmla="*/ 9463393 w 10580191"/>
              <a:gd name="connsiteY17" fmla="*/ 0 h 5755422"/>
              <a:gd name="connsiteX18" fmla="*/ 10580191 w 10580191"/>
              <a:gd name="connsiteY18" fmla="*/ 0 h 5755422"/>
              <a:gd name="connsiteX19" fmla="*/ 10580191 w 10580191"/>
              <a:gd name="connsiteY19" fmla="*/ 402880 h 5755422"/>
              <a:gd name="connsiteX20" fmla="*/ 10580191 w 10580191"/>
              <a:gd name="connsiteY20" fmla="*/ 978422 h 5755422"/>
              <a:gd name="connsiteX21" fmla="*/ 10580191 w 10580191"/>
              <a:gd name="connsiteY21" fmla="*/ 1611518 h 5755422"/>
              <a:gd name="connsiteX22" fmla="*/ 10580191 w 10580191"/>
              <a:gd name="connsiteY22" fmla="*/ 2187060 h 5755422"/>
              <a:gd name="connsiteX23" fmla="*/ 10580191 w 10580191"/>
              <a:gd name="connsiteY23" fmla="*/ 2589940 h 5755422"/>
              <a:gd name="connsiteX24" fmla="*/ 10580191 w 10580191"/>
              <a:gd name="connsiteY24" fmla="*/ 3280591 h 5755422"/>
              <a:gd name="connsiteX25" fmla="*/ 10580191 w 10580191"/>
              <a:gd name="connsiteY25" fmla="*/ 3856133 h 5755422"/>
              <a:gd name="connsiteX26" fmla="*/ 10580191 w 10580191"/>
              <a:gd name="connsiteY26" fmla="*/ 4489229 h 5755422"/>
              <a:gd name="connsiteX27" fmla="*/ 10580191 w 10580191"/>
              <a:gd name="connsiteY27" fmla="*/ 5122326 h 5755422"/>
              <a:gd name="connsiteX28" fmla="*/ 10580191 w 10580191"/>
              <a:gd name="connsiteY28" fmla="*/ 5755422 h 5755422"/>
              <a:gd name="connsiteX29" fmla="*/ 10309808 w 10580191"/>
              <a:gd name="connsiteY29" fmla="*/ 5755422 h 5755422"/>
              <a:gd name="connsiteX30" fmla="*/ 9510416 w 10580191"/>
              <a:gd name="connsiteY30" fmla="*/ 5755422 h 5755422"/>
              <a:gd name="connsiteX31" fmla="*/ 8922628 w 10580191"/>
              <a:gd name="connsiteY31" fmla="*/ 5755422 h 5755422"/>
              <a:gd name="connsiteX32" fmla="*/ 8440641 w 10580191"/>
              <a:gd name="connsiteY32" fmla="*/ 5755422 h 5755422"/>
              <a:gd name="connsiteX33" fmla="*/ 8064457 w 10580191"/>
              <a:gd name="connsiteY33" fmla="*/ 5755422 h 5755422"/>
              <a:gd name="connsiteX34" fmla="*/ 7688272 w 10580191"/>
              <a:gd name="connsiteY34" fmla="*/ 5755422 h 5755422"/>
              <a:gd name="connsiteX35" fmla="*/ 7206286 w 10580191"/>
              <a:gd name="connsiteY35" fmla="*/ 5755422 h 5755422"/>
              <a:gd name="connsiteX36" fmla="*/ 6406893 w 10580191"/>
              <a:gd name="connsiteY36" fmla="*/ 5755422 h 5755422"/>
              <a:gd name="connsiteX37" fmla="*/ 6030709 w 10580191"/>
              <a:gd name="connsiteY37" fmla="*/ 5755422 h 5755422"/>
              <a:gd name="connsiteX38" fmla="*/ 5760326 w 10580191"/>
              <a:gd name="connsiteY38" fmla="*/ 5755422 h 5755422"/>
              <a:gd name="connsiteX39" fmla="*/ 5384142 w 10580191"/>
              <a:gd name="connsiteY39" fmla="*/ 5755422 h 5755422"/>
              <a:gd name="connsiteX40" fmla="*/ 4796353 w 10580191"/>
              <a:gd name="connsiteY40" fmla="*/ 5755422 h 5755422"/>
              <a:gd name="connsiteX41" fmla="*/ 4314367 w 10580191"/>
              <a:gd name="connsiteY41" fmla="*/ 5755422 h 5755422"/>
              <a:gd name="connsiteX42" fmla="*/ 3620776 w 10580191"/>
              <a:gd name="connsiteY42" fmla="*/ 5755422 h 5755422"/>
              <a:gd name="connsiteX43" fmla="*/ 2927186 w 10580191"/>
              <a:gd name="connsiteY43" fmla="*/ 5755422 h 5755422"/>
              <a:gd name="connsiteX44" fmla="*/ 2339398 w 10580191"/>
              <a:gd name="connsiteY44" fmla="*/ 5755422 h 5755422"/>
              <a:gd name="connsiteX45" fmla="*/ 1645807 w 10580191"/>
              <a:gd name="connsiteY45" fmla="*/ 5755422 h 5755422"/>
              <a:gd name="connsiteX46" fmla="*/ 1058019 w 10580191"/>
              <a:gd name="connsiteY46" fmla="*/ 5755422 h 5755422"/>
              <a:gd name="connsiteX47" fmla="*/ 0 w 10580191"/>
              <a:gd name="connsiteY47" fmla="*/ 5755422 h 5755422"/>
              <a:gd name="connsiteX48" fmla="*/ 0 w 10580191"/>
              <a:gd name="connsiteY48" fmla="*/ 5237434 h 5755422"/>
              <a:gd name="connsiteX49" fmla="*/ 0 w 10580191"/>
              <a:gd name="connsiteY49" fmla="*/ 4604338 h 5755422"/>
              <a:gd name="connsiteX50" fmla="*/ 0 w 10580191"/>
              <a:gd name="connsiteY50" fmla="*/ 3913687 h 5755422"/>
              <a:gd name="connsiteX51" fmla="*/ 0 w 10580191"/>
              <a:gd name="connsiteY51" fmla="*/ 3338145 h 5755422"/>
              <a:gd name="connsiteX52" fmla="*/ 0 w 10580191"/>
              <a:gd name="connsiteY52" fmla="*/ 2647494 h 5755422"/>
              <a:gd name="connsiteX53" fmla="*/ 0 w 10580191"/>
              <a:gd name="connsiteY53" fmla="*/ 2244615 h 5755422"/>
              <a:gd name="connsiteX54" fmla="*/ 0 w 10580191"/>
              <a:gd name="connsiteY54" fmla="*/ 1726627 h 5755422"/>
              <a:gd name="connsiteX55" fmla="*/ 0 w 10580191"/>
              <a:gd name="connsiteY55" fmla="*/ 1093530 h 5755422"/>
              <a:gd name="connsiteX56" fmla="*/ 0 w 10580191"/>
              <a:gd name="connsiteY56" fmla="*/ 633096 h 5755422"/>
              <a:gd name="connsiteX57" fmla="*/ 0 w 10580191"/>
              <a:gd name="connsiteY57" fmla="*/ 0 h 575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0580191" h="5755422" extrusionOk="0">
                <a:moveTo>
                  <a:pt x="0" y="0"/>
                </a:moveTo>
                <a:cubicBezTo>
                  <a:pt x="102637" y="-9668"/>
                  <a:pt x="154983" y="13451"/>
                  <a:pt x="270383" y="0"/>
                </a:cubicBezTo>
                <a:cubicBezTo>
                  <a:pt x="385783" y="-13451"/>
                  <a:pt x="657687" y="61690"/>
                  <a:pt x="963973" y="0"/>
                </a:cubicBezTo>
                <a:cubicBezTo>
                  <a:pt x="1270259" y="-61690"/>
                  <a:pt x="1272596" y="32017"/>
                  <a:pt x="1445959" y="0"/>
                </a:cubicBezTo>
                <a:cubicBezTo>
                  <a:pt x="1619322" y="-32017"/>
                  <a:pt x="1897036" y="32562"/>
                  <a:pt x="2245352" y="0"/>
                </a:cubicBezTo>
                <a:cubicBezTo>
                  <a:pt x="2593668" y="-32562"/>
                  <a:pt x="2611701" y="16446"/>
                  <a:pt x="2727338" y="0"/>
                </a:cubicBezTo>
                <a:cubicBezTo>
                  <a:pt x="2842975" y="-16446"/>
                  <a:pt x="3083690" y="24843"/>
                  <a:pt x="3209325" y="0"/>
                </a:cubicBezTo>
                <a:cubicBezTo>
                  <a:pt x="3334960" y="-24843"/>
                  <a:pt x="3650952" y="16776"/>
                  <a:pt x="3902915" y="0"/>
                </a:cubicBezTo>
                <a:cubicBezTo>
                  <a:pt x="4154878" y="-16776"/>
                  <a:pt x="4524966" y="15369"/>
                  <a:pt x="4702307" y="0"/>
                </a:cubicBezTo>
                <a:cubicBezTo>
                  <a:pt x="4879648" y="-15369"/>
                  <a:pt x="4987035" y="38889"/>
                  <a:pt x="5078492" y="0"/>
                </a:cubicBezTo>
                <a:cubicBezTo>
                  <a:pt x="5169949" y="-38889"/>
                  <a:pt x="5399105" y="55653"/>
                  <a:pt x="5560478" y="0"/>
                </a:cubicBezTo>
                <a:cubicBezTo>
                  <a:pt x="5721851" y="-55653"/>
                  <a:pt x="5735979" y="26234"/>
                  <a:pt x="5830861" y="0"/>
                </a:cubicBezTo>
                <a:cubicBezTo>
                  <a:pt x="5925743" y="-26234"/>
                  <a:pt x="6082158" y="21161"/>
                  <a:pt x="6312847" y="0"/>
                </a:cubicBezTo>
                <a:cubicBezTo>
                  <a:pt x="6543536" y="-21161"/>
                  <a:pt x="6884041" y="37602"/>
                  <a:pt x="7112240" y="0"/>
                </a:cubicBezTo>
                <a:cubicBezTo>
                  <a:pt x="7340439" y="-37602"/>
                  <a:pt x="7395739" y="4344"/>
                  <a:pt x="7488424" y="0"/>
                </a:cubicBezTo>
                <a:cubicBezTo>
                  <a:pt x="7581109" y="-4344"/>
                  <a:pt x="8072452" y="51023"/>
                  <a:pt x="8287816" y="0"/>
                </a:cubicBezTo>
                <a:cubicBezTo>
                  <a:pt x="8503180" y="-51023"/>
                  <a:pt x="8834466" y="43811"/>
                  <a:pt x="9087208" y="0"/>
                </a:cubicBezTo>
                <a:cubicBezTo>
                  <a:pt x="9339950" y="-43811"/>
                  <a:pt x="9302179" y="26038"/>
                  <a:pt x="9463393" y="0"/>
                </a:cubicBezTo>
                <a:cubicBezTo>
                  <a:pt x="9624608" y="-26038"/>
                  <a:pt x="10286272" y="99425"/>
                  <a:pt x="10580191" y="0"/>
                </a:cubicBezTo>
                <a:cubicBezTo>
                  <a:pt x="10607178" y="116649"/>
                  <a:pt x="10572117" y="275718"/>
                  <a:pt x="10580191" y="402880"/>
                </a:cubicBezTo>
                <a:cubicBezTo>
                  <a:pt x="10588265" y="530042"/>
                  <a:pt x="10575992" y="831691"/>
                  <a:pt x="10580191" y="978422"/>
                </a:cubicBezTo>
                <a:cubicBezTo>
                  <a:pt x="10584390" y="1125153"/>
                  <a:pt x="10565406" y="1389303"/>
                  <a:pt x="10580191" y="1611518"/>
                </a:cubicBezTo>
                <a:cubicBezTo>
                  <a:pt x="10594976" y="1833733"/>
                  <a:pt x="10549267" y="2037083"/>
                  <a:pt x="10580191" y="2187060"/>
                </a:cubicBezTo>
                <a:cubicBezTo>
                  <a:pt x="10611115" y="2337037"/>
                  <a:pt x="10556808" y="2450006"/>
                  <a:pt x="10580191" y="2589940"/>
                </a:cubicBezTo>
                <a:cubicBezTo>
                  <a:pt x="10603574" y="2729874"/>
                  <a:pt x="10523892" y="3021844"/>
                  <a:pt x="10580191" y="3280591"/>
                </a:cubicBezTo>
                <a:cubicBezTo>
                  <a:pt x="10636490" y="3539338"/>
                  <a:pt x="10539829" y="3667431"/>
                  <a:pt x="10580191" y="3856133"/>
                </a:cubicBezTo>
                <a:cubicBezTo>
                  <a:pt x="10620553" y="4044835"/>
                  <a:pt x="10554866" y="4301763"/>
                  <a:pt x="10580191" y="4489229"/>
                </a:cubicBezTo>
                <a:cubicBezTo>
                  <a:pt x="10605516" y="4676695"/>
                  <a:pt x="10517520" y="4940375"/>
                  <a:pt x="10580191" y="5122326"/>
                </a:cubicBezTo>
                <a:cubicBezTo>
                  <a:pt x="10642862" y="5304277"/>
                  <a:pt x="10572456" y="5502806"/>
                  <a:pt x="10580191" y="5755422"/>
                </a:cubicBezTo>
                <a:cubicBezTo>
                  <a:pt x="10517844" y="5774928"/>
                  <a:pt x="10388478" y="5725096"/>
                  <a:pt x="10309808" y="5755422"/>
                </a:cubicBezTo>
                <a:cubicBezTo>
                  <a:pt x="10231138" y="5785748"/>
                  <a:pt x="9749045" y="5713233"/>
                  <a:pt x="9510416" y="5755422"/>
                </a:cubicBezTo>
                <a:cubicBezTo>
                  <a:pt x="9271787" y="5797611"/>
                  <a:pt x="9075618" y="5749421"/>
                  <a:pt x="8922628" y="5755422"/>
                </a:cubicBezTo>
                <a:cubicBezTo>
                  <a:pt x="8769638" y="5761423"/>
                  <a:pt x="8643459" y="5751582"/>
                  <a:pt x="8440641" y="5755422"/>
                </a:cubicBezTo>
                <a:cubicBezTo>
                  <a:pt x="8237823" y="5759262"/>
                  <a:pt x="8173874" y="5728394"/>
                  <a:pt x="8064457" y="5755422"/>
                </a:cubicBezTo>
                <a:cubicBezTo>
                  <a:pt x="7955040" y="5782450"/>
                  <a:pt x="7849333" y="5727545"/>
                  <a:pt x="7688272" y="5755422"/>
                </a:cubicBezTo>
                <a:cubicBezTo>
                  <a:pt x="7527212" y="5783299"/>
                  <a:pt x="7376207" y="5715921"/>
                  <a:pt x="7206286" y="5755422"/>
                </a:cubicBezTo>
                <a:cubicBezTo>
                  <a:pt x="7036365" y="5794923"/>
                  <a:pt x="6709199" y="5718991"/>
                  <a:pt x="6406893" y="5755422"/>
                </a:cubicBezTo>
                <a:cubicBezTo>
                  <a:pt x="6104587" y="5791853"/>
                  <a:pt x="6151843" y="5754545"/>
                  <a:pt x="6030709" y="5755422"/>
                </a:cubicBezTo>
                <a:cubicBezTo>
                  <a:pt x="5909575" y="5756299"/>
                  <a:pt x="5885846" y="5743456"/>
                  <a:pt x="5760326" y="5755422"/>
                </a:cubicBezTo>
                <a:cubicBezTo>
                  <a:pt x="5634806" y="5767388"/>
                  <a:pt x="5540820" y="5743346"/>
                  <a:pt x="5384142" y="5755422"/>
                </a:cubicBezTo>
                <a:cubicBezTo>
                  <a:pt x="5227464" y="5767498"/>
                  <a:pt x="5027599" y="5722969"/>
                  <a:pt x="4796353" y="5755422"/>
                </a:cubicBezTo>
                <a:cubicBezTo>
                  <a:pt x="4565107" y="5787875"/>
                  <a:pt x="4518024" y="5718039"/>
                  <a:pt x="4314367" y="5755422"/>
                </a:cubicBezTo>
                <a:cubicBezTo>
                  <a:pt x="4110710" y="5792805"/>
                  <a:pt x="3840258" y="5721192"/>
                  <a:pt x="3620776" y="5755422"/>
                </a:cubicBezTo>
                <a:cubicBezTo>
                  <a:pt x="3401294" y="5789652"/>
                  <a:pt x="3068381" y="5682047"/>
                  <a:pt x="2927186" y="5755422"/>
                </a:cubicBezTo>
                <a:cubicBezTo>
                  <a:pt x="2785991" y="5828797"/>
                  <a:pt x="2553769" y="5701704"/>
                  <a:pt x="2339398" y="5755422"/>
                </a:cubicBezTo>
                <a:cubicBezTo>
                  <a:pt x="2125027" y="5809140"/>
                  <a:pt x="1887091" y="5728915"/>
                  <a:pt x="1645807" y="5755422"/>
                </a:cubicBezTo>
                <a:cubicBezTo>
                  <a:pt x="1404523" y="5781929"/>
                  <a:pt x="1334914" y="5693582"/>
                  <a:pt x="1058019" y="5755422"/>
                </a:cubicBezTo>
                <a:cubicBezTo>
                  <a:pt x="781124" y="5817262"/>
                  <a:pt x="249595" y="5692956"/>
                  <a:pt x="0" y="5755422"/>
                </a:cubicBezTo>
                <a:cubicBezTo>
                  <a:pt x="-35700" y="5647984"/>
                  <a:pt x="11472" y="5394351"/>
                  <a:pt x="0" y="5237434"/>
                </a:cubicBezTo>
                <a:cubicBezTo>
                  <a:pt x="-11472" y="5080517"/>
                  <a:pt x="54909" y="4857784"/>
                  <a:pt x="0" y="4604338"/>
                </a:cubicBezTo>
                <a:cubicBezTo>
                  <a:pt x="-54909" y="4350892"/>
                  <a:pt x="28278" y="4176397"/>
                  <a:pt x="0" y="3913687"/>
                </a:cubicBezTo>
                <a:cubicBezTo>
                  <a:pt x="-28278" y="3650977"/>
                  <a:pt x="12057" y="3555358"/>
                  <a:pt x="0" y="3338145"/>
                </a:cubicBezTo>
                <a:cubicBezTo>
                  <a:pt x="-12057" y="3120932"/>
                  <a:pt x="19086" y="2960834"/>
                  <a:pt x="0" y="2647494"/>
                </a:cubicBezTo>
                <a:cubicBezTo>
                  <a:pt x="-19086" y="2334154"/>
                  <a:pt x="40786" y="2372676"/>
                  <a:pt x="0" y="2244615"/>
                </a:cubicBezTo>
                <a:cubicBezTo>
                  <a:pt x="-40786" y="2116554"/>
                  <a:pt x="24136" y="1979202"/>
                  <a:pt x="0" y="1726627"/>
                </a:cubicBezTo>
                <a:cubicBezTo>
                  <a:pt x="-24136" y="1474052"/>
                  <a:pt x="26635" y="1361979"/>
                  <a:pt x="0" y="1093530"/>
                </a:cubicBezTo>
                <a:cubicBezTo>
                  <a:pt x="-26635" y="825081"/>
                  <a:pt x="54367" y="820571"/>
                  <a:pt x="0" y="633096"/>
                </a:cubicBezTo>
                <a:cubicBezTo>
                  <a:pt x="-54367" y="445621"/>
                  <a:pt x="45979" y="291146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76526163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solidFill>
                  <a:schemeClr val="accent6"/>
                </a:solidFill>
                <a:latin typeface="Consolas" panose="020B0609020204030204" pitchFamily="49" charset="0"/>
              </a:rPr>
              <a:t>  // </a:t>
            </a:r>
            <a:r>
              <a:rPr lang="en-US" sz="1600" b="1" dirty="0">
                <a:solidFill>
                  <a:schemeClr val="accent6"/>
                </a:solidFill>
                <a:latin typeface="Consolas" panose="020B0609020204030204" pitchFamily="49" charset="0"/>
              </a:rPr>
              <a:t>1. Add 3 students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Student.create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latin typeface="Consolas" panose="020B0609020204030204" pitchFamily="49" charset="0"/>
              </a:rPr>
              <a:t>{ name: "Alice", age: 20, major: "Computer Science" }</a:t>
            </a:r>
            <a:r>
              <a:rPr lang="en-US" sz="1600" b="1" dirty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Student.create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name: "Bob", age: 21, major: "Computer Science" }</a:t>
            </a:r>
            <a:r>
              <a:rPr lang="en-US" sz="1600" b="1" dirty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Student.create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latin typeface="Consolas" panose="020B0609020204030204" pitchFamily="49" charset="0"/>
              </a:rPr>
              <a:t>{ name: "Chenda", age: 22, major: "Computer SS" });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solidFill>
                  <a:schemeClr val="accent6"/>
                </a:solidFill>
                <a:latin typeface="Consolas" panose="020B0609020204030204" pitchFamily="49" charset="0"/>
              </a:rPr>
              <a:t>  // </a:t>
            </a:r>
            <a:r>
              <a:rPr lang="en-US" sz="1600" b="1" dirty="0">
                <a:solidFill>
                  <a:schemeClr val="accent6"/>
                </a:solidFill>
                <a:latin typeface="Consolas" panose="020B0609020204030204" pitchFamily="49" charset="0"/>
              </a:rPr>
              <a:t>2. Update Bob's major to "Statistics"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const bob = </a:t>
            </a:r>
            <a:r>
              <a:rPr lang="en-US" sz="1600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Student.findOne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({ where: { name: "Bob" } });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</a:t>
            </a:r>
            <a:r>
              <a:rPr lang="en-US" sz="1600" dirty="0" err="1">
                <a:latin typeface="Consolas" panose="020B0609020204030204" pitchFamily="49" charset="0"/>
              </a:rPr>
              <a:t>bob.major</a:t>
            </a:r>
            <a:r>
              <a:rPr lang="en-US" sz="1600" dirty="0">
                <a:latin typeface="Consolas" panose="020B0609020204030204" pitchFamily="49" charset="0"/>
              </a:rPr>
              <a:t> = "Statistics";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bob.save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solidFill>
                  <a:schemeClr val="accent6"/>
                </a:solidFill>
                <a:latin typeface="Consolas" panose="020B0609020204030204" pitchFamily="49" charset="0"/>
              </a:rPr>
              <a:t>  // </a:t>
            </a:r>
            <a:r>
              <a:rPr lang="en-US" sz="1600" b="1" dirty="0">
                <a:solidFill>
                  <a:schemeClr val="accent6"/>
                </a:solidFill>
                <a:latin typeface="Consolas" panose="020B0609020204030204" pitchFamily="49" charset="0"/>
              </a:rPr>
              <a:t>3. Delete Chenda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const </a:t>
            </a:r>
            <a:r>
              <a:rPr lang="en-US" sz="1600" dirty="0" err="1">
                <a:latin typeface="Consolas" panose="020B0609020204030204" pitchFamily="49" charset="0"/>
              </a:rPr>
              <a:t>chenda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Student.findOne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({ where: { name: "Chenda" } });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chenda.destroy</a:t>
            </a:r>
            <a:r>
              <a:rPr lang="en-US" sz="1600" dirty="0">
                <a:latin typeface="Consolas" panose="020B0609020204030204" pitchFamily="49" charset="0"/>
              </a:rPr>
              <a:t>();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solidFill>
                  <a:schemeClr val="accent6"/>
                </a:solidFill>
                <a:latin typeface="Consolas" panose="020B0609020204030204" pitchFamily="49" charset="0"/>
              </a:rPr>
              <a:t>  // </a:t>
            </a:r>
            <a:r>
              <a:rPr lang="en-US" sz="1600" b="1" dirty="0">
                <a:solidFill>
                  <a:schemeClr val="accent6"/>
                </a:solidFill>
                <a:latin typeface="Consolas" panose="020B0609020204030204" pitchFamily="49" charset="0"/>
              </a:rPr>
              <a:t>4. List all students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const students = </a:t>
            </a:r>
            <a:r>
              <a:rPr lang="en-US" sz="1600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Student.findAll</a:t>
            </a:r>
            <a:r>
              <a:rPr lang="en-US" sz="16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for (const student of students)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  console.log(` Student ${student.name} - Age:  ${</a:t>
            </a:r>
            <a:r>
              <a:rPr lang="en-US" sz="1600" dirty="0" err="1">
                <a:latin typeface="Consolas" panose="020B0609020204030204" pitchFamily="49" charset="0"/>
              </a:rPr>
              <a:t>student.age</a:t>
            </a:r>
            <a:r>
              <a:rPr lang="en-US" sz="1600" dirty="0">
                <a:latin typeface="Consolas" panose="020B0609020204030204" pitchFamily="49" charset="0"/>
              </a:rPr>
              <a:t>}}`);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1B71FED3-4061-5948-875E-562A949AEA0D}"/>
              </a:ext>
            </a:extLst>
          </p:cNvPr>
          <p:cNvSpPr txBox="1"/>
          <p:nvPr/>
        </p:nvSpPr>
        <p:spPr>
          <a:xfrm rot="20091581">
            <a:off x="182274" y="620465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44091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0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0B28FE-5675-8198-A716-98FBF6C78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99"/>
            <a:ext cx="12192000" cy="6400801"/>
          </a:xfrm>
          <a:prstGeom prst="rect">
            <a:avLst/>
          </a:prstGeom>
        </p:spPr>
      </p:pic>
      <p:sp>
        <p:nvSpPr>
          <p:cNvPr id="5" name="Google Shape;111;p2">
            <a:extLst>
              <a:ext uri="{FF2B5EF4-FFF2-40B4-BE49-F238E27FC236}">
                <a16:creationId xmlns:a16="http://schemas.microsoft.com/office/drawing/2014/main" id="{823FBFC6-5A4A-676A-2E7C-350EE7B99CD0}"/>
              </a:ext>
            </a:extLst>
          </p:cNvPr>
          <p:cNvSpPr txBox="1"/>
          <p:nvPr/>
        </p:nvSpPr>
        <p:spPr>
          <a:xfrm rot="20299114">
            <a:off x="4333993" y="429802"/>
            <a:ext cx="2130092" cy="9232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54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lang="en-US" sz="54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11;p2">
            <a:extLst>
              <a:ext uri="{FF2B5EF4-FFF2-40B4-BE49-F238E27FC236}">
                <a16:creationId xmlns:a16="http://schemas.microsoft.com/office/drawing/2014/main" id="{8CAE7EDE-0D5D-59BB-AF17-33B8CC3B9559}"/>
              </a:ext>
            </a:extLst>
          </p:cNvPr>
          <p:cNvSpPr txBox="1"/>
          <p:nvPr/>
        </p:nvSpPr>
        <p:spPr>
          <a:xfrm rot="1098843">
            <a:off x="6523092" y="861504"/>
            <a:ext cx="4254841" cy="9232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54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SEQUILIZER</a:t>
            </a:r>
            <a:endParaRPr lang="en-US" sz="54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2107E6CA-3FD3-BC68-742F-D7C81BC9381F}"/>
              </a:ext>
            </a:extLst>
          </p:cNvPr>
          <p:cNvSpPr txBox="1"/>
          <p:nvPr/>
        </p:nvSpPr>
        <p:spPr>
          <a:xfrm rot="21208113">
            <a:off x="9078327" y="2209058"/>
            <a:ext cx="2254375" cy="9232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54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CRUD</a:t>
            </a:r>
            <a:endParaRPr lang="en-US" sz="54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6411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D0765-AC5A-05B9-5F8C-D0C4B8A80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FF3E91B3-E29B-2513-3FF9-65012053B399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95D70469-A44F-48BA-7D69-06FD18A39520}"/>
              </a:ext>
            </a:extLst>
          </p:cNvPr>
          <p:cNvSpPr txBox="1"/>
          <p:nvPr/>
        </p:nvSpPr>
        <p:spPr>
          <a:xfrm>
            <a:off x="1047919" y="1216025"/>
            <a:ext cx="990657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will happen if you call build() but never call save()?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626AF9-0F05-6860-9609-042BE09C877C}"/>
              </a:ext>
            </a:extLst>
          </p:cNvPr>
          <p:cNvSpPr txBox="1"/>
          <p:nvPr/>
        </p:nvSpPr>
        <p:spPr>
          <a:xfrm>
            <a:off x="939800" y="2446398"/>
            <a:ext cx="103124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instance is immediately stored in the database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instance is validated and stored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instance is created only in memory and not saved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will throw an error</a:t>
            </a:r>
          </a:p>
        </p:txBody>
      </p:sp>
    </p:spTree>
    <p:extLst>
      <p:ext uri="{BB962C8B-B14F-4D97-AF65-F5344CB8AC3E}">
        <p14:creationId xmlns:p14="http://schemas.microsoft.com/office/powerpoint/2010/main" val="4091423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5FB0B-A892-3B2A-9F73-6079AEC2E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F045BE7A-B17A-C4D4-D78C-FEA03A4D4A5F}"/>
              </a:ext>
            </a:extLst>
          </p:cNvPr>
          <p:cNvSpPr txBox="1"/>
          <p:nvPr/>
        </p:nvSpPr>
        <p:spPr>
          <a:xfrm>
            <a:off x="1047919" y="1216025"/>
            <a:ext cx="990657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will happen if you call build() but never call save()?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607262-C772-6FBE-6EA9-5582A2D604FB}"/>
              </a:ext>
            </a:extLst>
          </p:cNvPr>
          <p:cNvSpPr txBox="1"/>
          <p:nvPr/>
        </p:nvSpPr>
        <p:spPr>
          <a:xfrm>
            <a:off x="939800" y="2446398"/>
            <a:ext cx="103124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instance is immediately stored in the database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instance is validated and stored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instance is created only in memory and not saved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will throw an error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80A8202F-C8B8-A26F-A38A-E7AA7F4EADEC}"/>
              </a:ext>
            </a:extLst>
          </p:cNvPr>
          <p:cNvSpPr txBox="1"/>
          <p:nvPr/>
        </p:nvSpPr>
        <p:spPr>
          <a:xfrm rot="20091581">
            <a:off x="232638" y="667338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EFA4495-F55A-A697-E6D4-9773E210A4F7}"/>
              </a:ext>
            </a:extLst>
          </p:cNvPr>
          <p:cNvSpPr/>
          <p:nvPr/>
        </p:nvSpPr>
        <p:spPr>
          <a:xfrm>
            <a:off x="759382" y="3878580"/>
            <a:ext cx="680720" cy="68072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44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11D40-2DDF-5119-6E12-F1F11FA8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0C4A5290-379C-D5FE-7E12-79ED269742DE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C1101490-E1E2-C5A4-1079-650A2B8503BA}"/>
              </a:ext>
            </a:extLst>
          </p:cNvPr>
          <p:cNvSpPr txBox="1"/>
          <p:nvPr/>
        </p:nvSpPr>
        <p:spPr>
          <a:xfrm>
            <a:off x="745752" y="1216025"/>
            <a:ext cx="1070049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Which code correctly updates a student’s major in Sequelize?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C5C114-5338-F219-1D31-DC045E8FAE8E}"/>
              </a:ext>
            </a:extLst>
          </p:cNvPr>
          <p:cNvSpPr txBox="1"/>
          <p:nvPr/>
        </p:nvSpPr>
        <p:spPr>
          <a:xfrm>
            <a:off x="939800" y="2446398"/>
            <a:ext cx="103124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student.update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({ major: 'Math' });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Student.update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({ major: 'Math' });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student.set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(major: 'Math');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student set major = 'Math';</a:t>
            </a:r>
          </a:p>
        </p:txBody>
      </p:sp>
    </p:spTree>
    <p:extLst>
      <p:ext uri="{BB962C8B-B14F-4D97-AF65-F5344CB8AC3E}">
        <p14:creationId xmlns:p14="http://schemas.microsoft.com/office/powerpoint/2010/main" val="216904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A4B79-7DF4-C217-47B2-2F82D10B5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2D52BEFF-5E4C-0A1A-8EA6-88E0A325A49D}"/>
              </a:ext>
            </a:extLst>
          </p:cNvPr>
          <p:cNvSpPr txBox="1"/>
          <p:nvPr/>
        </p:nvSpPr>
        <p:spPr>
          <a:xfrm>
            <a:off x="745752" y="1216025"/>
            <a:ext cx="1070049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Which code correctly updates a student’s major in Sequelize?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A3BBB5-6E6C-94BF-452C-EF7F6321DF01}"/>
              </a:ext>
            </a:extLst>
          </p:cNvPr>
          <p:cNvSpPr txBox="1"/>
          <p:nvPr/>
        </p:nvSpPr>
        <p:spPr>
          <a:xfrm>
            <a:off x="939800" y="2446398"/>
            <a:ext cx="103124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student.update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({ major: 'Math' });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Student.update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({ major: 'Math' });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student.set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(major: 'Math');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student set major = 'Math';</a:t>
            </a:r>
          </a:p>
        </p:txBody>
      </p:sp>
      <p:sp>
        <p:nvSpPr>
          <p:cNvPr id="5" name="Google Shape;107;p2">
            <a:extLst>
              <a:ext uri="{FF2B5EF4-FFF2-40B4-BE49-F238E27FC236}">
                <a16:creationId xmlns:a16="http://schemas.microsoft.com/office/drawing/2014/main" id="{B4E63CEB-38F9-EB20-BEA4-79BA72B7B6F0}"/>
              </a:ext>
            </a:extLst>
          </p:cNvPr>
          <p:cNvSpPr txBox="1"/>
          <p:nvPr/>
        </p:nvSpPr>
        <p:spPr>
          <a:xfrm rot="20091581">
            <a:off x="232638" y="667338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907D0E-915A-D1C1-95BC-DC0081A81CEF}"/>
              </a:ext>
            </a:extLst>
          </p:cNvPr>
          <p:cNvSpPr/>
          <p:nvPr/>
        </p:nvSpPr>
        <p:spPr>
          <a:xfrm>
            <a:off x="745752" y="2446398"/>
            <a:ext cx="680720" cy="68072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85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D6917-435F-27A5-C498-3078DC0A4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D0C600DE-A4AC-9428-185E-6E1731B1850C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53648DAC-18FA-19EC-1CA9-08EAE3D50BAC}"/>
              </a:ext>
            </a:extLst>
          </p:cNvPr>
          <p:cNvSpPr txBox="1"/>
          <p:nvPr/>
        </p:nvSpPr>
        <p:spPr>
          <a:xfrm>
            <a:off x="745752" y="733425"/>
            <a:ext cx="10700495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happens if you create a student without a required field like generation 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3F94E9-8684-E93D-E97A-023C1F0931EF}"/>
              </a:ext>
            </a:extLst>
          </p:cNvPr>
          <p:cNvSpPr txBox="1"/>
          <p:nvPr/>
        </p:nvSpPr>
        <p:spPr>
          <a:xfrm>
            <a:off x="939800" y="2446398"/>
            <a:ext cx="103124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creates the student with default generation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Sequelize fills it with 0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validation error is thrown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student is skipped silently</a:t>
            </a:r>
          </a:p>
        </p:txBody>
      </p:sp>
    </p:spTree>
    <p:extLst>
      <p:ext uri="{BB962C8B-B14F-4D97-AF65-F5344CB8AC3E}">
        <p14:creationId xmlns:p14="http://schemas.microsoft.com/office/powerpoint/2010/main" val="42104154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D26E5-6053-3CF2-A9D0-67E2BB396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F6B6E3CF-B737-23B1-B1E4-CA44CE3B58FD}"/>
              </a:ext>
            </a:extLst>
          </p:cNvPr>
          <p:cNvSpPr txBox="1"/>
          <p:nvPr/>
        </p:nvSpPr>
        <p:spPr>
          <a:xfrm>
            <a:off x="1803400" y="733425"/>
            <a:ext cx="9642847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happens if you create a student without a required field like generation 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43297-70F8-242E-2610-D3C844880852}"/>
              </a:ext>
            </a:extLst>
          </p:cNvPr>
          <p:cNvSpPr txBox="1"/>
          <p:nvPr/>
        </p:nvSpPr>
        <p:spPr>
          <a:xfrm>
            <a:off x="939800" y="2446398"/>
            <a:ext cx="103124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creates the student with default generation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Sequelize fills it with 0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validation error is thrown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student is skipped silently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DD67E80D-868A-6EB9-CC17-A1303E603394}"/>
              </a:ext>
            </a:extLst>
          </p:cNvPr>
          <p:cNvSpPr txBox="1"/>
          <p:nvPr/>
        </p:nvSpPr>
        <p:spPr>
          <a:xfrm rot="20091581">
            <a:off x="232638" y="667338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F0BDAB5-BEB9-352E-E0AB-E631126CD2C9}"/>
              </a:ext>
            </a:extLst>
          </p:cNvPr>
          <p:cNvSpPr/>
          <p:nvPr/>
        </p:nvSpPr>
        <p:spPr>
          <a:xfrm>
            <a:off x="759382" y="3843398"/>
            <a:ext cx="680720" cy="68072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589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2D7EF-E637-E4F0-5B68-F312BE2D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01043A7-AE4E-8787-BCB1-05310399B56E}"/>
              </a:ext>
            </a:extLst>
          </p:cNvPr>
          <p:cNvSpPr txBox="1"/>
          <p:nvPr/>
        </p:nvSpPr>
        <p:spPr>
          <a:xfrm>
            <a:off x="3970364" y="375471"/>
            <a:ext cx="45000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39D61C-AE08-7BD7-6DD1-86E9585CB02C}"/>
              </a:ext>
            </a:extLst>
          </p:cNvPr>
          <p:cNvSpPr/>
          <p:nvPr/>
        </p:nvSpPr>
        <p:spPr>
          <a:xfrm>
            <a:off x="285751" y="400602"/>
            <a:ext cx="2095838" cy="3441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A325F-0892-D7CA-0710-B822CEC3CD21}"/>
              </a:ext>
            </a:extLst>
          </p:cNvPr>
          <p:cNvSpPr txBox="1"/>
          <p:nvPr/>
        </p:nvSpPr>
        <p:spPr>
          <a:xfrm>
            <a:off x="1722118" y="1245282"/>
            <a:ext cx="9425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Sequelize supports the standard 3  types of </a:t>
            </a:r>
            <a:r>
              <a:rPr lang="en-US" sz="28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2-ways</a:t>
            </a:r>
            <a:r>
              <a:rPr lang="en-US" sz="28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C7701E-C6DA-F6DD-73B4-596AF54CAC1C}"/>
              </a:ext>
            </a:extLst>
          </p:cNvPr>
          <p:cNvSpPr/>
          <p:nvPr/>
        </p:nvSpPr>
        <p:spPr>
          <a:xfrm>
            <a:off x="1149350" y="3429000"/>
            <a:ext cx="647700" cy="647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F42A4A-4A8C-0614-724A-9F063EA63762}"/>
              </a:ext>
            </a:extLst>
          </p:cNvPr>
          <p:cNvSpPr/>
          <p:nvPr/>
        </p:nvSpPr>
        <p:spPr>
          <a:xfrm>
            <a:off x="2819400" y="3429000"/>
            <a:ext cx="647700" cy="64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D92DEC-7C7E-3302-ED72-969D890A1AE3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1797050" y="3752850"/>
            <a:ext cx="10223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927C1AB-C84A-BD3E-BA20-1F30CC4AA0BA}"/>
              </a:ext>
            </a:extLst>
          </p:cNvPr>
          <p:cNvSpPr txBox="1"/>
          <p:nvPr/>
        </p:nvSpPr>
        <p:spPr>
          <a:xfrm>
            <a:off x="1802417" y="3429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C844DE-8737-46AF-2918-EFACAE85A983}"/>
              </a:ext>
            </a:extLst>
          </p:cNvPr>
          <p:cNvSpPr txBox="1"/>
          <p:nvPr/>
        </p:nvSpPr>
        <p:spPr>
          <a:xfrm>
            <a:off x="2499585" y="3429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34F91B-4318-48FF-4745-62D543A6EE93}"/>
              </a:ext>
            </a:extLst>
          </p:cNvPr>
          <p:cNvSpPr/>
          <p:nvPr/>
        </p:nvSpPr>
        <p:spPr>
          <a:xfrm>
            <a:off x="4939384" y="3538348"/>
            <a:ext cx="647700" cy="647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63A5610-B1B7-BD18-33A9-48688F1A532F}"/>
              </a:ext>
            </a:extLst>
          </p:cNvPr>
          <p:cNvSpPr/>
          <p:nvPr/>
        </p:nvSpPr>
        <p:spPr>
          <a:xfrm>
            <a:off x="6609434" y="3538348"/>
            <a:ext cx="647700" cy="64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873DE0A-2BD9-6385-9BD2-E77BCBA77593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5587084" y="3862198"/>
            <a:ext cx="10223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0F9AFCC-C454-2205-9EF7-FB2041D6DE7F}"/>
              </a:ext>
            </a:extLst>
          </p:cNvPr>
          <p:cNvSpPr txBox="1"/>
          <p:nvPr/>
        </p:nvSpPr>
        <p:spPr>
          <a:xfrm>
            <a:off x="5592451" y="35383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83F535-0B8F-6ED7-843D-2F0D08DEDD99}"/>
              </a:ext>
            </a:extLst>
          </p:cNvPr>
          <p:cNvSpPr txBox="1"/>
          <p:nvPr/>
        </p:nvSpPr>
        <p:spPr>
          <a:xfrm>
            <a:off x="6289619" y="353834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*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EFCB0D-ADE9-7657-3859-15E29F2DE645}"/>
              </a:ext>
            </a:extLst>
          </p:cNvPr>
          <p:cNvSpPr/>
          <p:nvPr/>
        </p:nvSpPr>
        <p:spPr>
          <a:xfrm>
            <a:off x="9056475" y="3538348"/>
            <a:ext cx="647700" cy="647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1B3C7AD-74AE-70D9-E2F6-E463FEAB091F}"/>
              </a:ext>
            </a:extLst>
          </p:cNvPr>
          <p:cNvSpPr/>
          <p:nvPr/>
        </p:nvSpPr>
        <p:spPr>
          <a:xfrm>
            <a:off x="10726525" y="3538348"/>
            <a:ext cx="647700" cy="64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A3F4DC-F199-1953-E804-D888C9587ABA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9704175" y="3862198"/>
            <a:ext cx="10223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BBF7BE3-3779-BA64-97E7-469146D11AB2}"/>
              </a:ext>
            </a:extLst>
          </p:cNvPr>
          <p:cNvSpPr txBox="1"/>
          <p:nvPr/>
        </p:nvSpPr>
        <p:spPr>
          <a:xfrm>
            <a:off x="9709542" y="353834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*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88104D-8445-45C6-61FE-04AC2DA2D87A}"/>
              </a:ext>
            </a:extLst>
          </p:cNvPr>
          <p:cNvSpPr txBox="1"/>
          <p:nvPr/>
        </p:nvSpPr>
        <p:spPr>
          <a:xfrm>
            <a:off x="10406710" y="353834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*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5F4E0B-550D-A339-BED2-51BA2AAF4402}"/>
              </a:ext>
            </a:extLst>
          </p:cNvPr>
          <p:cNvSpPr/>
          <p:nvPr/>
        </p:nvSpPr>
        <p:spPr>
          <a:xfrm>
            <a:off x="834041" y="2514601"/>
            <a:ext cx="2954617" cy="2118360"/>
          </a:xfrm>
          <a:custGeom>
            <a:avLst/>
            <a:gdLst>
              <a:gd name="connsiteX0" fmla="*/ 0 w 2954617"/>
              <a:gd name="connsiteY0" fmla="*/ 0 h 2118360"/>
              <a:gd name="connsiteX1" fmla="*/ 502285 w 2954617"/>
              <a:gd name="connsiteY1" fmla="*/ 0 h 2118360"/>
              <a:gd name="connsiteX2" fmla="*/ 1063662 w 2954617"/>
              <a:gd name="connsiteY2" fmla="*/ 0 h 2118360"/>
              <a:gd name="connsiteX3" fmla="*/ 1595493 w 2954617"/>
              <a:gd name="connsiteY3" fmla="*/ 0 h 2118360"/>
              <a:gd name="connsiteX4" fmla="*/ 2127324 w 2954617"/>
              <a:gd name="connsiteY4" fmla="*/ 0 h 2118360"/>
              <a:gd name="connsiteX5" fmla="*/ 2954617 w 2954617"/>
              <a:gd name="connsiteY5" fmla="*/ 0 h 2118360"/>
              <a:gd name="connsiteX6" fmla="*/ 2954617 w 2954617"/>
              <a:gd name="connsiteY6" fmla="*/ 466039 h 2118360"/>
              <a:gd name="connsiteX7" fmla="*/ 2954617 w 2954617"/>
              <a:gd name="connsiteY7" fmla="*/ 932078 h 2118360"/>
              <a:gd name="connsiteX8" fmla="*/ 2954617 w 2954617"/>
              <a:gd name="connsiteY8" fmla="*/ 1504036 h 2118360"/>
              <a:gd name="connsiteX9" fmla="*/ 2954617 w 2954617"/>
              <a:gd name="connsiteY9" fmla="*/ 2118360 h 2118360"/>
              <a:gd name="connsiteX10" fmla="*/ 2334147 w 2954617"/>
              <a:gd name="connsiteY10" fmla="*/ 2118360 h 2118360"/>
              <a:gd name="connsiteX11" fmla="*/ 1743224 w 2954617"/>
              <a:gd name="connsiteY11" fmla="*/ 2118360 h 2118360"/>
              <a:gd name="connsiteX12" fmla="*/ 1152301 w 2954617"/>
              <a:gd name="connsiteY12" fmla="*/ 2118360 h 2118360"/>
              <a:gd name="connsiteX13" fmla="*/ 590923 w 2954617"/>
              <a:gd name="connsiteY13" fmla="*/ 2118360 h 2118360"/>
              <a:gd name="connsiteX14" fmla="*/ 0 w 2954617"/>
              <a:gd name="connsiteY14" fmla="*/ 2118360 h 2118360"/>
              <a:gd name="connsiteX15" fmla="*/ 0 w 2954617"/>
              <a:gd name="connsiteY15" fmla="*/ 1546403 h 2118360"/>
              <a:gd name="connsiteX16" fmla="*/ 0 w 2954617"/>
              <a:gd name="connsiteY16" fmla="*/ 1080364 h 2118360"/>
              <a:gd name="connsiteX17" fmla="*/ 0 w 2954617"/>
              <a:gd name="connsiteY17" fmla="*/ 571957 h 2118360"/>
              <a:gd name="connsiteX18" fmla="*/ 0 w 2954617"/>
              <a:gd name="connsiteY18" fmla="*/ 0 h 2118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954617" h="2118360" extrusionOk="0">
                <a:moveTo>
                  <a:pt x="0" y="0"/>
                </a:moveTo>
                <a:cubicBezTo>
                  <a:pt x="226480" y="-42112"/>
                  <a:pt x="357743" y="5232"/>
                  <a:pt x="502285" y="0"/>
                </a:cubicBezTo>
                <a:cubicBezTo>
                  <a:pt x="646828" y="-5232"/>
                  <a:pt x="863782" y="14622"/>
                  <a:pt x="1063662" y="0"/>
                </a:cubicBezTo>
                <a:cubicBezTo>
                  <a:pt x="1263542" y="-14622"/>
                  <a:pt x="1450704" y="19830"/>
                  <a:pt x="1595493" y="0"/>
                </a:cubicBezTo>
                <a:cubicBezTo>
                  <a:pt x="1740282" y="-19830"/>
                  <a:pt x="1944421" y="34296"/>
                  <a:pt x="2127324" y="0"/>
                </a:cubicBezTo>
                <a:cubicBezTo>
                  <a:pt x="2310227" y="-34296"/>
                  <a:pt x="2720107" y="42667"/>
                  <a:pt x="2954617" y="0"/>
                </a:cubicBezTo>
                <a:cubicBezTo>
                  <a:pt x="2993944" y="218612"/>
                  <a:pt x="2910146" y="348924"/>
                  <a:pt x="2954617" y="466039"/>
                </a:cubicBezTo>
                <a:cubicBezTo>
                  <a:pt x="2999088" y="583154"/>
                  <a:pt x="2943633" y="748681"/>
                  <a:pt x="2954617" y="932078"/>
                </a:cubicBezTo>
                <a:cubicBezTo>
                  <a:pt x="2965601" y="1115475"/>
                  <a:pt x="2939161" y="1270864"/>
                  <a:pt x="2954617" y="1504036"/>
                </a:cubicBezTo>
                <a:cubicBezTo>
                  <a:pt x="2970073" y="1737208"/>
                  <a:pt x="2924549" y="1845027"/>
                  <a:pt x="2954617" y="2118360"/>
                </a:cubicBezTo>
                <a:cubicBezTo>
                  <a:pt x="2670669" y="2178597"/>
                  <a:pt x="2529648" y="2070780"/>
                  <a:pt x="2334147" y="2118360"/>
                </a:cubicBezTo>
                <a:cubicBezTo>
                  <a:pt x="2138646" y="2165940"/>
                  <a:pt x="1946686" y="2058583"/>
                  <a:pt x="1743224" y="2118360"/>
                </a:cubicBezTo>
                <a:cubicBezTo>
                  <a:pt x="1539762" y="2178137"/>
                  <a:pt x="1304112" y="2088159"/>
                  <a:pt x="1152301" y="2118360"/>
                </a:cubicBezTo>
                <a:cubicBezTo>
                  <a:pt x="1000490" y="2148561"/>
                  <a:pt x="742241" y="2059724"/>
                  <a:pt x="590923" y="2118360"/>
                </a:cubicBezTo>
                <a:cubicBezTo>
                  <a:pt x="439605" y="2176996"/>
                  <a:pt x="202503" y="2106617"/>
                  <a:pt x="0" y="2118360"/>
                </a:cubicBezTo>
                <a:cubicBezTo>
                  <a:pt x="-33318" y="1945249"/>
                  <a:pt x="6054" y="1670002"/>
                  <a:pt x="0" y="1546403"/>
                </a:cubicBezTo>
                <a:cubicBezTo>
                  <a:pt x="-6054" y="1422804"/>
                  <a:pt x="33612" y="1197261"/>
                  <a:pt x="0" y="1080364"/>
                </a:cubicBezTo>
                <a:cubicBezTo>
                  <a:pt x="-33612" y="963467"/>
                  <a:pt x="17754" y="767371"/>
                  <a:pt x="0" y="571957"/>
                </a:cubicBezTo>
                <a:cubicBezTo>
                  <a:pt x="-17754" y="376543"/>
                  <a:pt x="43350" y="253841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3922703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572E1C-0F70-563C-2835-112BA1BA76C7}"/>
              </a:ext>
            </a:extLst>
          </p:cNvPr>
          <p:cNvSpPr txBox="1"/>
          <p:nvPr/>
        </p:nvSpPr>
        <p:spPr>
          <a:xfrm>
            <a:off x="1398961" y="2279303"/>
            <a:ext cx="1818528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One-To-One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011050-D77A-795E-2817-E0ABC343E7CB}"/>
              </a:ext>
            </a:extLst>
          </p:cNvPr>
          <p:cNvSpPr/>
          <p:nvPr/>
        </p:nvSpPr>
        <p:spPr>
          <a:xfrm>
            <a:off x="4618691" y="2514601"/>
            <a:ext cx="2954617" cy="2118360"/>
          </a:xfrm>
          <a:custGeom>
            <a:avLst/>
            <a:gdLst>
              <a:gd name="connsiteX0" fmla="*/ 0 w 2954617"/>
              <a:gd name="connsiteY0" fmla="*/ 0 h 2118360"/>
              <a:gd name="connsiteX1" fmla="*/ 502285 w 2954617"/>
              <a:gd name="connsiteY1" fmla="*/ 0 h 2118360"/>
              <a:gd name="connsiteX2" fmla="*/ 1063662 w 2954617"/>
              <a:gd name="connsiteY2" fmla="*/ 0 h 2118360"/>
              <a:gd name="connsiteX3" fmla="*/ 1595493 w 2954617"/>
              <a:gd name="connsiteY3" fmla="*/ 0 h 2118360"/>
              <a:gd name="connsiteX4" fmla="*/ 2127324 w 2954617"/>
              <a:gd name="connsiteY4" fmla="*/ 0 h 2118360"/>
              <a:gd name="connsiteX5" fmla="*/ 2954617 w 2954617"/>
              <a:gd name="connsiteY5" fmla="*/ 0 h 2118360"/>
              <a:gd name="connsiteX6" fmla="*/ 2954617 w 2954617"/>
              <a:gd name="connsiteY6" fmla="*/ 466039 h 2118360"/>
              <a:gd name="connsiteX7" fmla="*/ 2954617 w 2954617"/>
              <a:gd name="connsiteY7" fmla="*/ 932078 h 2118360"/>
              <a:gd name="connsiteX8" fmla="*/ 2954617 w 2954617"/>
              <a:gd name="connsiteY8" fmla="*/ 1504036 h 2118360"/>
              <a:gd name="connsiteX9" fmla="*/ 2954617 w 2954617"/>
              <a:gd name="connsiteY9" fmla="*/ 2118360 h 2118360"/>
              <a:gd name="connsiteX10" fmla="*/ 2334147 w 2954617"/>
              <a:gd name="connsiteY10" fmla="*/ 2118360 h 2118360"/>
              <a:gd name="connsiteX11" fmla="*/ 1743224 w 2954617"/>
              <a:gd name="connsiteY11" fmla="*/ 2118360 h 2118360"/>
              <a:gd name="connsiteX12" fmla="*/ 1152301 w 2954617"/>
              <a:gd name="connsiteY12" fmla="*/ 2118360 h 2118360"/>
              <a:gd name="connsiteX13" fmla="*/ 590923 w 2954617"/>
              <a:gd name="connsiteY13" fmla="*/ 2118360 h 2118360"/>
              <a:gd name="connsiteX14" fmla="*/ 0 w 2954617"/>
              <a:gd name="connsiteY14" fmla="*/ 2118360 h 2118360"/>
              <a:gd name="connsiteX15" fmla="*/ 0 w 2954617"/>
              <a:gd name="connsiteY15" fmla="*/ 1546403 h 2118360"/>
              <a:gd name="connsiteX16" fmla="*/ 0 w 2954617"/>
              <a:gd name="connsiteY16" fmla="*/ 1080364 h 2118360"/>
              <a:gd name="connsiteX17" fmla="*/ 0 w 2954617"/>
              <a:gd name="connsiteY17" fmla="*/ 571957 h 2118360"/>
              <a:gd name="connsiteX18" fmla="*/ 0 w 2954617"/>
              <a:gd name="connsiteY18" fmla="*/ 0 h 2118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954617" h="2118360" extrusionOk="0">
                <a:moveTo>
                  <a:pt x="0" y="0"/>
                </a:moveTo>
                <a:cubicBezTo>
                  <a:pt x="226480" y="-42112"/>
                  <a:pt x="357743" y="5232"/>
                  <a:pt x="502285" y="0"/>
                </a:cubicBezTo>
                <a:cubicBezTo>
                  <a:pt x="646828" y="-5232"/>
                  <a:pt x="863782" y="14622"/>
                  <a:pt x="1063662" y="0"/>
                </a:cubicBezTo>
                <a:cubicBezTo>
                  <a:pt x="1263542" y="-14622"/>
                  <a:pt x="1450704" y="19830"/>
                  <a:pt x="1595493" y="0"/>
                </a:cubicBezTo>
                <a:cubicBezTo>
                  <a:pt x="1740282" y="-19830"/>
                  <a:pt x="1944421" y="34296"/>
                  <a:pt x="2127324" y="0"/>
                </a:cubicBezTo>
                <a:cubicBezTo>
                  <a:pt x="2310227" y="-34296"/>
                  <a:pt x="2720107" y="42667"/>
                  <a:pt x="2954617" y="0"/>
                </a:cubicBezTo>
                <a:cubicBezTo>
                  <a:pt x="2993944" y="218612"/>
                  <a:pt x="2910146" y="348924"/>
                  <a:pt x="2954617" y="466039"/>
                </a:cubicBezTo>
                <a:cubicBezTo>
                  <a:pt x="2999088" y="583154"/>
                  <a:pt x="2943633" y="748681"/>
                  <a:pt x="2954617" y="932078"/>
                </a:cubicBezTo>
                <a:cubicBezTo>
                  <a:pt x="2965601" y="1115475"/>
                  <a:pt x="2939161" y="1270864"/>
                  <a:pt x="2954617" y="1504036"/>
                </a:cubicBezTo>
                <a:cubicBezTo>
                  <a:pt x="2970073" y="1737208"/>
                  <a:pt x="2924549" y="1845027"/>
                  <a:pt x="2954617" y="2118360"/>
                </a:cubicBezTo>
                <a:cubicBezTo>
                  <a:pt x="2670669" y="2178597"/>
                  <a:pt x="2529648" y="2070780"/>
                  <a:pt x="2334147" y="2118360"/>
                </a:cubicBezTo>
                <a:cubicBezTo>
                  <a:pt x="2138646" y="2165940"/>
                  <a:pt x="1946686" y="2058583"/>
                  <a:pt x="1743224" y="2118360"/>
                </a:cubicBezTo>
                <a:cubicBezTo>
                  <a:pt x="1539762" y="2178137"/>
                  <a:pt x="1304112" y="2088159"/>
                  <a:pt x="1152301" y="2118360"/>
                </a:cubicBezTo>
                <a:cubicBezTo>
                  <a:pt x="1000490" y="2148561"/>
                  <a:pt x="742241" y="2059724"/>
                  <a:pt x="590923" y="2118360"/>
                </a:cubicBezTo>
                <a:cubicBezTo>
                  <a:pt x="439605" y="2176996"/>
                  <a:pt x="202503" y="2106617"/>
                  <a:pt x="0" y="2118360"/>
                </a:cubicBezTo>
                <a:cubicBezTo>
                  <a:pt x="-33318" y="1945249"/>
                  <a:pt x="6054" y="1670002"/>
                  <a:pt x="0" y="1546403"/>
                </a:cubicBezTo>
                <a:cubicBezTo>
                  <a:pt x="-6054" y="1422804"/>
                  <a:pt x="33612" y="1197261"/>
                  <a:pt x="0" y="1080364"/>
                </a:cubicBezTo>
                <a:cubicBezTo>
                  <a:pt x="-33612" y="963467"/>
                  <a:pt x="17754" y="767371"/>
                  <a:pt x="0" y="571957"/>
                </a:cubicBezTo>
                <a:cubicBezTo>
                  <a:pt x="-17754" y="376543"/>
                  <a:pt x="43350" y="253841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3922703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88DFC8-7228-E0FE-6FA6-FC7237FDCC98}"/>
              </a:ext>
            </a:extLst>
          </p:cNvPr>
          <p:cNvSpPr txBox="1"/>
          <p:nvPr/>
        </p:nvSpPr>
        <p:spPr>
          <a:xfrm>
            <a:off x="5183610" y="2279303"/>
            <a:ext cx="207352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One-To-Many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AED2513-74A0-C326-5A7B-970B556C0E42}"/>
              </a:ext>
            </a:extLst>
          </p:cNvPr>
          <p:cNvSpPr/>
          <p:nvPr/>
        </p:nvSpPr>
        <p:spPr>
          <a:xfrm>
            <a:off x="8553022" y="2514601"/>
            <a:ext cx="2954617" cy="2118360"/>
          </a:xfrm>
          <a:custGeom>
            <a:avLst/>
            <a:gdLst>
              <a:gd name="connsiteX0" fmla="*/ 0 w 2954617"/>
              <a:gd name="connsiteY0" fmla="*/ 0 h 2118360"/>
              <a:gd name="connsiteX1" fmla="*/ 502285 w 2954617"/>
              <a:gd name="connsiteY1" fmla="*/ 0 h 2118360"/>
              <a:gd name="connsiteX2" fmla="*/ 1063662 w 2954617"/>
              <a:gd name="connsiteY2" fmla="*/ 0 h 2118360"/>
              <a:gd name="connsiteX3" fmla="*/ 1595493 w 2954617"/>
              <a:gd name="connsiteY3" fmla="*/ 0 h 2118360"/>
              <a:gd name="connsiteX4" fmla="*/ 2127324 w 2954617"/>
              <a:gd name="connsiteY4" fmla="*/ 0 h 2118360"/>
              <a:gd name="connsiteX5" fmla="*/ 2954617 w 2954617"/>
              <a:gd name="connsiteY5" fmla="*/ 0 h 2118360"/>
              <a:gd name="connsiteX6" fmla="*/ 2954617 w 2954617"/>
              <a:gd name="connsiteY6" fmla="*/ 466039 h 2118360"/>
              <a:gd name="connsiteX7" fmla="*/ 2954617 w 2954617"/>
              <a:gd name="connsiteY7" fmla="*/ 932078 h 2118360"/>
              <a:gd name="connsiteX8" fmla="*/ 2954617 w 2954617"/>
              <a:gd name="connsiteY8" fmla="*/ 1504036 h 2118360"/>
              <a:gd name="connsiteX9" fmla="*/ 2954617 w 2954617"/>
              <a:gd name="connsiteY9" fmla="*/ 2118360 h 2118360"/>
              <a:gd name="connsiteX10" fmla="*/ 2334147 w 2954617"/>
              <a:gd name="connsiteY10" fmla="*/ 2118360 h 2118360"/>
              <a:gd name="connsiteX11" fmla="*/ 1743224 w 2954617"/>
              <a:gd name="connsiteY11" fmla="*/ 2118360 h 2118360"/>
              <a:gd name="connsiteX12" fmla="*/ 1152301 w 2954617"/>
              <a:gd name="connsiteY12" fmla="*/ 2118360 h 2118360"/>
              <a:gd name="connsiteX13" fmla="*/ 590923 w 2954617"/>
              <a:gd name="connsiteY13" fmla="*/ 2118360 h 2118360"/>
              <a:gd name="connsiteX14" fmla="*/ 0 w 2954617"/>
              <a:gd name="connsiteY14" fmla="*/ 2118360 h 2118360"/>
              <a:gd name="connsiteX15" fmla="*/ 0 w 2954617"/>
              <a:gd name="connsiteY15" fmla="*/ 1546403 h 2118360"/>
              <a:gd name="connsiteX16" fmla="*/ 0 w 2954617"/>
              <a:gd name="connsiteY16" fmla="*/ 1080364 h 2118360"/>
              <a:gd name="connsiteX17" fmla="*/ 0 w 2954617"/>
              <a:gd name="connsiteY17" fmla="*/ 571957 h 2118360"/>
              <a:gd name="connsiteX18" fmla="*/ 0 w 2954617"/>
              <a:gd name="connsiteY18" fmla="*/ 0 h 2118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954617" h="2118360" extrusionOk="0">
                <a:moveTo>
                  <a:pt x="0" y="0"/>
                </a:moveTo>
                <a:cubicBezTo>
                  <a:pt x="226480" y="-42112"/>
                  <a:pt x="357743" y="5232"/>
                  <a:pt x="502285" y="0"/>
                </a:cubicBezTo>
                <a:cubicBezTo>
                  <a:pt x="646828" y="-5232"/>
                  <a:pt x="863782" y="14622"/>
                  <a:pt x="1063662" y="0"/>
                </a:cubicBezTo>
                <a:cubicBezTo>
                  <a:pt x="1263542" y="-14622"/>
                  <a:pt x="1450704" y="19830"/>
                  <a:pt x="1595493" y="0"/>
                </a:cubicBezTo>
                <a:cubicBezTo>
                  <a:pt x="1740282" y="-19830"/>
                  <a:pt x="1944421" y="34296"/>
                  <a:pt x="2127324" y="0"/>
                </a:cubicBezTo>
                <a:cubicBezTo>
                  <a:pt x="2310227" y="-34296"/>
                  <a:pt x="2720107" y="42667"/>
                  <a:pt x="2954617" y="0"/>
                </a:cubicBezTo>
                <a:cubicBezTo>
                  <a:pt x="2993944" y="218612"/>
                  <a:pt x="2910146" y="348924"/>
                  <a:pt x="2954617" y="466039"/>
                </a:cubicBezTo>
                <a:cubicBezTo>
                  <a:pt x="2999088" y="583154"/>
                  <a:pt x="2943633" y="748681"/>
                  <a:pt x="2954617" y="932078"/>
                </a:cubicBezTo>
                <a:cubicBezTo>
                  <a:pt x="2965601" y="1115475"/>
                  <a:pt x="2939161" y="1270864"/>
                  <a:pt x="2954617" y="1504036"/>
                </a:cubicBezTo>
                <a:cubicBezTo>
                  <a:pt x="2970073" y="1737208"/>
                  <a:pt x="2924549" y="1845027"/>
                  <a:pt x="2954617" y="2118360"/>
                </a:cubicBezTo>
                <a:cubicBezTo>
                  <a:pt x="2670669" y="2178597"/>
                  <a:pt x="2529648" y="2070780"/>
                  <a:pt x="2334147" y="2118360"/>
                </a:cubicBezTo>
                <a:cubicBezTo>
                  <a:pt x="2138646" y="2165940"/>
                  <a:pt x="1946686" y="2058583"/>
                  <a:pt x="1743224" y="2118360"/>
                </a:cubicBezTo>
                <a:cubicBezTo>
                  <a:pt x="1539762" y="2178137"/>
                  <a:pt x="1304112" y="2088159"/>
                  <a:pt x="1152301" y="2118360"/>
                </a:cubicBezTo>
                <a:cubicBezTo>
                  <a:pt x="1000490" y="2148561"/>
                  <a:pt x="742241" y="2059724"/>
                  <a:pt x="590923" y="2118360"/>
                </a:cubicBezTo>
                <a:cubicBezTo>
                  <a:pt x="439605" y="2176996"/>
                  <a:pt x="202503" y="2106617"/>
                  <a:pt x="0" y="2118360"/>
                </a:cubicBezTo>
                <a:cubicBezTo>
                  <a:pt x="-33318" y="1945249"/>
                  <a:pt x="6054" y="1670002"/>
                  <a:pt x="0" y="1546403"/>
                </a:cubicBezTo>
                <a:cubicBezTo>
                  <a:pt x="-6054" y="1422804"/>
                  <a:pt x="33612" y="1197261"/>
                  <a:pt x="0" y="1080364"/>
                </a:cubicBezTo>
                <a:cubicBezTo>
                  <a:pt x="-33612" y="963467"/>
                  <a:pt x="17754" y="767371"/>
                  <a:pt x="0" y="571957"/>
                </a:cubicBezTo>
                <a:cubicBezTo>
                  <a:pt x="-17754" y="376543"/>
                  <a:pt x="43350" y="253841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3922703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043534-986B-7AC2-6054-2D601AAB6C00}"/>
              </a:ext>
            </a:extLst>
          </p:cNvPr>
          <p:cNvSpPr txBox="1"/>
          <p:nvPr/>
        </p:nvSpPr>
        <p:spPr>
          <a:xfrm>
            <a:off x="8910779" y="2279303"/>
            <a:ext cx="2239101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Many-To-Many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2712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77033-5FDE-E8DA-ED00-F27B54C3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D0164C83-2596-FB78-6CC0-E98190010F32}"/>
              </a:ext>
            </a:extLst>
          </p:cNvPr>
          <p:cNvSpPr txBox="1"/>
          <p:nvPr/>
        </p:nvSpPr>
        <p:spPr>
          <a:xfrm>
            <a:off x="4039611" y="337075"/>
            <a:ext cx="45000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63ED8A-EFE7-996F-D9E0-7B2B7B0AAD8C}"/>
              </a:ext>
            </a:extLst>
          </p:cNvPr>
          <p:cNvSpPr/>
          <p:nvPr/>
        </p:nvSpPr>
        <p:spPr>
          <a:xfrm>
            <a:off x="285751" y="400602"/>
            <a:ext cx="2095838" cy="3441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2DE0D1-6260-37A1-8CEC-92E883481DD2}"/>
              </a:ext>
            </a:extLst>
          </p:cNvPr>
          <p:cNvSpPr txBox="1"/>
          <p:nvPr/>
        </p:nvSpPr>
        <p:spPr>
          <a:xfrm>
            <a:off x="1644510" y="1142185"/>
            <a:ext cx="9538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To do this, Sequelize provides </a:t>
            </a:r>
            <a:r>
              <a:rPr lang="en-US" sz="2800" b="1" dirty="0"/>
              <a:t>4</a:t>
            </a:r>
            <a:r>
              <a:rPr lang="en-US" sz="2800" dirty="0"/>
              <a:t> types of </a:t>
            </a:r>
            <a:r>
              <a:rPr lang="en-US" sz="2800" b="1" dirty="0"/>
              <a:t>1-way </a:t>
            </a:r>
            <a:r>
              <a:rPr lang="en-US" sz="2800" dirty="0"/>
              <a:t>associations :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11D917-7EB2-177E-E118-8D08CE2EB270}"/>
              </a:ext>
            </a:extLst>
          </p:cNvPr>
          <p:cNvSpPr txBox="1"/>
          <p:nvPr/>
        </p:nvSpPr>
        <p:spPr>
          <a:xfrm>
            <a:off x="595388" y="2004791"/>
            <a:ext cx="6794500" cy="428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800" b="1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HasOne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association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800" b="1" dirty="0" err="1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BelongsTo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association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8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HasMany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association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800" b="1" dirty="0" err="1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BelongsToMany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association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05FAC3-4804-274F-1A6E-AA42F24EC235}"/>
              </a:ext>
            </a:extLst>
          </p:cNvPr>
          <p:cNvSpPr txBox="1"/>
          <p:nvPr/>
        </p:nvSpPr>
        <p:spPr>
          <a:xfrm>
            <a:off x="6248400" y="2322291"/>
            <a:ext cx="3485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A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User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 has one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Profile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20CAF2-C0E6-A224-9DDD-0A997A0A59FE}"/>
              </a:ext>
            </a:extLst>
          </p:cNvPr>
          <p:cNvSpPr txBox="1"/>
          <p:nvPr/>
        </p:nvSpPr>
        <p:spPr>
          <a:xfrm>
            <a:off x="6248399" y="3101456"/>
            <a:ext cx="4145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A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Profile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 belongs to a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User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0244B9-1F50-E06F-40AE-D29551F706A3}"/>
              </a:ext>
            </a:extLst>
          </p:cNvPr>
          <p:cNvSpPr txBox="1"/>
          <p:nvPr/>
        </p:nvSpPr>
        <p:spPr>
          <a:xfrm>
            <a:off x="6323087" y="4876894"/>
            <a:ext cx="3376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A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User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 has many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Pets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DF79-B687-8105-F54B-628F2731C515}"/>
              </a:ext>
            </a:extLst>
          </p:cNvPr>
          <p:cNvSpPr txBox="1"/>
          <p:nvPr/>
        </p:nvSpPr>
        <p:spPr>
          <a:xfrm>
            <a:off x="6323087" y="5751575"/>
            <a:ext cx="5346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A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Student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 belongs to many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Courses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0844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9EF76-3FBC-18F4-E4FD-3E6B1E8A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DF2D15C-DCBC-D87C-5DA7-8FE95FFAF12A}"/>
              </a:ext>
            </a:extLst>
          </p:cNvPr>
          <p:cNvSpPr txBox="1"/>
          <p:nvPr/>
        </p:nvSpPr>
        <p:spPr>
          <a:xfrm>
            <a:off x="3963845" y="484991"/>
            <a:ext cx="42643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To One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D9B831-F223-1E82-DE81-621F6F8FB250}"/>
              </a:ext>
            </a:extLst>
          </p:cNvPr>
          <p:cNvSpPr/>
          <p:nvPr/>
        </p:nvSpPr>
        <p:spPr>
          <a:xfrm>
            <a:off x="285751" y="400602"/>
            <a:ext cx="2095838" cy="3441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BE2D9-4C7C-48E9-EC05-0141C4532D6A}"/>
              </a:ext>
            </a:extLst>
          </p:cNvPr>
          <p:cNvSpPr txBox="1"/>
          <p:nvPr/>
        </p:nvSpPr>
        <p:spPr>
          <a:xfrm>
            <a:off x="1500758" y="1006063"/>
            <a:ext cx="101155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create a One-To-One relationship, the </a:t>
            </a:r>
            <a:r>
              <a:rPr lang="en-US" sz="2000" b="1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hasOne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b="1" dirty="0" err="1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belongsTo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associations are used together;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5E892F-7BE1-200E-0ECA-3F65132EC8E6}"/>
              </a:ext>
            </a:extLst>
          </p:cNvPr>
          <p:cNvSpPr/>
          <p:nvPr/>
        </p:nvSpPr>
        <p:spPr>
          <a:xfrm>
            <a:off x="2069805" y="4108767"/>
            <a:ext cx="969258" cy="9692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D378B-D309-F09B-0D34-EC8E4D83B256}"/>
              </a:ext>
            </a:extLst>
          </p:cNvPr>
          <p:cNvSpPr/>
          <p:nvPr/>
        </p:nvSpPr>
        <p:spPr>
          <a:xfrm>
            <a:off x="3956973" y="4108767"/>
            <a:ext cx="969258" cy="9692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974442-DDFA-F240-B89B-37DFC5E937E8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039063" y="4593396"/>
            <a:ext cx="91791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56B62B-64CD-0BFC-FFD9-E2B4F552A543}"/>
              </a:ext>
            </a:extLst>
          </p:cNvPr>
          <p:cNvSpPr txBox="1"/>
          <p:nvPr/>
        </p:nvSpPr>
        <p:spPr>
          <a:xfrm>
            <a:off x="2997385" y="42501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193BF-F4B0-179E-327D-E8503E361486}"/>
              </a:ext>
            </a:extLst>
          </p:cNvPr>
          <p:cNvSpPr txBox="1"/>
          <p:nvPr/>
        </p:nvSpPr>
        <p:spPr>
          <a:xfrm>
            <a:off x="3694553" y="42501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06D168-CBEF-B1AA-62EB-19D527AC4C4B}"/>
              </a:ext>
            </a:extLst>
          </p:cNvPr>
          <p:cNvSpPr/>
          <p:nvPr/>
        </p:nvSpPr>
        <p:spPr>
          <a:xfrm>
            <a:off x="1620249" y="3335736"/>
            <a:ext cx="3769742" cy="2118360"/>
          </a:xfrm>
          <a:custGeom>
            <a:avLst/>
            <a:gdLst>
              <a:gd name="connsiteX0" fmla="*/ 0 w 3769742"/>
              <a:gd name="connsiteY0" fmla="*/ 0 h 2118360"/>
              <a:gd name="connsiteX1" fmla="*/ 425442 w 3769742"/>
              <a:gd name="connsiteY1" fmla="*/ 0 h 2118360"/>
              <a:gd name="connsiteX2" fmla="*/ 926279 w 3769742"/>
              <a:gd name="connsiteY2" fmla="*/ 0 h 2118360"/>
              <a:gd name="connsiteX3" fmla="*/ 1389419 w 3769742"/>
              <a:gd name="connsiteY3" fmla="*/ 0 h 2118360"/>
              <a:gd name="connsiteX4" fmla="*/ 1852559 w 3769742"/>
              <a:gd name="connsiteY4" fmla="*/ 0 h 2118360"/>
              <a:gd name="connsiteX5" fmla="*/ 2278001 w 3769742"/>
              <a:gd name="connsiteY5" fmla="*/ 0 h 2118360"/>
              <a:gd name="connsiteX6" fmla="*/ 2703444 w 3769742"/>
              <a:gd name="connsiteY6" fmla="*/ 0 h 2118360"/>
              <a:gd name="connsiteX7" fmla="*/ 3166583 w 3769742"/>
              <a:gd name="connsiteY7" fmla="*/ 0 h 2118360"/>
              <a:gd name="connsiteX8" fmla="*/ 3769742 w 3769742"/>
              <a:gd name="connsiteY8" fmla="*/ 0 h 2118360"/>
              <a:gd name="connsiteX9" fmla="*/ 3769742 w 3769742"/>
              <a:gd name="connsiteY9" fmla="*/ 487223 h 2118360"/>
              <a:gd name="connsiteX10" fmla="*/ 3769742 w 3769742"/>
              <a:gd name="connsiteY10" fmla="*/ 1037996 h 2118360"/>
              <a:gd name="connsiteX11" fmla="*/ 3769742 w 3769742"/>
              <a:gd name="connsiteY11" fmla="*/ 1588770 h 2118360"/>
              <a:gd name="connsiteX12" fmla="*/ 3769742 w 3769742"/>
              <a:gd name="connsiteY12" fmla="*/ 2118360 h 2118360"/>
              <a:gd name="connsiteX13" fmla="*/ 3155813 w 3769742"/>
              <a:gd name="connsiteY13" fmla="*/ 2118360 h 2118360"/>
              <a:gd name="connsiteX14" fmla="*/ 2617278 w 3769742"/>
              <a:gd name="connsiteY14" fmla="*/ 2118360 h 2118360"/>
              <a:gd name="connsiteX15" fmla="*/ 2003349 w 3769742"/>
              <a:gd name="connsiteY15" fmla="*/ 2118360 h 2118360"/>
              <a:gd name="connsiteX16" fmla="*/ 1464814 w 3769742"/>
              <a:gd name="connsiteY16" fmla="*/ 2118360 h 2118360"/>
              <a:gd name="connsiteX17" fmla="*/ 888582 w 3769742"/>
              <a:gd name="connsiteY17" fmla="*/ 2118360 h 2118360"/>
              <a:gd name="connsiteX18" fmla="*/ 0 w 3769742"/>
              <a:gd name="connsiteY18" fmla="*/ 2118360 h 2118360"/>
              <a:gd name="connsiteX19" fmla="*/ 0 w 3769742"/>
              <a:gd name="connsiteY19" fmla="*/ 1546403 h 2118360"/>
              <a:gd name="connsiteX20" fmla="*/ 0 w 3769742"/>
              <a:gd name="connsiteY20" fmla="*/ 1016813 h 2118360"/>
              <a:gd name="connsiteX21" fmla="*/ 0 w 3769742"/>
              <a:gd name="connsiteY21" fmla="*/ 0 h 2118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769742" h="2118360" extrusionOk="0">
                <a:moveTo>
                  <a:pt x="0" y="0"/>
                </a:moveTo>
                <a:cubicBezTo>
                  <a:pt x="96279" y="-28737"/>
                  <a:pt x="224721" y="23380"/>
                  <a:pt x="425442" y="0"/>
                </a:cubicBezTo>
                <a:cubicBezTo>
                  <a:pt x="626163" y="-23380"/>
                  <a:pt x="706811" y="38254"/>
                  <a:pt x="926279" y="0"/>
                </a:cubicBezTo>
                <a:cubicBezTo>
                  <a:pt x="1145747" y="-38254"/>
                  <a:pt x="1184551" y="24259"/>
                  <a:pt x="1389419" y="0"/>
                </a:cubicBezTo>
                <a:cubicBezTo>
                  <a:pt x="1594287" y="-24259"/>
                  <a:pt x="1651238" y="16907"/>
                  <a:pt x="1852559" y="0"/>
                </a:cubicBezTo>
                <a:cubicBezTo>
                  <a:pt x="2053880" y="-16907"/>
                  <a:pt x="2175363" y="23905"/>
                  <a:pt x="2278001" y="0"/>
                </a:cubicBezTo>
                <a:cubicBezTo>
                  <a:pt x="2380639" y="-23905"/>
                  <a:pt x="2610075" y="7044"/>
                  <a:pt x="2703444" y="0"/>
                </a:cubicBezTo>
                <a:cubicBezTo>
                  <a:pt x="2796813" y="-7044"/>
                  <a:pt x="3040076" y="13601"/>
                  <a:pt x="3166583" y="0"/>
                </a:cubicBezTo>
                <a:cubicBezTo>
                  <a:pt x="3293090" y="-13601"/>
                  <a:pt x="3529138" y="53401"/>
                  <a:pt x="3769742" y="0"/>
                </a:cubicBezTo>
                <a:cubicBezTo>
                  <a:pt x="3811281" y="232540"/>
                  <a:pt x="3733709" y="250191"/>
                  <a:pt x="3769742" y="487223"/>
                </a:cubicBezTo>
                <a:cubicBezTo>
                  <a:pt x="3805775" y="724255"/>
                  <a:pt x="3739570" y="919909"/>
                  <a:pt x="3769742" y="1037996"/>
                </a:cubicBezTo>
                <a:cubicBezTo>
                  <a:pt x="3799914" y="1156083"/>
                  <a:pt x="3754380" y="1369162"/>
                  <a:pt x="3769742" y="1588770"/>
                </a:cubicBezTo>
                <a:cubicBezTo>
                  <a:pt x="3785104" y="1808378"/>
                  <a:pt x="3733261" y="1994573"/>
                  <a:pt x="3769742" y="2118360"/>
                </a:cubicBezTo>
                <a:cubicBezTo>
                  <a:pt x="3475163" y="2138113"/>
                  <a:pt x="3285960" y="2093178"/>
                  <a:pt x="3155813" y="2118360"/>
                </a:cubicBezTo>
                <a:cubicBezTo>
                  <a:pt x="3025666" y="2143542"/>
                  <a:pt x="2839596" y="2111528"/>
                  <a:pt x="2617278" y="2118360"/>
                </a:cubicBezTo>
                <a:cubicBezTo>
                  <a:pt x="2394961" y="2125192"/>
                  <a:pt x="2211240" y="2065572"/>
                  <a:pt x="2003349" y="2118360"/>
                </a:cubicBezTo>
                <a:cubicBezTo>
                  <a:pt x="1795458" y="2171148"/>
                  <a:pt x="1619587" y="2071921"/>
                  <a:pt x="1464814" y="2118360"/>
                </a:cubicBezTo>
                <a:cubicBezTo>
                  <a:pt x="1310042" y="2164799"/>
                  <a:pt x="1075172" y="2078761"/>
                  <a:pt x="888582" y="2118360"/>
                </a:cubicBezTo>
                <a:cubicBezTo>
                  <a:pt x="701992" y="2157959"/>
                  <a:pt x="329981" y="2090222"/>
                  <a:pt x="0" y="2118360"/>
                </a:cubicBezTo>
                <a:cubicBezTo>
                  <a:pt x="-59869" y="1839199"/>
                  <a:pt x="36772" y="1755112"/>
                  <a:pt x="0" y="1546403"/>
                </a:cubicBezTo>
                <a:cubicBezTo>
                  <a:pt x="-36772" y="1337694"/>
                  <a:pt x="13470" y="1137979"/>
                  <a:pt x="0" y="1016813"/>
                </a:cubicBezTo>
                <a:cubicBezTo>
                  <a:pt x="-13470" y="895647"/>
                  <a:pt x="9224" y="395391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3922703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1D113D-8E6E-B78E-FF3D-84CD9B86B104}"/>
              </a:ext>
            </a:extLst>
          </p:cNvPr>
          <p:cNvSpPr txBox="1"/>
          <p:nvPr/>
        </p:nvSpPr>
        <p:spPr>
          <a:xfrm>
            <a:off x="2593929" y="3100438"/>
            <a:ext cx="1818528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One-To-One</a:t>
            </a:r>
            <a:endParaRPr lang="en-US" sz="2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1D0A0E1-6CDA-7DF0-0C1B-E198B308D8A7}"/>
              </a:ext>
            </a:extLst>
          </p:cNvPr>
          <p:cNvCxnSpPr>
            <a:cxnSpLocks/>
          </p:cNvCxnSpPr>
          <p:nvPr/>
        </p:nvCxnSpPr>
        <p:spPr>
          <a:xfrm flipH="1" flipV="1">
            <a:off x="3770293" y="4728411"/>
            <a:ext cx="455372" cy="1122645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63CFE04-E460-F509-177A-A40AB17A8E38}"/>
              </a:ext>
            </a:extLst>
          </p:cNvPr>
          <p:cNvSpPr txBox="1"/>
          <p:nvPr/>
        </p:nvSpPr>
        <p:spPr>
          <a:xfrm>
            <a:off x="4083336" y="5797357"/>
            <a:ext cx="1096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 1</a:t>
            </a:r>
            <a:endParaRPr lang="en-US" sz="2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FDA7B0-0F2D-42BB-FAAC-31BEA3248393}"/>
              </a:ext>
            </a:extLst>
          </p:cNvPr>
          <p:cNvCxnSpPr>
            <a:cxnSpLocks/>
          </p:cNvCxnSpPr>
          <p:nvPr/>
        </p:nvCxnSpPr>
        <p:spPr>
          <a:xfrm flipV="1">
            <a:off x="2693527" y="4728411"/>
            <a:ext cx="518689" cy="96098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BFEA14A-9BCB-A0C5-DAE6-AD080F749C8D}"/>
              </a:ext>
            </a:extLst>
          </p:cNvPr>
          <p:cNvSpPr txBox="1"/>
          <p:nvPr/>
        </p:nvSpPr>
        <p:spPr>
          <a:xfrm>
            <a:off x="1500758" y="5780585"/>
            <a:ext cx="2095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Belongs to</a:t>
            </a:r>
            <a:endParaRPr lang="en-US" sz="2400" dirty="0">
              <a:solidFill>
                <a:schemeClr val="accent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133861-9B74-1FAD-5CE0-904637D75708}"/>
              </a:ext>
            </a:extLst>
          </p:cNvPr>
          <p:cNvSpPr txBox="1"/>
          <p:nvPr/>
        </p:nvSpPr>
        <p:spPr>
          <a:xfrm>
            <a:off x="3848602" y="1816756"/>
            <a:ext cx="42226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A User </a:t>
            </a:r>
            <a:r>
              <a:rPr lang="en-US" sz="2400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has one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Profile</a:t>
            </a:r>
          </a:p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A Profile </a:t>
            </a:r>
            <a:r>
              <a:rPr lang="en-US" sz="2400" b="1" dirty="0">
                <a:solidFill>
                  <a:schemeClr val="accent6"/>
                </a:solidFill>
                <a:latin typeface="Comic Sans MS" panose="030F0702030302020204" pitchFamily="66" charset="0"/>
              </a:rPr>
              <a:t>belongs to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a User.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8494E8-2EAB-6E53-7184-BF677B6AD3F3}"/>
              </a:ext>
            </a:extLst>
          </p:cNvPr>
          <p:cNvSpPr txBox="1"/>
          <p:nvPr/>
        </p:nvSpPr>
        <p:spPr>
          <a:xfrm>
            <a:off x="2217745" y="4376448"/>
            <a:ext cx="652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EEB0A9-A674-C923-F926-A2F571D8E63A}"/>
              </a:ext>
            </a:extLst>
          </p:cNvPr>
          <p:cNvSpPr txBox="1"/>
          <p:nvPr/>
        </p:nvSpPr>
        <p:spPr>
          <a:xfrm>
            <a:off x="3981480" y="4376448"/>
            <a:ext cx="820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Profile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E239E9-F32A-0BF9-2E0F-F519D8AA3D42}"/>
              </a:ext>
            </a:extLst>
          </p:cNvPr>
          <p:cNvSpPr txBox="1"/>
          <p:nvPr/>
        </p:nvSpPr>
        <p:spPr>
          <a:xfrm>
            <a:off x="5652411" y="3700419"/>
            <a:ext cx="5292305" cy="369332"/>
          </a:xfrm>
          <a:custGeom>
            <a:avLst/>
            <a:gdLst>
              <a:gd name="connsiteX0" fmla="*/ 0 w 5292305"/>
              <a:gd name="connsiteY0" fmla="*/ 0 h 369332"/>
              <a:gd name="connsiteX1" fmla="*/ 535111 w 5292305"/>
              <a:gd name="connsiteY1" fmla="*/ 0 h 369332"/>
              <a:gd name="connsiteX2" fmla="*/ 964376 w 5292305"/>
              <a:gd name="connsiteY2" fmla="*/ 0 h 369332"/>
              <a:gd name="connsiteX3" fmla="*/ 1658256 w 5292305"/>
              <a:gd name="connsiteY3" fmla="*/ 0 h 369332"/>
              <a:gd name="connsiteX4" fmla="*/ 2193366 w 5292305"/>
              <a:gd name="connsiteY4" fmla="*/ 0 h 369332"/>
              <a:gd name="connsiteX5" fmla="*/ 2728477 w 5292305"/>
              <a:gd name="connsiteY5" fmla="*/ 0 h 369332"/>
              <a:gd name="connsiteX6" fmla="*/ 3422357 w 5292305"/>
              <a:gd name="connsiteY6" fmla="*/ 0 h 369332"/>
              <a:gd name="connsiteX7" fmla="*/ 3904545 w 5292305"/>
              <a:gd name="connsiteY7" fmla="*/ 0 h 369332"/>
              <a:gd name="connsiteX8" fmla="*/ 4598425 w 5292305"/>
              <a:gd name="connsiteY8" fmla="*/ 0 h 369332"/>
              <a:gd name="connsiteX9" fmla="*/ 5292305 w 5292305"/>
              <a:gd name="connsiteY9" fmla="*/ 0 h 369332"/>
              <a:gd name="connsiteX10" fmla="*/ 5292305 w 5292305"/>
              <a:gd name="connsiteY10" fmla="*/ 369332 h 369332"/>
              <a:gd name="connsiteX11" fmla="*/ 4704271 w 5292305"/>
              <a:gd name="connsiteY11" fmla="*/ 369332 h 369332"/>
              <a:gd name="connsiteX12" fmla="*/ 4169160 w 5292305"/>
              <a:gd name="connsiteY12" fmla="*/ 369332 h 369332"/>
              <a:gd name="connsiteX13" fmla="*/ 3475280 w 5292305"/>
              <a:gd name="connsiteY13" fmla="*/ 369332 h 369332"/>
              <a:gd name="connsiteX14" fmla="*/ 2781400 w 5292305"/>
              <a:gd name="connsiteY14" fmla="*/ 369332 h 369332"/>
              <a:gd name="connsiteX15" fmla="*/ 2299213 w 5292305"/>
              <a:gd name="connsiteY15" fmla="*/ 369332 h 369332"/>
              <a:gd name="connsiteX16" fmla="*/ 1711179 w 5292305"/>
              <a:gd name="connsiteY16" fmla="*/ 369332 h 369332"/>
              <a:gd name="connsiteX17" fmla="*/ 1017299 w 5292305"/>
              <a:gd name="connsiteY17" fmla="*/ 369332 h 369332"/>
              <a:gd name="connsiteX18" fmla="*/ 0 w 5292305"/>
              <a:gd name="connsiteY18" fmla="*/ 369332 h 369332"/>
              <a:gd name="connsiteX19" fmla="*/ 0 w 5292305"/>
              <a:gd name="connsiteY19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92305" h="369332" extrusionOk="0">
                <a:moveTo>
                  <a:pt x="0" y="0"/>
                </a:moveTo>
                <a:cubicBezTo>
                  <a:pt x="183088" y="-27786"/>
                  <a:pt x="427824" y="30114"/>
                  <a:pt x="535111" y="0"/>
                </a:cubicBezTo>
                <a:cubicBezTo>
                  <a:pt x="642398" y="-30114"/>
                  <a:pt x="773959" y="26852"/>
                  <a:pt x="964376" y="0"/>
                </a:cubicBezTo>
                <a:cubicBezTo>
                  <a:pt x="1154793" y="-26852"/>
                  <a:pt x="1389471" y="55378"/>
                  <a:pt x="1658256" y="0"/>
                </a:cubicBezTo>
                <a:cubicBezTo>
                  <a:pt x="1927041" y="-55378"/>
                  <a:pt x="1953250" y="30422"/>
                  <a:pt x="2193366" y="0"/>
                </a:cubicBezTo>
                <a:cubicBezTo>
                  <a:pt x="2433482" y="-30422"/>
                  <a:pt x="2519225" y="4850"/>
                  <a:pt x="2728477" y="0"/>
                </a:cubicBezTo>
                <a:cubicBezTo>
                  <a:pt x="2937729" y="-4850"/>
                  <a:pt x="3259345" y="19961"/>
                  <a:pt x="3422357" y="0"/>
                </a:cubicBezTo>
                <a:cubicBezTo>
                  <a:pt x="3585369" y="-19961"/>
                  <a:pt x="3699616" y="42181"/>
                  <a:pt x="3904545" y="0"/>
                </a:cubicBezTo>
                <a:cubicBezTo>
                  <a:pt x="4109474" y="-42181"/>
                  <a:pt x="4252414" y="58508"/>
                  <a:pt x="4598425" y="0"/>
                </a:cubicBezTo>
                <a:cubicBezTo>
                  <a:pt x="4944436" y="-58508"/>
                  <a:pt x="5096275" y="71226"/>
                  <a:pt x="5292305" y="0"/>
                </a:cubicBezTo>
                <a:cubicBezTo>
                  <a:pt x="5309425" y="100193"/>
                  <a:pt x="5259230" y="257057"/>
                  <a:pt x="5292305" y="369332"/>
                </a:cubicBezTo>
                <a:cubicBezTo>
                  <a:pt x="5001918" y="410821"/>
                  <a:pt x="4951118" y="339540"/>
                  <a:pt x="4704271" y="369332"/>
                </a:cubicBezTo>
                <a:cubicBezTo>
                  <a:pt x="4457424" y="399124"/>
                  <a:pt x="4393569" y="344228"/>
                  <a:pt x="4169160" y="369332"/>
                </a:cubicBezTo>
                <a:cubicBezTo>
                  <a:pt x="3944751" y="394436"/>
                  <a:pt x="3730680" y="347093"/>
                  <a:pt x="3475280" y="369332"/>
                </a:cubicBezTo>
                <a:cubicBezTo>
                  <a:pt x="3219880" y="391571"/>
                  <a:pt x="3010081" y="363584"/>
                  <a:pt x="2781400" y="369332"/>
                </a:cubicBezTo>
                <a:cubicBezTo>
                  <a:pt x="2552719" y="375080"/>
                  <a:pt x="2402817" y="317359"/>
                  <a:pt x="2299213" y="369332"/>
                </a:cubicBezTo>
                <a:cubicBezTo>
                  <a:pt x="2195609" y="421305"/>
                  <a:pt x="1993058" y="310617"/>
                  <a:pt x="1711179" y="369332"/>
                </a:cubicBezTo>
                <a:cubicBezTo>
                  <a:pt x="1429300" y="428047"/>
                  <a:pt x="1186664" y="288674"/>
                  <a:pt x="1017299" y="369332"/>
                </a:cubicBezTo>
                <a:cubicBezTo>
                  <a:pt x="847934" y="449990"/>
                  <a:pt x="505396" y="256281"/>
                  <a:pt x="0" y="369332"/>
                </a:cubicBezTo>
                <a:cubicBezTo>
                  <a:pt x="-40318" y="228999"/>
                  <a:pt x="8008" y="159412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noProof="1">
                <a:latin typeface="Consolas" panose="020B0609020204030204" pitchFamily="49" charset="0"/>
              </a:rPr>
              <a:t>User.hasOne(Profile);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27F9AA-B569-3A5E-FE5F-231A85B5A23C}"/>
              </a:ext>
            </a:extLst>
          </p:cNvPr>
          <p:cNvSpPr txBox="1"/>
          <p:nvPr/>
        </p:nvSpPr>
        <p:spPr>
          <a:xfrm>
            <a:off x="5670988" y="5037099"/>
            <a:ext cx="5292305" cy="369332"/>
          </a:xfrm>
          <a:custGeom>
            <a:avLst/>
            <a:gdLst>
              <a:gd name="connsiteX0" fmla="*/ 0 w 5292305"/>
              <a:gd name="connsiteY0" fmla="*/ 0 h 369332"/>
              <a:gd name="connsiteX1" fmla="*/ 535111 w 5292305"/>
              <a:gd name="connsiteY1" fmla="*/ 0 h 369332"/>
              <a:gd name="connsiteX2" fmla="*/ 964376 w 5292305"/>
              <a:gd name="connsiteY2" fmla="*/ 0 h 369332"/>
              <a:gd name="connsiteX3" fmla="*/ 1658256 w 5292305"/>
              <a:gd name="connsiteY3" fmla="*/ 0 h 369332"/>
              <a:gd name="connsiteX4" fmla="*/ 2193366 w 5292305"/>
              <a:gd name="connsiteY4" fmla="*/ 0 h 369332"/>
              <a:gd name="connsiteX5" fmla="*/ 2728477 w 5292305"/>
              <a:gd name="connsiteY5" fmla="*/ 0 h 369332"/>
              <a:gd name="connsiteX6" fmla="*/ 3422357 w 5292305"/>
              <a:gd name="connsiteY6" fmla="*/ 0 h 369332"/>
              <a:gd name="connsiteX7" fmla="*/ 3904545 w 5292305"/>
              <a:gd name="connsiteY7" fmla="*/ 0 h 369332"/>
              <a:gd name="connsiteX8" fmla="*/ 4598425 w 5292305"/>
              <a:gd name="connsiteY8" fmla="*/ 0 h 369332"/>
              <a:gd name="connsiteX9" fmla="*/ 5292305 w 5292305"/>
              <a:gd name="connsiteY9" fmla="*/ 0 h 369332"/>
              <a:gd name="connsiteX10" fmla="*/ 5292305 w 5292305"/>
              <a:gd name="connsiteY10" fmla="*/ 369332 h 369332"/>
              <a:gd name="connsiteX11" fmla="*/ 4704271 w 5292305"/>
              <a:gd name="connsiteY11" fmla="*/ 369332 h 369332"/>
              <a:gd name="connsiteX12" fmla="*/ 4169160 w 5292305"/>
              <a:gd name="connsiteY12" fmla="*/ 369332 h 369332"/>
              <a:gd name="connsiteX13" fmla="*/ 3475280 w 5292305"/>
              <a:gd name="connsiteY13" fmla="*/ 369332 h 369332"/>
              <a:gd name="connsiteX14" fmla="*/ 2781400 w 5292305"/>
              <a:gd name="connsiteY14" fmla="*/ 369332 h 369332"/>
              <a:gd name="connsiteX15" fmla="*/ 2299213 w 5292305"/>
              <a:gd name="connsiteY15" fmla="*/ 369332 h 369332"/>
              <a:gd name="connsiteX16" fmla="*/ 1711179 w 5292305"/>
              <a:gd name="connsiteY16" fmla="*/ 369332 h 369332"/>
              <a:gd name="connsiteX17" fmla="*/ 1017299 w 5292305"/>
              <a:gd name="connsiteY17" fmla="*/ 369332 h 369332"/>
              <a:gd name="connsiteX18" fmla="*/ 0 w 5292305"/>
              <a:gd name="connsiteY18" fmla="*/ 369332 h 369332"/>
              <a:gd name="connsiteX19" fmla="*/ 0 w 5292305"/>
              <a:gd name="connsiteY19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92305" h="369332" extrusionOk="0">
                <a:moveTo>
                  <a:pt x="0" y="0"/>
                </a:moveTo>
                <a:cubicBezTo>
                  <a:pt x="183088" y="-27786"/>
                  <a:pt x="427824" y="30114"/>
                  <a:pt x="535111" y="0"/>
                </a:cubicBezTo>
                <a:cubicBezTo>
                  <a:pt x="642398" y="-30114"/>
                  <a:pt x="773959" y="26852"/>
                  <a:pt x="964376" y="0"/>
                </a:cubicBezTo>
                <a:cubicBezTo>
                  <a:pt x="1154793" y="-26852"/>
                  <a:pt x="1389471" y="55378"/>
                  <a:pt x="1658256" y="0"/>
                </a:cubicBezTo>
                <a:cubicBezTo>
                  <a:pt x="1927041" y="-55378"/>
                  <a:pt x="1953250" y="30422"/>
                  <a:pt x="2193366" y="0"/>
                </a:cubicBezTo>
                <a:cubicBezTo>
                  <a:pt x="2433482" y="-30422"/>
                  <a:pt x="2519225" y="4850"/>
                  <a:pt x="2728477" y="0"/>
                </a:cubicBezTo>
                <a:cubicBezTo>
                  <a:pt x="2937729" y="-4850"/>
                  <a:pt x="3259345" y="19961"/>
                  <a:pt x="3422357" y="0"/>
                </a:cubicBezTo>
                <a:cubicBezTo>
                  <a:pt x="3585369" y="-19961"/>
                  <a:pt x="3699616" y="42181"/>
                  <a:pt x="3904545" y="0"/>
                </a:cubicBezTo>
                <a:cubicBezTo>
                  <a:pt x="4109474" y="-42181"/>
                  <a:pt x="4252414" y="58508"/>
                  <a:pt x="4598425" y="0"/>
                </a:cubicBezTo>
                <a:cubicBezTo>
                  <a:pt x="4944436" y="-58508"/>
                  <a:pt x="5096275" y="71226"/>
                  <a:pt x="5292305" y="0"/>
                </a:cubicBezTo>
                <a:cubicBezTo>
                  <a:pt x="5309425" y="100193"/>
                  <a:pt x="5259230" y="257057"/>
                  <a:pt x="5292305" y="369332"/>
                </a:cubicBezTo>
                <a:cubicBezTo>
                  <a:pt x="5001918" y="410821"/>
                  <a:pt x="4951118" y="339540"/>
                  <a:pt x="4704271" y="369332"/>
                </a:cubicBezTo>
                <a:cubicBezTo>
                  <a:pt x="4457424" y="399124"/>
                  <a:pt x="4393569" y="344228"/>
                  <a:pt x="4169160" y="369332"/>
                </a:cubicBezTo>
                <a:cubicBezTo>
                  <a:pt x="3944751" y="394436"/>
                  <a:pt x="3730680" y="347093"/>
                  <a:pt x="3475280" y="369332"/>
                </a:cubicBezTo>
                <a:cubicBezTo>
                  <a:pt x="3219880" y="391571"/>
                  <a:pt x="3010081" y="363584"/>
                  <a:pt x="2781400" y="369332"/>
                </a:cubicBezTo>
                <a:cubicBezTo>
                  <a:pt x="2552719" y="375080"/>
                  <a:pt x="2402817" y="317359"/>
                  <a:pt x="2299213" y="369332"/>
                </a:cubicBezTo>
                <a:cubicBezTo>
                  <a:pt x="2195609" y="421305"/>
                  <a:pt x="1993058" y="310617"/>
                  <a:pt x="1711179" y="369332"/>
                </a:cubicBezTo>
                <a:cubicBezTo>
                  <a:pt x="1429300" y="428047"/>
                  <a:pt x="1186664" y="288674"/>
                  <a:pt x="1017299" y="369332"/>
                </a:cubicBezTo>
                <a:cubicBezTo>
                  <a:pt x="847934" y="449990"/>
                  <a:pt x="505396" y="256281"/>
                  <a:pt x="0" y="369332"/>
                </a:cubicBezTo>
                <a:cubicBezTo>
                  <a:pt x="-40318" y="228999"/>
                  <a:pt x="8008" y="159412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noProof="1">
                <a:latin typeface="Consolas" panose="020B0609020204030204" pitchFamily="49" charset="0"/>
              </a:rPr>
              <a:t>Profile.belongTo(User);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2B45A9-98DF-1213-15D6-7B2981BD3A38}"/>
              </a:ext>
            </a:extLst>
          </p:cNvPr>
          <p:cNvSpPr txBox="1"/>
          <p:nvPr/>
        </p:nvSpPr>
        <p:spPr>
          <a:xfrm>
            <a:off x="5602733" y="4715847"/>
            <a:ext cx="25907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belongs to a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6728B8-BE16-3609-83C2-8BDC6368F7ED}"/>
              </a:ext>
            </a:extLst>
          </p:cNvPr>
          <p:cNvSpPr txBox="1"/>
          <p:nvPr/>
        </p:nvSpPr>
        <p:spPr>
          <a:xfrm>
            <a:off x="5559655" y="3379167"/>
            <a:ext cx="25907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one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78208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A054B-62B9-47E2-0E17-DA847EA91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4D7726B0-DF3D-F7F4-7834-6988F5A7C90A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REFLECT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598DF-573D-AE36-B3D1-64CC674E970D}"/>
              </a:ext>
            </a:extLst>
          </p:cNvPr>
          <p:cNvSpPr txBox="1"/>
          <p:nvPr/>
        </p:nvSpPr>
        <p:spPr>
          <a:xfrm>
            <a:off x="3417480" y="1755607"/>
            <a:ext cx="4810674" cy="1200329"/>
          </a:xfrm>
          <a:custGeom>
            <a:avLst/>
            <a:gdLst>
              <a:gd name="connsiteX0" fmla="*/ 0 w 4810674"/>
              <a:gd name="connsiteY0" fmla="*/ 0 h 1200329"/>
              <a:gd name="connsiteX1" fmla="*/ 486413 w 4810674"/>
              <a:gd name="connsiteY1" fmla="*/ 0 h 1200329"/>
              <a:gd name="connsiteX2" fmla="*/ 876612 w 4810674"/>
              <a:gd name="connsiteY2" fmla="*/ 0 h 1200329"/>
              <a:gd name="connsiteX3" fmla="*/ 1507345 w 4810674"/>
              <a:gd name="connsiteY3" fmla="*/ 0 h 1200329"/>
              <a:gd name="connsiteX4" fmla="*/ 1993757 w 4810674"/>
              <a:gd name="connsiteY4" fmla="*/ 0 h 1200329"/>
              <a:gd name="connsiteX5" fmla="*/ 2480170 w 4810674"/>
              <a:gd name="connsiteY5" fmla="*/ 0 h 1200329"/>
              <a:gd name="connsiteX6" fmla="*/ 3110903 w 4810674"/>
              <a:gd name="connsiteY6" fmla="*/ 0 h 1200329"/>
              <a:gd name="connsiteX7" fmla="*/ 3549208 w 4810674"/>
              <a:gd name="connsiteY7" fmla="*/ 0 h 1200329"/>
              <a:gd name="connsiteX8" fmla="*/ 4179941 w 4810674"/>
              <a:gd name="connsiteY8" fmla="*/ 0 h 1200329"/>
              <a:gd name="connsiteX9" fmla="*/ 4810674 w 4810674"/>
              <a:gd name="connsiteY9" fmla="*/ 0 h 1200329"/>
              <a:gd name="connsiteX10" fmla="*/ 4810674 w 4810674"/>
              <a:gd name="connsiteY10" fmla="*/ 400110 h 1200329"/>
              <a:gd name="connsiteX11" fmla="*/ 4810674 w 4810674"/>
              <a:gd name="connsiteY11" fmla="*/ 800219 h 1200329"/>
              <a:gd name="connsiteX12" fmla="*/ 4810674 w 4810674"/>
              <a:gd name="connsiteY12" fmla="*/ 1200329 h 1200329"/>
              <a:gd name="connsiteX13" fmla="*/ 4420475 w 4810674"/>
              <a:gd name="connsiteY13" fmla="*/ 1200329 h 1200329"/>
              <a:gd name="connsiteX14" fmla="*/ 3789742 w 4810674"/>
              <a:gd name="connsiteY14" fmla="*/ 1200329 h 1200329"/>
              <a:gd name="connsiteX15" fmla="*/ 3351436 w 4810674"/>
              <a:gd name="connsiteY15" fmla="*/ 1200329 h 1200329"/>
              <a:gd name="connsiteX16" fmla="*/ 2816917 w 4810674"/>
              <a:gd name="connsiteY16" fmla="*/ 1200329 h 1200329"/>
              <a:gd name="connsiteX17" fmla="*/ 2186184 w 4810674"/>
              <a:gd name="connsiteY17" fmla="*/ 1200329 h 1200329"/>
              <a:gd name="connsiteX18" fmla="*/ 1651665 w 4810674"/>
              <a:gd name="connsiteY18" fmla="*/ 1200329 h 1200329"/>
              <a:gd name="connsiteX19" fmla="*/ 1261466 w 4810674"/>
              <a:gd name="connsiteY19" fmla="*/ 1200329 h 1200329"/>
              <a:gd name="connsiteX20" fmla="*/ 823160 w 4810674"/>
              <a:gd name="connsiteY20" fmla="*/ 1200329 h 1200329"/>
              <a:gd name="connsiteX21" fmla="*/ 0 w 4810674"/>
              <a:gd name="connsiteY21" fmla="*/ 1200329 h 1200329"/>
              <a:gd name="connsiteX22" fmla="*/ 0 w 4810674"/>
              <a:gd name="connsiteY22" fmla="*/ 800219 h 1200329"/>
              <a:gd name="connsiteX23" fmla="*/ 0 w 4810674"/>
              <a:gd name="connsiteY23" fmla="*/ 400110 h 1200329"/>
              <a:gd name="connsiteX24" fmla="*/ 0 w 4810674"/>
              <a:gd name="connsiteY24" fmla="*/ 0 h 120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810674" h="1200329" extrusionOk="0">
                <a:moveTo>
                  <a:pt x="0" y="0"/>
                </a:moveTo>
                <a:cubicBezTo>
                  <a:pt x="188033" y="-40355"/>
                  <a:pt x="282078" y="26680"/>
                  <a:pt x="486413" y="0"/>
                </a:cubicBezTo>
                <a:cubicBezTo>
                  <a:pt x="690748" y="-26680"/>
                  <a:pt x="754335" y="34585"/>
                  <a:pt x="876612" y="0"/>
                </a:cubicBezTo>
                <a:cubicBezTo>
                  <a:pt x="998889" y="-34585"/>
                  <a:pt x="1299518" y="52663"/>
                  <a:pt x="1507345" y="0"/>
                </a:cubicBezTo>
                <a:cubicBezTo>
                  <a:pt x="1715172" y="-52663"/>
                  <a:pt x="1827337" y="8205"/>
                  <a:pt x="1993757" y="0"/>
                </a:cubicBezTo>
                <a:cubicBezTo>
                  <a:pt x="2160177" y="-8205"/>
                  <a:pt x="2286108" y="5491"/>
                  <a:pt x="2480170" y="0"/>
                </a:cubicBezTo>
                <a:cubicBezTo>
                  <a:pt x="2674232" y="-5491"/>
                  <a:pt x="2837537" y="20586"/>
                  <a:pt x="3110903" y="0"/>
                </a:cubicBezTo>
                <a:cubicBezTo>
                  <a:pt x="3384269" y="-20586"/>
                  <a:pt x="3354062" y="50718"/>
                  <a:pt x="3549208" y="0"/>
                </a:cubicBezTo>
                <a:cubicBezTo>
                  <a:pt x="3744355" y="-50718"/>
                  <a:pt x="3900282" y="39755"/>
                  <a:pt x="4179941" y="0"/>
                </a:cubicBezTo>
                <a:cubicBezTo>
                  <a:pt x="4459600" y="-39755"/>
                  <a:pt x="4577156" y="60272"/>
                  <a:pt x="4810674" y="0"/>
                </a:cubicBezTo>
                <a:cubicBezTo>
                  <a:pt x="4826929" y="198334"/>
                  <a:pt x="4764965" y="207676"/>
                  <a:pt x="4810674" y="400110"/>
                </a:cubicBezTo>
                <a:cubicBezTo>
                  <a:pt x="4856383" y="592544"/>
                  <a:pt x="4765716" y="647230"/>
                  <a:pt x="4810674" y="800219"/>
                </a:cubicBezTo>
                <a:cubicBezTo>
                  <a:pt x="4855632" y="953208"/>
                  <a:pt x="4768853" y="1041758"/>
                  <a:pt x="4810674" y="1200329"/>
                </a:cubicBezTo>
                <a:cubicBezTo>
                  <a:pt x="4666744" y="1200445"/>
                  <a:pt x="4533701" y="1156746"/>
                  <a:pt x="4420475" y="1200329"/>
                </a:cubicBezTo>
                <a:cubicBezTo>
                  <a:pt x="4307249" y="1243912"/>
                  <a:pt x="4010112" y="1185982"/>
                  <a:pt x="3789742" y="1200329"/>
                </a:cubicBezTo>
                <a:cubicBezTo>
                  <a:pt x="3569372" y="1214676"/>
                  <a:pt x="3490965" y="1164427"/>
                  <a:pt x="3351436" y="1200329"/>
                </a:cubicBezTo>
                <a:cubicBezTo>
                  <a:pt x="3211907" y="1236231"/>
                  <a:pt x="2965213" y="1185479"/>
                  <a:pt x="2816917" y="1200329"/>
                </a:cubicBezTo>
                <a:cubicBezTo>
                  <a:pt x="2668621" y="1215179"/>
                  <a:pt x="2445452" y="1133760"/>
                  <a:pt x="2186184" y="1200329"/>
                </a:cubicBezTo>
                <a:cubicBezTo>
                  <a:pt x="1926916" y="1266898"/>
                  <a:pt x="1916636" y="1186365"/>
                  <a:pt x="1651665" y="1200329"/>
                </a:cubicBezTo>
                <a:cubicBezTo>
                  <a:pt x="1386694" y="1214293"/>
                  <a:pt x="1345524" y="1168736"/>
                  <a:pt x="1261466" y="1200329"/>
                </a:cubicBezTo>
                <a:cubicBezTo>
                  <a:pt x="1177408" y="1231922"/>
                  <a:pt x="918432" y="1182484"/>
                  <a:pt x="823160" y="1200329"/>
                </a:cubicBezTo>
                <a:cubicBezTo>
                  <a:pt x="727888" y="1218174"/>
                  <a:pt x="302871" y="1175999"/>
                  <a:pt x="0" y="1200329"/>
                </a:cubicBezTo>
                <a:cubicBezTo>
                  <a:pt x="-15715" y="1048143"/>
                  <a:pt x="42548" y="979647"/>
                  <a:pt x="0" y="800219"/>
                </a:cubicBezTo>
                <a:cubicBezTo>
                  <a:pt x="-42548" y="620791"/>
                  <a:pt x="17772" y="505373"/>
                  <a:pt x="0" y="400110"/>
                </a:cubicBezTo>
                <a:cubicBezTo>
                  <a:pt x="-17772" y="294847"/>
                  <a:pt x="33197" y="134185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400" noProof="1">
                <a:latin typeface="Consolas" panose="020B0609020204030204" pitchFamily="49" charset="0"/>
              </a:rPr>
              <a:t>User.hasOne(Profile);</a:t>
            </a:r>
          </a:p>
          <a:p>
            <a:endParaRPr lang="en-US" sz="2400" noProof="1">
              <a:latin typeface="Consolas" panose="020B0609020204030204" pitchFamily="49" charset="0"/>
            </a:endParaRPr>
          </a:p>
          <a:p>
            <a:r>
              <a:rPr lang="en-US" sz="2400" noProof="1">
                <a:latin typeface="Consolas" panose="020B0609020204030204" pitchFamily="49" charset="0"/>
              </a:rPr>
              <a:t>Profile.belongTo(User);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C6913A7-C581-6C59-FDA2-C871606A1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174512"/>
              </p:ext>
            </p:extLst>
          </p:nvPr>
        </p:nvGraphicFramePr>
        <p:xfrm>
          <a:off x="1089945" y="4431129"/>
          <a:ext cx="4732872" cy="158305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3218">
                  <a:extLst>
                    <a:ext uri="{9D8B030D-6E8A-4147-A177-3AD203B41FA5}">
                      <a16:colId xmlns:a16="http://schemas.microsoft.com/office/drawing/2014/main" val="2258044611"/>
                    </a:ext>
                  </a:extLst>
                </a:gridCol>
                <a:gridCol w="1183218">
                  <a:extLst>
                    <a:ext uri="{9D8B030D-6E8A-4147-A177-3AD203B41FA5}">
                      <a16:colId xmlns:a16="http://schemas.microsoft.com/office/drawing/2014/main" val="884692911"/>
                    </a:ext>
                  </a:extLst>
                </a:gridCol>
                <a:gridCol w="931100">
                  <a:extLst>
                    <a:ext uri="{9D8B030D-6E8A-4147-A177-3AD203B41FA5}">
                      <a16:colId xmlns:a16="http://schemas.microsoft.com/office/drawing/2014/main" val="1774286007"/>
                    </a:ext>
                  </a:extLst>
                </a:gridCol>
                <a:gridCol w="1435336">
                  <a:extLst>
                    <a:ext uri="{9D8B030D-6E8A-4147-A177-3AD203B41FA5}">
                      <a16:colId xmlns:a16="http://schemas.microsoft.com/office/drawing/2014/main" val="4149704947"/>
                    </a:ext>
                  </a:extLst>
                </a:gridCol>
              </a:tblGrid>
              <a:tr h="527685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219511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663377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Takao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90768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10DA145-9EDB-41B9-911E-5A5AA6271AF4}"/>
              </a:ext>
            </a:extLst>
          </p:cNvPr>
          <p:cNvSpPr txBox="1"/>
          <p:nvPr/>
        </p:nvSpPr>
        <p:spPr>
          <a:xfrm>
            <a:off x="1089945" y="3990698"/>
            <a:ext cx="1652706" cy="3693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E720397-20ED-333D-8CA8-3FA3A8A35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478895"/>
              </p:ext>
            </p:extLst>
          </p:nvPr>
        </p:nvGraphicFramePr>
        <p:xfrm>
          <a:off x="6280033" y="4502228"/>
          <a:ext cx="4732872" cy="158305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3218">
                  <a:extLst>
                    <a:ext uri="{9D8B030D-6E8A-4147-A177-3AD203B41FA5}">
                      <a16:colId xmlns:a16="http://schemas.microsoft.com/office/drawing/2014/main" val="2258044611"/>
                    </a:ext>
                  </a:extLst>
                </a:gridCol>
                <a:gridCol w="1183218">
                  <a:extLst>
                    <a:ext uri="{9D8B030D-6E8A-4147-A177-3AD203B41FA5}">
                      <a16:colId xmlns:a16="http://schemas.microsoft.com/office/drawing/2014/main" val="884692911"/>
                    </a:ext>
                  </a:extLst>
                </a:gridCol>
                <a:gridCol w="931100">
                  <a:extLst>
                    <a:ext uri="{9D8B030D-6E8A-4147-A177-3AD203B41FA5}">
                      <a16:colId xmlns:a16="http://schemas.microsoft.com/office/drawing/2014/main" val="1774286007"/>
                    </a:ext>
                  </a:extLst>
                </a:gridCol>
                <a:gridCol w="1435336">
                  <a:extLst>
                    <a:ext uri="{9D8B030D-6E8A-4147-A177-3AD203B41FA5}">
                      <a16:colId xmlns:a16="http://schemas.microsoft.com/office/drawing/2014/main" val="4149704947"/>
                    </a:ext>
                  </a:extLst>
                </a:gridCol>
              </a:tblGrid>
              <a:tr h="527685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219511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663377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907688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30DDDA7-2C21-0DE7-B50F-FE0358D4AAA5}"/>
              </a:ext>
            </a:extLst>
          </p:cNvPr>
          <p:cNvSpPr txBox="1"/>
          <p:nvPr/>
        </p:nvSpPr>
        <p:spPr>
          <a:xfrm>
            <a:off x="6280033" y="4061797"/>
            <a:ext cx="1652706" cy="3693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BE2F14-603F-96D2-21D0-AEA603A99D9F}"/>
              </a:ext>
            </a:extLst>
          </p:cNvPr>
          <p:cNvSpPr txBox="1"/>
          <p:nvPr/>
        </p:nvSpPr>
        <p:spPr>
          <a:xfrm>
            <a:off x="1304624" y="617901"/>
            <a:ext cx="9582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 we add a foreign key on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 or </a:t>
            </a:r>
            <a:r>
              <a:rPr lang="en-US" sz="32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Profile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 ?</a:t>
            </a:r>
          </a:p>
        </p:txBody>
      </p:sp>
    </p:spTree>
    <p:extLst>
      <p:ext uri="{BB962C8B-B14F-4D97-AF65-F5344CB8AC3E}">
        <p14:creationId xmlns:p14="http://schemas.microsoft.com/office/powerpoint/2010/main" val="11813859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96C81-50A0-18E8-0FCF-E98806854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FEB2AF-C7E6-DC5F-E7B1-4ECD14E543AD}"/>
              </a:ext>
            </a:extLst>
          </p:cNvPr>
          <p:cNvSpPr txBox="1"/>
          <p:nvPr/>
        </p:nvSpPr>
        <p:spPr>
          <a:xfrm>
            <a:off x="1099740" y="1826352"/>
            <a:ext cx="10778079" cy="58477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table that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belongs to the other one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holds the foreign key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CC2BE6-493C-95E7-AAF1-7568523D009E}"/>
              </a:ext>
            </a:extLst>
          </p:cNvPr>
          <p:cNvSpPr txBox="1"/>
          <p:nvPr/>
        </p:nvSpPr>
        <p:spPr>
          <a:xfrm>
            <a:off x="2580911" y="659485"/>
            <a:ext cx="7219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 we add a foreign key on </a:t>
            </a:r>
            <a:r>
              <a:rPr lang="en-US" sz="2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 or </a:t>
            </a:r>
            <a:r>
              <a:rPr lang="en-US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 ?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DE4F6360-53F8-D0A1-89D9-AC8471016EF6}"/>
              </a:ext>
            </a:extLst>
          </p:cNvPr>
          <p:cNvSpPr txBox="1"/>
          <p:nvPr/>
        </p:nvSpPr>
        <p:spPr>
          <a:xfrm rot="20091581">
            <a:off x="232638" y="667338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5E8E811-9F8D-9B7D-D62B-A66360932C2B}"/>
              </a:ext>
            </a:extLst>
          </p:cNvPr>
          <p:cNvSpPr/>
          <p:nvPr/>
        </p:nvSpPr>
        <p:spPr>
          <a:xfrm>
            <a:off x="7618712" y="484553"/>
            <a:ext cx="2713271" cy="811531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2B8727-446F-FDF0-B05C-D55E2D9494A8}"/>
              </a:ext>
            </a:extLst>
          </p:cNvPr>
          <p:cNvSpPr txBox="1"/>
          <p:nvPr/>
        </p:nvSpPr>
        <p:spPr>
          <a:xfrm>
            <a:off x="1167623" y="2941396"/>
            <a:ext cx="10642315" cy="3785652"/>
          </a:xfrm>
          <a:custGeom>
            <a:avLst/>
            <a:gdLst>
              <a:gd name="connsiteX0" fmla="*/ 0 w 10642315"/>
              <a:gd name="connsiteY0" fmla="*/ 0 h 3785652"/>
              <a:gd name="connsiteX1" fmla="*/ 804086 w 10642315"/>
              <a:gd name="connsiteY1" fmla="*/ 0 h 3785652"/>
              <a:gd name="connsiteX2" fmla="*/ 1395326 w 10642315"/>
              <a:gd name="connsiteY2" fmla="*/ 0 h 3785652"/>
              <a:gd name="connsiteX3" fmla="*/ 1880142 w 10642315"/>
              <a:gd name="connsiteY3" fmla="*/ 0 h 3785652"/>
              <a:gd name="connsiteX4" fmla="*/ 2471382 w 10642315"/>
              <a:gd name="connsiteY4" fmla="*/ 0 h 3785652"/>
              <a:gd name="connsiteX5" fmla="*/ 2956199 w 10642315"/>
              <a:gd name="connsiteY5" fmla="*/ 0 h 3785652"/>
              <a:gd name="connsiteX6" fmla="*/ 3228169 w 10642315"/>
              <a:gd name="connsiteY6" fmla="*/ 0 h 3785652"/>
              <a:gd name="connsiteX7" fmla="*/ 4032255 w 10642315"/>
              <a:gd name="connsiteY7" fmla="*/ 0 h 3785652"/>
              <a:gd name="connsiteX8" fmla="*/ 4410648 w 10642315"/>
              <a:gd name="connsiteY8" fmla="*/ 0 h 3785652"/>
              <a:gd name="connsiteX9" fmla="*/ 4789042 w 10642315"/>
              <a:gd name="connsiteY9" fmla="*/ 0 h 3785652"/>
              <a:gd name="connsiteX10" fmla="*/ 5486705 w 10642315"/>
              <a:gd name="connsiteY10" fmla="*/ 0 h 3785652"/>
              <a:gd name="connsiteX11" fmla="*/ 5758675 w 10642315"/>
              <a:gd name="connsiteY11" fmla="*/ 0 h 3785652"/>
              <a:gd name="connsiteX12" fmla="*/ 6030645 w 10642315"/>
              <a:gd name="connsiteY12" fmla="*/ 0 h 3785652"/>
              <a:gd name="connsiteX13" fmla="*/ 6409039 w 10642315"/>
              <a:gd name="connsiteY13" fmla="*/ 0 h 3785652"/>
              <a:gd name="connsiteX14" fmla="*/ 7000278 w 10642315"/>
              <a:gd name="connsiteY14" fmla="*/ 0 h 3785652"/>
              <a:gd name="connsiteX15" fmla="*/ 7272249 w 10642315"/>
              <a:gd name="connsiteY15" fmla="*/ 0 h 3785652"/>
              <a:gd name="connsiteX16" fmla="*/ 7969911 w 10642315"/>
              <a:gd name="connsiteY16" fmla="*/ 0 h 3785652"/>
              <a:gd name="connsiteX17" fmla="*/ 8454728 w 10642315"/>
              <a:gd name="connsiteY17" fmla="*/ 0 h 3785652"/>
              <a:gd name="connsiteX18" fmla="*/ 9045968 w 10642315"/>
              <a:gd name="connsiteY18" fmla="*/ 0 h 3785652"/>
              <a:gd name="connsiteX19" fmla="*/ 9850054 w 10642315"/>
              <a:gd name="connsiteY19" fmla="*/ 0 h 3785652"/>
              <a:gd name="connsiteX20" fmla="*/ 10642315 w 10642315"/>
              <a:gd name="connsiteY20" fmla="*/ 0 h 3785652"/>
              <a:gd name="connsiteX21" fmla="*/ 10642315 w 10642315"/>
              <a:gd name="connsiteY21" fmla="*/ 540807 h 3785652"/>
              <a:gd name="connsiteX22" fmla="*/ 10642315 w 10642315"/>
              <a:gd name="connsiteY22" fmla="*/ 1081615 h 3785652"/>
              <a:gd name="connsiteX23" fmla="*/ 10642315 w 10642315"/>
              <a:gd name="connsiteY23" fmla="*/ 1508853 h 3785652"/>
              <a:gd name="connsiteX24" fmla="*/ 10642315 w 10642315"/>
              <a:gd name="connsiteY24" fmla="*/ 1973947 h 3785652"/>
              <a:gd name="connsiteX25" fmla="*/ 10642315 w 10642315"/>
              <a:gd name="connsiteY25" fmla="*/ 2401185 h 3785652"/>
              <a:gd name="connsiteX26" fmla="*/ 10642315 w 10642315"/>
              <a:gd name="connsiteY26" fmla="*/ 2941992 h 3785652"/>
              <a:gd name="connsiteX27" fmla="*/ 10642315 w 10642315"/>
              <a:gd name="connsiteY27" fmla="*/ 3785652 h 3785652"/>
              <a:gd name="connsiteX28" fmla="*/ 10157498 w 10642315"/>
              <a:gd name="connsiteY28" fmla="*/ 3785652 h 3785652"/>
              <a:gd name="connsiteX29" fmla="*/ 9459836 w 10642315"/>
              <a:gd name="connsiteY29" fmla="*/ 3785652 h 3785652"/>
              <a:gd name="connsiteX30" fmla="*/ 8868596 w 10642315"/>
              <a:gd name="connsiteY30" fmla="*/ 3785652 h 3785652"/>
              <a:gd name="connsiteX31" fmla="*/ 8170933 w 10642315"/>
              <a:gd name="connsiteY31" fmla="*/ 3785652 h 3785652"/>
              <a:gd name="connsiteX32" fmla="*/ 7898963 w 10642315"/>
              <a:gd name="connsiteY32" fmla="*/ 3785652 h 3785652"/>
              <a:gd name="connsiteX33" fmla="*/ 7626992 w 10642315"/>
              <a:gd name="connsiteY33" fmla="*/ 3785652 h 3785652"/>
              <a:gd name="connsiteX34" fmla="*/ 6929330 w 10642315"/>
              <a:gd name="connsiteY34" fmla="*/ 3785652 h 3785652"/>
              <a:gd name="connsiteX35" fmla="*/ 6444513 w 10642315"/>
              <a:gd name="connsiteY35" fmla="*/ 3785652 h 3785652"/>
              <a:gd name="connsiteX36" fmla="*/ 6172543 w 10642315"/>
              <a:gd name="connsiteY36" fmla="*/ 3785652 h 3785652"/>
              <a:gd name="connsiteX37" fmla="*/ 5581303 w 10642315"/>
              <a:gd name="connsiteY37" fmla="*/ 3785652 h 3785652"/>
              <a:gd name="connsiteX38" fmla="*/ 5202910 w 10642315"/>
              <a:gd name="connsiteY38" fmla="*/ 3785652 h 3785652"/>
              <a:gd name="connsiteX39" fmla="*/ 4824516 w 10642315"/>
              <a:gd name="connsiteY39" fmla="*/ 3785652 h 3785652"/>
              <a:gd name="connsiteX40" fmla="*/ 4339700 w 10642315"/>
              <a:gd name="connsiteY40" fmla="*/ 3785652 h 3785652"/>
              <a:gd name="connsiteX41" fmla="*/ 3854883 w 10642315"/>
              <a:gd name="connsiteY41" fmla="*/ 3785652 h 3785652"/>
              <a:gd name="connsiteX42" fmla="*/ 3050797 w 10642315"/>
              <a:gd name="connsiteY42" fmla="*/ 3785652 h 3785652"/>
              <a:gd name="connsiteX43" fmla="*/ 2246711 w 10642315"/>
              <a:gd name="connsiteY43" fmla="*/ 3785652 h 3785652"/>
              <a:gd name="connsiteX44" fmla="*/ 1442625 w 10642315"/>
              <a:gd name="connsiteY44" fmla="*/ 3785652 h 3785652"/>
              <a:gd name="connsiteX45" fmla="*/ 638539 w 10642315"/>
              <a:gd name="connsiteY45" fmla="*/ 3785652 h 3785652"/>
              <a:gd name="connsiteX46" fmla="*/ 0 w 10642315"/>
              <a:gd name="connsiteY46" fmla="*/ 3785652 h 3785652"/>
              <a:gd name="connsiteX47" fmla="*/ 0 w 10642315"/>
              <a:gd name="connsiteY47" fmla="*/ 3320558 h 3785652"/>
              <a:gd name="connsiteX48" fmla="*/ 0 w 10642315"/>
              <a:gd name="connsiteY48" fmla="*/ 2704037 h 3785652"/>
              <a:gd name="connsiteX49" fmla="*/ 0 w 10642315"/>
              <a:gd name="connsiteY49" fmla="*/ 2276799 h 3785652"/>
              <a:gd name="connsiteX50" fmla="*/ 0 w 10642315"/>
              <a:gd name="connsiteY50" fmla="*/ 1735992 h 3785652"/>
              <a:gd name="connsiteX51" fmla="*/ 0 w 10642315"/>
              <a:gd name="connsiteY51" fmla="*/ 1119471 h 3785652"/>
              <a:gd name="connsiteX52" fmla="*/ 0 w 10642315"/>
              <a:gd name="connsiteY52" fmla="*/ 692234 h 3785652"/>
              <a:gd name="connsiteX53" fmla="*/ 0 w 10642315"/>
              <a:gd name="connsiteY53" fmla="*/ 0 h 3785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0642315" h="3785652" extrusionOk="0">
                <a:moveTo>
                  <a:pt x="0" y="0"/>
                </a:moveTo>
                <a:cubicBezTo>
                  <a:pt x="256818" y="-75704"/>
                  <a:pt x="426990" y="89150"/>
                  <a:pt x="804086" y="0"/>
                </a:cubicBezTo>
                <a:cubicBezTo>
                  <a:pt x="1181182" y="-89150"/>
                  <a:pt x="1271821" y="65840"/>
                  <a:pt x="1395326" y="0"/>
                </a:cubicBezTo>
                <a:cubicBezTo>
                  <a:pt x="1518831" y="-65840"/>
                  <a:pt x="1710366" y="51421"/>
                  <a:pt x="1880142" y="0"/>
                </a:cubicBezTo>
                <a:cubicBezTo>
                  <a:pt x="2049918" y="-51421"/>
                  <a:pt x="2265442" y="6413"/>
                  <a:pt x="2471382" y="0"/>
                </a:cubicBezTo>
                <a:cubicBezTo>
                  <a:pt x="2677322" y="-6413"/>
                  <a:pt x="2798103" y="600"/>
                  <a:pt x="2956199" y="0"/>
                </a:cubicBezTo>
                <a:cubicBezTo>
                  <a:pt x="3114295" y="-600"/>
                  <a:pt x="3157303" y="11694"/>
                  <a:pt x="3228169" y="0"/>
                </a:cubicBezTo>
                <a:cubicBezTo>
                  <a:pt x="3299035" y="-11694"/>
                  <a:pt x="3863100" y="26193"/>
                  <a:pt x="4032255" y="0"/>
                </a:cubicBezTo>
                <a:cubicBezTo>
                  <a:pt x="4201410" y="-26193"/>
                  <a:pt x="4295827" y="21460"/>
                  <a:pt x="4410648" y="0"/>
                </a:cubicBezTo>
                <a:cubicBezTo>
                  <a:pt x="4525469" y="-21460"/>
                  <a:pt x="4707381" y="43740"/>
                  <a:pt x="4789042" y="0"/>
                </a:cubicBezTo>
                <a:cubicBezTo>
                  <a:pt x="4870703" y="-43740"/>
                  <a:pt x="5279731" y="67894"/>
                  <a:pt x="5486705" y="0"/>
                </a:cubicBezTo>
                <a:cubicBezTo>
                  <a:pt x="5693679" y="-67894"/>
                  <a:pt x="5684793" y="11604"/>
                  <a:pt x="5758675" y="0"/>
                </a:cubicBezTo>
                <a:cubicBezTo>
                  <a:pt x="5832557" y="-11604"/>
                  <a:pt x="5896905" y="14925"/>
                  <a:pt x="6030645" y="0"/>
                </a:cubicBezTo>
                <a:cubicBezTo>
                  <a:pt x="6164385" y="-14925"/>
                  <a:pt x="6323239" y="42476"/>
                  <a:pt x="6409039" y="0"/>
                </a:cubicBezTo>
                <a:cubicBezTo>
                  <a:pt x="6494839" y="-42476"/>
                  <a:pt x="6707421" y="7662"/>
                  <a:pt x="7000278" y="0"/>
                </a:cubicBezTo>
                <a:cubicBezTo>
                  <a:pt x="7293135" y="-7662"/>
                  <a:pt x="7153357" y="18420"/>
                  <a:pt x="7272249" y="0"/>
                </a:cubicBezTo>
                <a:cubicBezTo>
                  <a:pt x="7391141" y="-18420"/>
                  <a:pt x="7639005" y="41226"/>
                  <a:pt x="7969911" y="0"/>
                </a:cubicBezTo>
                <a:cubicBezTo>
                  <a:pt x="8300817" y="-41226"/>
                  <a:pt x="8296189" y="28089"/>
                  <a:pt x="8454728" y="0"/>
                </a:cubicBezTo>
                <a:cubicBezTo>
                  <a:pt x="8613267" y="-28089"/>
                  <a:pt x="8755145" y="36323"/>
                  <a:pt x="9045968" y="0"/>
                </a:cubicBezTo>
                <a:cubicBezTo>
                  <a:pt x="9336791" y="-36323"/>
                  <a:pt x="9591456" y="62464"/>
                  <a:pt x="9850054" y="0"/>
                </a:cubicBezTo>
                <a:cubicBezTo>
                  <a:pt x="10108652" y="-62464"/>
                  <a:pt x="10465758" y="25557"/>
                  <a:pt x="10642315" y="0"/>
                </a:cubicBezTo>
                <a:cubicBezTo>
                  <a:pt x="10678000" y="153147"/>
                  <a:pt x="10592933" y="353614"/>
                  <a:pt x="10642315" y="540807"/>
                </a:cubicBezTo>
                <a:cubicBezTo>
                  <a:pt x="10691697" y="728000"/>
                  <a:pt x="10585190" y="861378"/>
                  <a:pt x="10642315" y="1081615"/>
                </a:cubicBezTo>
                <a:cubicBezTo>
                  <a:pt x="10699440" y="1301852"/>
                  <a:pt x="10610983" y="1341727"/>
                  <a:pt x="10642315" y="1508853"/>
                </a:cubicBezTo>
                <a:cubicBezTo>
                  <a:pt x="10673647" y="1675979"/>
                  <a:pt x="10618239" y="1782791"/>
                  <a:pt x="10642315" y="1973947"/>
                </a:cubicBezTo>
                <a:cubicBezTo>
                  <a:pt x="10666391" y="2165103"/>
                  <a:pt x="10619691" y="2276327"/>
                  <a:pt x="10642315" y="2401185"/>
                </a:cubicBezTo>
                <a:cubicBezTo>
                  <a:pt x="10664939" y="2526043"/>
                  <a:pt x="10588502" y="2817634"/>
                  <a:pt x="10642315" y="2941992"/>
                </a:cubicBezTo>
                <a:cubicBezTo>
                  <a:pt x="10696128" y="3066350"/>
                  <a:pt x="10569623" y="3549391"/>
                  <a:pt x="10642315" y="3785652"/>
                </a:cubicBezTo>
                <a:cubicBezTo>
                  <a:pt x="10409442" y="3842741"/>
                  <a:pt x="10350683" y="3734024"/>
                  <a:pt x="10157498" y="3785652"/>
                </a:cubicBezTo>
                <a:cubicBezTo>
                  <a:pt x="9964313" y="3837280"/>
                  <a:pt x="9705174" y="3775566"/>
                  <a:pt x="9459836" y="3785652"/>
                </a:cubicBezTo>
                <a:cubicBezTo>
                  <a:pt x="9214498" y="3795738"/>
                  <a:pt x="9094485" y="3757872"/>
                  <a:pt x="8868596" y="3785652"/>
                </a:cubicBezTo>
                <a:cubicBezTo>
                  <a:pt x="8642707" y="3813432"/>
                  <a:pt x="8367603" y="3748116"/>
                  <a:pt x="8170933" y="3785652"/>
                </a:cubicBezTo>
                <a:cubicBezTo>
                  <a:pt x="7974263" y="3823188"/>
                  <a:pt x="7987664" y="3779684"/>
                  <a:pt x="7898963" y="3785652"/>
                </a:cubicBezTo>
                <a:cubicBezTo>
                  <a:pt x="7810262" y="3791620"/>
                  <a:pt x="7717239" y="3755591"/>
                  <a:pt x="7626992" y="3785652"/>
                </a:cubicBezTo>
                <a:cubicBezTo>
                  <a:pt x="7536745" y="3815713"/>
                  <a:pt x="7081628" y="3707964"/>
                  <a:pt x="6929330" y="3785652"/>
                </a:cubicBezTo>
                <a:cubicBezTo>
                  <a:pt x="6777032" y="3863340"/>
                  <a:pt x="6679576" y="3748586"/>
                  <a:pt x="6444513" y="3785652"/>
                </a:cubicBezTo>
                <a:cubicBezTo>
                  <a:pt x="6209450" y="3822718"/>
                  <a:pt x="6264124" y="3768913"/>
                  <a:pt x="6172543" y="3785652"/>
                </a:cubicBezTo>
                <a:cubicBezTo>
                  <a:pt x="6080962" y="3802391"/>
                  <a:pt x="5717573" y="3726442"/>
                  <a:pt x="5581303" y="3785652"/>
                </a:cubicBezTo>
                <a:cubicBezTo>
                  <a:pt x="5445033" y="3844862"/>
                  <a:pt x="5313343" y="3782597"/>
                  <a:pt x="5202910" y="3785652"/>
                </a:cubicBezTo>
                <a:cubicBezTo>
                  <a:pt x="5092477" y="3788707"/>
                  <a:pt x="5009681" y="3770555"/>
                  <a:pt x="4824516" y="3785652"/>
                </a:cubicBezTo>
                <a:cubicBezTo>
                  <a:pt x="4639351" y="3800749"/>
                  <a:pt x="4529392" y="3772089"/>
                  <a:pt x="4339700" y="3785652"/>
                </a:cubicBezTo>
                <a:cubicBezTo>
                  <a:pt x="4150008" y="3799215"/>
                  <a:pt x="4017694" y="3779530"/>
                  <a:pt x="3854883" y="3785652"/>
                </a:cubicBezTo>
                <a:cubicBezTo>
                  <a:pt x="3692072" y="3791774"/>
                  <a:pt x="3383745" y="3689884"/>
                  <a:pt x="3050797" y="3785652"/>
                </a:cubicBezTo>
                <a:cubicBezTo>
                  <a:pt x="2717849" y="3881420"/>
                  <a:pt x="2489084" y="3739515"/>
                  <a:pt x="2246711" y="3785652"/>
                </a:cubicBezTo>
                <a:cubicBezTo>
                  <a:pt x="2004338" y="3831789"/>
                  <a:pt x="1698978" y="3775584"/>
                  <a:pt x="1442625" y="3785652"/>
                </a:cubicBezTo>
                <a:cubicBezTo>
                  <a:pt x="1186272" y="3795720"/>
                  <a:pt x="846295" y="3692752"/>
                  <a:pt x="638539" y="3785652"/>
                </a:cubicBezTo>
                <a:cubicBezTo>
                  <a:pt x="430783" y="3878552"/>
                  <a:pt x="188266" y="3761340"/>
                  <a:pt x="0" y="3785652"/>
                </a:cubicBezTo>
                <a:cubicBezTo>
                  <a:pt x="-12465" y="3636282"/>
                  <a:pt x="37935" y="3534326"/>
                  <a:pt x="0" y="3320558"/>
                </a:cubicBezTo>
                <a:cubicBezTo>
                  <a:pt x="-37935" y="3106790"/>
                  <a:pt x="36681" y="2895584"/>
                  <a:pt x="0" y="2704037"/>
                </a:cubicBezTo>
                <a:cubicBezTo>
                  <a:pt x="-36681" y="2512490"/>
                  <a:pt x="27637" y="2487624"/>
                  <a:pt x="0" y="2276799"/>
                </a:cubicBezTo>
                <a:cubicBezTo>
                  <a:pt x="-27637" y="2065974"/>
                  <a:pt x="32619" y="1904623"/>
                  <a:pt x="0" y="1735992"/>
                </a:cubicBezTo>
                <a:cubicBezTo>
                  <a:pt x="-32619" y="1567361"/>
                  <a:pt x="10066" y="1363209"/>
                  <a:pt x="0" y="1119471"/>
                </a:cubicBezTo>
                <a:cubicBezTo>
                  <a:pt x="-10066" y="875733"/>
                  <a:pt x="42823" y="800055"/>
                  <a:pt x="0" y="692234"/>
                </a:cubicBezTo>
                <a:cubicBezTo>
                  <a:pt x="-42823" y="584413"/>
                  <a:pt x="24341" y="331204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50714378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>
              <a:latin typeface="Comic Sans MS" panose="030F0702030302020204" pitchFamily="66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mic Sans MS" panose="030F07020303020202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Can a User exist without a Profile?	</a:t>
            </a:r>
            <a:r>
              <a:rPr lang="en-US" sz="2000" dirty="0">
                <a:latin typeface="Comic Sans MS" panose="030F07020303020202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dirty="0">
                <a:solidFill>
                  <a:schemeClr val="accent6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YES</a:t>
            </a:r>
          </a:p>
          <a:p>
            <a:endParaRPr lang="en-US" sz="2000" dirty="0">
              <a:solidFill>
                <a:schemeClr val="accent6"/>
              </a:solidFill>
              <a:latin typeface="Comic Sans MS" panose="030F0702030302020204" pitchFamily="66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en-US" sz="2000" dirty="0">
                <a:latin typeface="Comic Sans MS" panose="030F07020303020202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 Every User might or might not have a Profile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endParaRPr lang="en-US" sz="2000" dirty="0">
              <a:latin typeface="Comic Sans MS" panose="030F0702030302020204" pitchFamily="66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mic Sans MS" panose="030F07020303020202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Can a Profile exist without a User?		</a:t>
            </a:r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NO</a:t>
            </a:r>
          </a:p>
          <a:p>
            <a:endParaRPr lang="en-US" sz="2000" b="1" dirty="0">
              <a:latin typeface="Comic Sans MS" panose="030F0702030302020204" pitchFamily="66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en-US" sz="2000" dirty="0">
                <a:latin typeface="Comic Sans MS" panose="030F07020303020202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 Every Profile must be linked to exactly one User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endParaRPr lang="en-US" sz="2000" dirty="0">
              <a:latin typeface="Comic Sans MS" panose="030F0702030302020204" pitchFamily="66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omic Sans MS" panose="030F0702030302020204" pitchFamily="66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000" dirty="0">
                <a:latin typeface="Comic Sans MS" panose="030F07020303020202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This is why we place </a:t>
            </a:r>
            <a:r>
              <a:rPr lang="en-US" sz="2000" b="1" dirty="0">
                <a:latin typeface="Comic Sans MS" panose="030F07020303020202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the foreign key </a:t>
            </a:r>
            <a:r>
              <a:rPr lang="en-US" sz="2000" dirty="0">
                <a:latin typeface="Comic Sans MS" panose="030F07020303020202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in the table that "</a:t>
            </a:r>
            <a:r>
              <a:rPr lang="en-US" sz="2000" b="1" dirty="0">
                <a:latin typeface="Comic Sans MS" panose="030F07020303020202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belongs</a:t>
            </a:r>
            <a:r>
              <a:rPr lang="en-US" sz="2000" dirty="0">
                <a:latin typeface="Comic Sans MS" panose="030F07020303020202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omic Sans MS" panose="030F07020303020202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z="2000" dirty="0">
                <a:latin typeface="Comic Sans MS" panose="030F07020303020202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" the other</a:t>
            </a:r>
          </a:p>
          <a:p>
            <a:endParaRPr lang="en-US" sz="2000" dirty="0">
              <a:latin typeface="Comic Sans MS" panose="030F0702030302020204" pitchFamily="66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649C74-8D0E-AC87-3AEE-A454CDFD061E}"/>
              </a:ext>
            </a:extLst>
          </p:cNvPr>
          <p:cNvSpPr txBox="1"/>
          <p:nvPr/>
        </p:nvSpPr>
        <p:spPr>
          <a:xfrm rot="20809055">
            <a:off x="9814086" y="1042540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  <a:latin typeface="Comic Sans MS" panose="030F0702030302020204" pitchFamily="66" charset="0"/>
              </a:rPr>
              <a:t>Profile has the FK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58683FC7-5BDE-4819-FF4F-74D9F192AE76}"/>
              </a:ext>
            </a:extLst>
          </p:cNvPr>
          <p:cNvCxnSpPr>
            <a:cxnSpLocks/>
            <a:stCxn id="7" idx="0"/>
          </p:cNvCxnSpPr>
          <p:nvPr/>
        </p:nvCxnSpPr>
        <p:spPr>
          <a:xfrm rot="16200000" flipV="1">
            <a:off x="10541719" y="753399"/>
            <a:ext cx="195402" cy="392612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hlinkClick r:id="rId2"/>
            <a:extLst>
              <a:ext uri="{FF2B5EF4-FFF2-40B4-BE49-F238E27FC236}">
                <a16:creationId xmlns:a16="http://schemas.microsoft.com/office/drawing/2014/main" id="{7C89B74B-2DE3-EB24-24A6-25E87969D84A}"/>
              </a:ext>
            </a:extLst>
          </p:cNvPr>
          <p:cNvSpPr txBox="1"/>
          <p:nvPr/>
        </p:nvSpPr>
        <p:spPr>
          <a:xfrm rot="19698444">
            <a:off x="10394942" y="2931663"/>
            <a:ext cx="1361719" cy="36933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MORE INFO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820EA557-2DF6-215A-75A7-962A10C75419}"/>
              </a:ext>
            </a:extLst>
          </p:cNvPr>
          <p:cNvCxnSpPr>
            <a:cxnSpLocks/>
          </p:cNvCxnSpPr>
          <p:nvPr/>
        </p:nvCxnSpPr>
        <p:spPr>
          <a:xfrm rot="5400000">
            <a:off x="10700830" y="1365583"/>
            <a:ext cx="400703" cy="261703"/>
          </a:xfrm>
          <a:prstGeom prst="curved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ight Brace 1">
            <a:extLst>
              <a:ext uri="{FF2B5EF4-FFF2-40B4-BE49-F238E27FC236}">
                <a16:creationId xmlns:a16="http://schemas.microsoft.com/office/drawing/2014/main" id="{F27B7262-8E8F-F662-21C6-1000045C2A7E}"/>
              </a:ext>
            </a:extLst>
          </p:cNvPr>
          <p:cNvSpPr/>
          <p:nvPr/>
        </p:nvSpPr>
        <p:spPr>
          <a:xfrm>
            <a:off x="7893698" y="3429000"/>
            <a:ext cx="289249" cy="207606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89C8F4-CB93-156E-315F-C840420717A9}"/>
              </a:ext>
            </a:extLst>
          </p:cNvPr>
          <p:cNvSpPr txBox="1"/>
          <p:nvPr/>
        </p:nvSpPr>
        <p:spPr>
          <a:xfrm>
            <a:off x="8223738" y="4282364"/>
            <a:ext cx="2852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= Profile belongs to User</a:t>
            </a:r>
          </a:p>
        </p:txBody>
      </p:sp>
    </p:spTree>
    <p:extLst>
      <p:ext uri="{BB962C8B-B14F-4D97-AF65-F5344CB8AC3E}">
        <p14:creationId xmlns:p14="http://schemas.microsoft.com/office/powerpoint/2010/main" val="22924394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14347-72C0-5C98-93BF-73F6177E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1;p2">
            <a:extLst>
              <a:ext uri="{FF2B5EF4-FFF2-40B4-BE49-F238E27FC236}">
                <a16:creationId xmlns:a16="http://schemas.microsoft.com/office/drawing/2014/main" id="{8597A6E0-8AD1-0E7E-9F16-6FB3B3D7843D}"/>
              </a:ext>
            </a:extLst>
          </p:cNvPr>
          <p:cNvSpPr txBox="1"/>
          <p:nvPr/>
        </p:nvSpPr>
        <p:spPr>
          <a:xfrm>
            <a:off x="1048883" y="1790074"/>
            <a:ext cx="10137878" cy="1477287"/>
          </a:xfrm>
          <a:custGeom>
            <a:avLst/>
            <a:gdLst>
              <a:gd name="connsiteX0" fmla="*/ 0 w 10137878"/>
              <a:gd name="connsiteY0" fmla="*/ 0 h 1477287"/>
              <a:gd name="connsiteX1" fmla="*/ 799103 w 10137878"/>
              <a:gd name="connsiteY1" fmla="*/ 0 h 1477287"/>
              <a:gd name="connsiteX2" fmla="*/ 1192692 w 10137878"/>
              <a:gd name="connsiteY2" fmla="*/ 0 h 1477287"/>
              <a:gd name="connsiteX3" fmla="*/ 1890416 w 10137878"/>
              <a:gd name="connsiteY3" fmla="*/ 0 h 1477287"/>
              <a:gd name="connsiteX4" fmla="*/ 2385383 w 10137878"/>
              <a:gd name="connsiteY4" fmla="*/ 0 h 1477287"/>
              <a:gd name="connsiteX5" fmla="*/ 2677592 w 10137878"/>
              <a:gd name="connsiteY5" fmla="*/ 0 h 1477287"/>
              <a:gd name="connsiteX6" fmla="*/ 3071181 w 10137878"/>
              <a:gd name="connsiteY6" fmla="*/ 0 h 1477287"/>
              <a:gd name="connsiteX7" fmla="*/ 3667526 w 10137878"/>
              <a:gd name="connsiteY7" fmla="*/ 0 h 1477287"/>
              <a:gd name="connsiteX8" fmla="*/ 4263872 w 10137878"/>
              <a:gd name="connsiteY8" fmla="*/ 0 h 1477287"/>
              <a:gd name="connsiteX9" fmla="*/ 4961597 w 10137878"/>
              <a:gd name="connsiteY9" fmla="*/ 0 h 1477287"/>
              <a:gd name="connsiteX10" fmla="*/ 5659321 w 10137878"/>
              <a:gd name="connsiteY10" fmla="*/ 0 h 1477287"/>
              <a:gd name="connsiteX11" fmla="*/ 6357046 w 10137878"/>
              <a:gd name="connsiteY11" fmla="*/ 0 h 1477287"/>
              <a:gd name="connsiteX12" fmla="*/ 6649255 w 10137878"/>
              <a:gd name="connsiteY12" fmla="*/ 0 h 1477287"/>
              <a:gd name="connsiteX13" fmla="*/ 7245601 w 10137878"/>
              <a:gd name="connsiteY13" fmla="*/ 0 h 1477287"/>
              <a:gd name="connsiteX14" fmla="*/ 7537810 w 10137878"/>
              <a:gd name="connsiteY14" fmla="*/ 0 h 1477287"/>
              <a:gd name="connsiteX15" fmla="*/ 8235535 w 10137878"/>
              <a:gd name="connsiteY15" fmla="*/ 0 h 1477287"/>
              <a:gd name="connsiteX16" fmla="*/ 8933260 w 10137878"/>
              <a:gd name="connsiteY16" fmla="*/ 0 h 1477287"/>
              <a:gd name="connsiteX17" fmla="*/ 9529605 w 10137878"/>
              <a:gd name="connsiteY17" fmla="*/ 0 h 1477287"/>
              <a:gd name="connsiteX18" fmla="*/ 10137878 w 10137878"/>
              <a:gd name="connsiteY18" fmla="*/ 0 h 1477287"/>
              <a:gd name="connsiteX19" fmla="*/ 10137878 w 10137878"/>
              <a:gd name="connsiteY19" fmla="*/ 492429 h 1477287"/>
              <a:gd name="connsiteX20" fmla="*/ 10137878 w 10137878"/>
              <a:gd name="connsiteY20" fmla="*/ 940539 h 1477287"/>
              <a:gd name="connsiteX21" fmla="*/ 10137878 w 10137878"/>
              <a:gd name="connsiteY21" fmla="*/ 1477287 h 1477287"/>
              <a:gd name="connsiteX22" fmla="*/ 9845669 w 10137878"/>
              <a:gd name="connsiteY22" fmla="*/ 1477287 h 1477287"/>
              <a:gd name="connsiteX23" fmla="*/ 9249323 w 10137878"/>
              <a:gd name="connsiteY23" fmla="*/ 1477287 h 1477287"/>
              <a:gd name="connsiteX24" fmla="*/ 8551598 w 10137878"/>
              <a:gd name="connsiteY24" fmla="*/ 1477287 h 1477287"/>
              <a:gd name="connsiteX25" fmla="*/ 8259389 w 10137878"/>
              <a:gd name="connsiteY25" fmla="*/ 1477287 h 1477287"/>
              <a:gd name="connsiteX26" fmla="*/ 7561664 w 10137878"/>
              <a:gd name="connsiteY26" fmla="*/ 1477287 h 1477287"/>
              <a:gd name="connsiteX27" fmla="*/ 6762561 w 10137878"/>
              <a:gd name="connsiteY27" fmla="*/ 1477287 h 1477287"/>
              <a:gd name="connsiteX28" fmla="*/ 6470352 w 10137878"/>
              <a:gd name="connsiteY28" fmla="*/ 1477287 h 1477287"/>
              <a:gd name="connsiteX29" fmla="*/ 5874006 w 10137878"/>
              <a:gd name="connsiteY29" fmla="*/ 1477287 h 1477287"/>
              <a:gd name="connsiteX30" fmla="*/ 5379039 w 10137878"/>
              <a:gd name="connsiteY30" fmla="*/ 1477287 h 1477287"/>
              <a:gd name="connsiteX31" fmla="*/ 4782693 w 10137878"/>
              <a:gd name="connsiteY31" fmla="*/ 1477287 h 1477287"/>
              <a:gd name="connsiteX32" fmla="*/ 4490484 w 10137878"/>
              <a:gd name="connsiteY32" fmla="*/ 1477287 h 1477287"/>
              <a:gd name="connsiteX33" fmla="*/ 4096895 w 10137878"/>
              <a:gd name="connsiteY33" fmla="*/ 1477287 h 1477287"/>
              <a:gd name="connsiteX34" fmla="*/ 3703307 w 10137878"/>
              <a:gd name="connsiteY34" fmla="*/ 1477287 h 1477287"/>
              <a:gd name="connsiteX35" fmla="*/ 3309719 w 10137878"/>
              <a:gd name="connsiteY35" fmla="*/ 1477287 h 1477287"/>
              <a:gd name="connsiteX36" fmla="*/ 2510616 w 10137878"/>
              <a:gd name="connsiteY36" fmla="*/ 1477287 h 1477287"/>
              <a:gd name="connsiteX37" fmla="*/ 1914270 w 10137878"/>
              <a:gd name="connsiteY37" fmla="*/ 1477287 h 1477287"/>
              <a:gd name="connsiteX38" fmla="*/ 1115167 w 10137878"/>
              <a:gd name="connsiteY38" fmla="*/ 1477287 h 1477287"/>
              <a:gd name="connsiteX39" fmla="*/ 0 w 10137878"/>
              <a:gd name="connsiteY39" fmla="*/ 1477287 h 1477287"/>
              <a:gd name="connsiteX40" fmla="*/ 0 w 10137878"/>
              <a:gd name="connsiteY40" fmla="*/ 955312 h 1477287"/>
              <a:gd name="connsiteX41" fmla="*/ 0 w 10137878"/>
              <a:gd name="connsiteY41" fmla="*/ 448110 h 1477287"/>
              <a:gd name="connsiteX42" fmla="*/ 0 w 10137878"/>
              <a:gd name="connsiteY42" fmla="*/ 0 h 147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0137878" h="1477287" extrusionOk="0">
                <a:moveTo>
                  <a:pt x="0" y="0"/>
                </a:moveTo>
                <a:cubicBezTo>
                  <a:pt x="348735" y="-46759"/>
                  <a:pt x="457729" y="14086"/>
                  <a:pt x="799103" y="0"/>
                </a:cubicBezTo>
                <a:cubicBezTo>
                  <a:pt x="1140477" y="-14086"/>
                  <a:pt x="1032817" y="3620"/>
                  <a:pt x="1192692" y="0"/>
                </a:cubicBezTo>
                <a:cubicBezTo>
                  <a:pt x="1352567" y="-3620"/>
                  <a:pt x="1729981" y="33104"/>
                  <a:pt x="1890416" y="0"/>
                </a:cubicBezTo>
                <a:cubicBezTo>
                  <a:pt x="2050851" y="-33104"/>
                  <a:pt x="2146965" y="16433"/>
                  <a:pt x="2385383" y="0"/>
                </a:cubicBezTo>
                <a:cubicBezTo>
                  <a:pt x="2623801" y="-16433"/>
                  <a:pt x="2587056" y="21825"/>
                  <a:pt x="2677592" y="0"/>
                </a:cubicBezTo>
                <a:cubicBezTo>
                  <a:pt x="2768128" y="-21825"/>
                  <a:pt x="2908331" y="36193"/>
                  <a:pt x="3071181" y="0"/>
                </a:cubicBezTo>
                <a:cubicBezTo>
                  <a:pt x="3234031" y="-36193"/>
                  <a:pt x="3547794" y="24557"/>
                  <a:pt x="3667526" y="0"/>
                </a:cubicBezTo>
                <a:cubicBezTo>
                  <a:pt x="3787259" y="-24557"/>
                  <a:pt x="4117556" y="54735"/>
                  <a:pt x="4263872" y="0"/>
                </a:cubicBezTo>
                <a:cubicBezTo>
                  <a:pt x="4410188" y="-54735"/>
                  <a:pt x="4792370" y="53817"/>
                  <a:pt x="4961597" y="0"/>
                </a:cubicBezTo>
                <a:cubicBezTo>
                  <a:pt x="5130824" y="-53817"/>
                  <a:pt x="5460785" y="6054"/>
                  <a:pt x="5659321" y="0"/>
                </a:cubicBezTo>
                <a:cubicBezTo>
                  <a:pt x="5857857" y="-6054"/>
                  <a:pt x="6021438" y="34282"/>
                  <a:pt x="6357046" y="0"/>
                </a:cubicBezTo>
                <a:cubicBezTo>
                  <a:pt x="6692655" y="-34282"/>
                  <a:pt x="6510827" y="16853"/>
                  <a:pt x="6649255" y="0"/>
                </a:cubicBezTo>
                <a:cubicBezTo>
                  <a:pt x="6787683" y="-16853"/>
                  <a:pt x="6953852" y="29218"/>
                  <a:pt x="7245601" y="0"/>
                </a:cubicBezTo>
                <a:cubicBezTo>
                  <a:pt x="7537350" y="-29218"/>
                  <a:pt x="7401498" y="7865"/>
                  <a:pt x="7537810" y="0"/>
                </a:cubicBezTo>
                <a:cubicBezTo>
                  <a:pt x="7674122" y="-7865"/>
                  <a:pt x="8042086" y="12060"/>
                  <a:pt x="8235535" y="0"/>
                </a:cubicBezTo>
                <a:cubicBezTo>
                  <a:pt x="8428985" y="-12060"/>
                  <a:pt x="8694505" y="50432"/>
                  <a:pt x="8933260" y="0"/>
                </a:cubicBezTo>
                <a:cubicBezTo>
                  <a:pt x="9172016" y="-50432"/>
                  <a:pt x="9273079" y="16581"/>
                  <a:pt x="9529605" y="0"/>
                </a:cubicBezTo>
                <a:cubicBezTo>
                  <a:pt x="9786131" y="-16581"/>
                  <a:pt x="9905767" y="38684"/>
                  <a:pt x="10137878" y="0"/>
                </a:cubicBezTo>
                <a:cubicBezTo>
                  <a:pt x="10185683" y="116968"/>
                  <a:pt x="10087015" y="356253"/>
                  <a:pt x="10137878" y="492429"/>
                </a:cubicBezTo>
                <a:cubicBezTo>
                  <a:pt x="10188741" y="628605"/>
                  <a:pt x="10135665" y="831089"/>
                  <a:pt x="10137878" y="940539"/>
                </a:cubicBezTo>
                <a:cubicBezTo>
                  <a:pt x="10140091" y="1049989"/>
                  <a:pt x="10123382" y="1326740"/>
                  <a:pt x="10137878" y="1477287"/>
                </a:cubicBezTo>
                <a:cubicBezTo>
                  <a:pt x="10037907" y="1491289"/>
                  <a:pt x="9988557" y="1463714"/>
                  <a:pt x="9845669" y="1477287"/>
                </a:cubicBezTo>
                <a:cubicBezTo>
                  <a:pt x="9702781" y="1490860"/>
                  <a:pt x="9519965" y="1436933"/>
                  <a:pt x="9249323" y="1477287"/>
                </a:cubicBezTo>
                <a:cubicBezTo>
                  <a:pt x="8978681" y="1517641"/>
                  <a:pt x="8867000" y="1412407"/>
                  <a:pt x="8551598" y="1477287"/>
                </a:cubicBezTo>
                <a:cubicBezTo>
                  <a:pt x="8236197" y="1542167"/>
                  <a:pt x="8320783" y="1462923"/>
                  <a:pt x="8259389" y="1477287"/>
                </a:cubicBezTo>
                <a:cubicBezTo>
                  <a:pt x="8197995" y="1491651"/>
                  <a:pt x="7820746" y="1448148"/>
                  <a:pt x="7561664" y="1477287"/>
                </a:cubicBezTo>
                <a:cubicBezTo>
                  <a:pt x="7302582" y="1506426"/>
                  <a:pt x="7136519" y="1425960"/>
                  <a:pt x="6762561" y="1477287"/>
                </a:cubicBezTo>
                <a:cubicBezTo>
                  <a:pt x="6388603" y="1528614"/>
                  <a:pt x="6534290" y="1476445"/>
                  <a:pt x="6470352" y="1477287"/>
                </a:cubicBezTo>
                <a:cubicBezTo>
                  <a:pt x="6406414" y="1478129"/>
                  <a:pt x="6137614" y="1466247"/>
                  <a:pt x="5874006" y="1477287"/>
                </a:cubicBezTo>
                <a:cubicBezTo>
                  <a:pt x="5610398" y="1488327"/>
                  <a:pt x="5564882" y="1425872"/>
                  <a:pt x="5379039" y="1477287"/>
                </a:cubicBezTo>
                <a:cubicBezTo>
                  <a:pt x="5193196" y="1528702"/>
                  <a:pt x="4962482" y="1450662"/>
                  <a:pt x="4782693" y="1477287"/>
                </a:cubicBezTo>
                <a:cubicBezTo>
                  <a:pt x="4602904" y="1503912"/>
                  <a:pt x="4628647" y="1467803"/>
                  <a:pt x="4490484" y="1477287"/>
                </a:cubicBezTo>
                <a:cubicBezTo>
                  <a:pt x="4352321" y="1486771"/>
                  <a:pt x="4288897" y="1445524"/>
                  <a:pt x="4096895" y="1477287"/>
                </a:cubicBezTo>
                <a:cubicBezTo>
                  <a:pt x="3904893" y="1509050"/>
                  <a:pt x="3801419" y="1430089"/>
                  <a:pt x="3703307" y="1477287"/>
                </a:cubicBezTo>
                <a:cubicBezTo>
                  <a:pt x="3605195" y="1524485"/>
                  <a:pt x="3411595" y="1472766"/>
                  <a:pt x="3309719" y="1477287"/>
                </a:cubicBezTo>
                <a:cubicBezTo>
                  <a:pt x="3207843" y="1481808"/>
                  <a:pt x="2695979" y="1458660"/>
                  <a:pt x="2510616" y="1477287"/>
                </a:cubicBezTo>
                <a:cubicBezTo>
                  <a:pt x="2325253" y="1495914"/>
                  <a:pt x="2111161" y="1467955"/>
                  <a:pt x="1914270" y="1477287"/>
                </a:cubicBezTo>
                <a:cubicBezTo>
                  <a:pt x="1717379" y="1486619"/>
                  <a:pt x="1324207" y="1434362"/>
                  <a:pt x="1115167" y="1477287"/>
                </a:cubicBezTo>
                <a:cubicBezTo>
                  <a:pt x="906127" y="1520212"/>
                  <a:pt x="286771" y="1367440"/>
                  <a:pt x="0" y="1477287"/>
                </a:cubicBezTo>
                <a:cubicBezTo>
                  <a:pt x="-5672" y="1298520"/>
                  <a:pt x="44622" y="1198795"/>
                  <a:pt x="0" y="955312"/>
                </a:cubicBezTo>
                <a:cubicBezTo>
                  <a:pt x="-44622" y="711830"/>
                  <a:pt x="47282" y="684981"/>
                  <a:pt x="0" y="448110"/>
                </a:cubicBezTo>
                <a:cubicBezTo>
                  <a:pt x="-47282" y="211239"/>
                  <a:pt x="9635" y="136580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98601174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sv-SE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sequelize.define(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 </a:t>
            </a:r>
            <a:r>
              <a:rPr lang="sv-SE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Person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'</a:t>
            </a:r>
            <a:r>
              <a:rPr lang="sv-SE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);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sequelize.define(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 </a:t>
            </a:r>
            <a:r>
              <a:rPr lang="sv-SE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Passport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sv-SE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);</a:t>
            </a:r>
          </a:p>
          <a:p>
            <a:pPr>
              <a:buClr>
                <a:schemeClr val="dk1"/>
              </a:buClr>
              <a:buSzPts val="2800"/>
            </a:pPr>
            <a:endParaRPr lang="sv-SE" dirty="0">
              <a:solidFill>
                <a:schemeClr val="dk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r>
              <a:rPr lang="sv-SE" b="1" dirty="0">
                <a:solidFill>
                  <a:schemeClr val="accent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Person.hasOne(Passport);    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b="1" dirty="0">
                <a:solidFill>
                  <a:schemeClr val="accent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Passport.belongsTo(Person);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0FD26F-9CD7-6F9A-D1D9-8D5ED3A96D27}"/>
              </a:ext>
            </a:extLst>
          </p:cNvPr>
          <p:cNvSpPr txBox="1"/>
          <p:nvPr/>
        </p:nvSpPr>
        <p:spPr>
          <a:xfrm>
            <a:off x="966014" y="1560379"/>
            <a:ext cx="2089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DEFINITION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3CD765-108A-85E5-1D61-A63BD8BE167A}"/>
              </a:ext>
            </a:extLst>
          </p:cNvPr>
          <p:cNvSpPr txBox="1"/>
          <p:nvPr/>
        </p:nvSpPr>
        <p:spPr>
          <a:xfrm>
            <a:off x="1053108" y="3459578"/>
            <a:ext cx="90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E39D0F-2AE8-9601-EA4C-49B4E33D22D3}"/>
              </a:ext>
            </a:extLst>
          </p:cNvPr>
          <p:cNvSpPr txBox="1"/>
          <p:nvPr/>
        </p:nvSpPr>
        <p:spPr>
          <a:xfrm>
            <a:off x="1170180" y="3732815"/>
            <a:ext cx="10007250" cy="2308324"/>
          </a:xfrm>
          <a:custGeom>
            <a:avLst/>
            <a:gdLst>
              <a:gd name="connsiteX0" fmla="*/ 0 w 10007250"/>
              <a:gd name="connsiteY0" fmla="*/ 0 h 2308324"/>
              <a:gd name="connsiteX1" fmla="*/ 688734 w 10007250"/>
              <a:gd name="connsiteY1" fmla="*/ 0 h 2308324"/>
              <a:gd name="connsiteX2" fmla="*/ 1277396 w 10007250"/>
              <a:gd name="connsiteY2" fmla="*/ 0 h 2308324"/>
              <a:gd name="connsiteX3" fmla="*/ 1765985 w 10007250"/>
              <a:gd name="connsiteY3" fmla="*/ 0 h 2308324"/>
              <a:gd name="connsiteX4" fmla="*/ 2454720 w 10007250"/>
              <a:gd name="connsiteY4" fmla="*/ 0 h 2308324"/>
              <a:gd name="connsiteX5" fmla="*/ 3243526 w 10007250"/>
              <a:gd name="connsiteY5" fmla="*/ 0 h 2308324"/>
              <a:gd name="connsiteX6" fmla="*/ 3732116 w 10007250"/>
              <a:gd name="connsiteY6" fmla="*/ 0 h 2308324"/>
              <a:gd name="connsiteX7" fmla="*/ 4520922 w 10007250"/>
              <a:gd name="connsiteY7" fmla="*/ 0 h 2308324"/>
              <a:gd name="connsiteX8" fmla="*/ 4809367 w 10007250"/>
              <a:gd name="connsiteY8" fmla="*/ 0 h 2308324"/>
              <a:gd name="connsiteX9" fmla="*/ 5398028 w 10007250"/>
              <a:gd name="connsiteY9" fmla="*/ 0 h 2308324"/>
              <a:gd name="connsiteX10" fmla="*/ 5986690 w 10007250"/>
              <a:gd name="connsiteY10" fmla="*/ 0 h 2308324"/>
              <a:gd name="connsiteX11" fmla="*/ 6775497 w 10007250"/>
              <a:gd name="connsiteY11" fmla="*/ 0 h 2308324"/>
              <a:gd name="connsiteX12" fmla="*/ 7464231 w 10007250"/>
              <a:gd name="connsiteY12" fmla="*/ 0 h 2308324"/>
              <a:gd name="connsiteX13" fmla="*/ 8152965 w 10007250"/>
              <a:gd name="connsiteY13" fmla="*/ 0 h 2308324"/>
              <a:gd name="connsiteX14" fmla="*/ 8941772 w 10007250"/>
              <a:gd name="connsiteY14" fmla="*/ 0 h 2308324"/>
              <a:gd name="connsiteX15" fmla="*/ 9230216 w 10007250"/>
              <a:gd name="connsiteY15" fmla="*/ 0 h 2308324"/>
              <a:gd name="connsiteX16" fmla="*/ 10007250 w 10007250"/>
              <a:gd name="connsiteY16" fmla="*/ 0 h 2308324"/>
              <a:gd name="connsiteX17" fmla="*/ 10007250 w 10007250"/>
              <a:gd name="connsiteY17" fmla="*/ 600164 h 2308324"/>
              <a:gd name="connsiteX18" fmla="*/ 10007250 w 10007250"/>
              <a:gd name="connsiteY18" fmla="*/ 1131079 h 2308324"/>
              <a:gd name="connsiteX19" fmla="*/ 10007250 w 10007250"/>
              <a:gd name="connsiteY19" fmla="*/ 1685077 h 2308324"/>
              <a:gd name="connsiteX20" fmla="*/ 10007250 w 10007250"/>
              <a:gd name="connsiteY20" fmla="*/ 2308324 h 2308324"/>
              <a:gd name="connsiteX21" fmla="*/ 9518661 w 10007250"/>
              <a:gd name="connsiteY21" fmla="*/ 2308324 h 2308324"/>
              <a:gd name="connsiteX22" fmla="*/ 8929999 w 10007250"/>
              <a:gd name="connsiteY22" fmla="*/ 2308324 h 2308324"/>
              <a:gd name="connsiteX23" fmla="*/ 8341337 w 10007250"/>
              <a:gd name="connsiteY23" fmla="*/ 2308324 h 2308324"/>
              <a:gd name="connsiteX24" fmla="*/ 7752675 w 10007250"/>
              <a:gd name="connsiteY24" fmla="*/ 2308324 h 2308324"/>
              <a:gd name="connsiteX25" fmla="*/ 7464231 w 10007250"/>
              <a:gd name="connsiteY25" fmla="*/ 2308324 h 2308324"/>
              <a:gd name="connsiteX26" fmla="*/ 6975642 w 10007250"/>
              <a:gd name="connsiteY26" fmla="*/ 2308324 h 2308324"/>
              <a:gd name="connsiteX27" fmla="*/ 6587125 w 10007250"/>
              <a:gd name="connsiteY27" fmla="*/ 2308324 h 2308324"/>
              <a:gd name="connsiteX28" fmla="*/ 6198608 w 10007250"/>
              <a:gd name="connsiteY28" fmla="*/ 2308324 h 2308324"/>
              <a:gd name="connsiteX29" fmla="*/ 5509874 w 10007250"/>
              <a:gd name="connsiteY29" fmla="*/ 2308324 h 2308324"/>
              <a:gd name="connsiteX30" fmla="*/ 5121357 w 10007250"/>
              <a:gd name="connsiteY30" fmla="*/ 2308324 h 2308324"/>
              <a:gd name="connsiteX31" fmla="*/ 4532696 w 10007250"/>
              <a:gd name="connsiteY31" fmla="*/ 2308324 h 2308324"/>
              <a:gd name="connsiteX32" fmla="*/ 3944034 w 10007250"/>
              <a:gd name="connsiteY32" fmla="*/ 2308324 h 2308324"/>
              <a:gd name="connsiteX33" fmla="*/ 3655590 w 10007250"/>
              <a:gd name="connsiteY33" fmla="*/ 2308324 h 2308324"/>
              <a:gd name="connsiteX34" fmla="*/ 3267073 w 10007250"/>
              <a:gd name="connsiteY34" fmla="*/ 2308324 h 2308324"/>
              <a:gd name="connsiteX35" fmla="*/ 2478266 w 10007250"/>
              <a:gd name="connsiteY35" fmla="*/ 2308324 h 2308324"/>
              <a:gd name="connsiteX36" fmla="*/ 2089749 w 10007250"/>
              <a:gd name="connsiteY36" fmla="*/ 2308324 h 2308324"/>
              <a:gd name="connsiteX37" fmla="*/ 1401015 w 10007250"/>
              <a:gd name="connsiteY37" fmla="*/ 2308324 h 2308324"/>
              <a:gd name="connsiteX38" fmla="*/ 612208 w 10007250"/>
              <a:gd name="connsiteY38" fmla="*/ 2308324 h 2308324"/>
              <a:gd name="connsiteX39" fmla="*/ 0 w 10007250"/>
              <a:gd name="connsiteY39" fmla="*/ 2308324 h 2308324"/>
              <a:gd name="connsiteX40" fmla="*/ 0 w 10007250"/>
              <a:gd name="connsiteY40" fmla="*/ 1800493 h 2308324"/>
              <a:gd name="connsiteX41" fmla="*/ 0 w 10007250"/>
              <a:gd name="connsiteY41" fmla="*/ 1246495 h 2308324"/>
              <a:gd name="connsiteX42" fmla="*/ 0 w 10007250"/>
              <a:gd name="connsiteY42" fmla="*/ 646331 h 2308324"/>
              <a:gd name="connsiteX43" fmla="*/ 0 w 10007250"/>
              <a:gd name="connsiteY43" fmla="*/ 0 h 230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0007250" h="2308324" extrusionOk="0">
                <a:moveTo>
                  <a:pt x="0" y="0"/>
                </a:moveTo>
                <a:cubicBezTo>
                  <a:pt x="236027" y="-43351"/>
                  <a:pt x="488460" y="70326"/>
                  <a:pt x="688734" y="0"/>
                </a:cubicBezTo>
                <a:cubicBezTo>
                  <a:pt x="889008" y="-70326"/>
                  <a:pt x="1069965" y="29533"/>
                  <a:pt x="1277396" y="0"/>
                </a:cubicBezTo>
                <a:cubicBezTo>
                  <a:pt x="1484827" y="-29533"/>
                  <a:pt x="1581065" y="25942"/>
                  <a:pt x="1765985" y="0"/>
                </a:cubicBezTo>
                <a:cubicBezTo>
                  <a:pt x="1950905" y="-25942"/>
                  <a:pt x="2275021" y="5108"/>
                  <a:pt x="2454720" y="0"/>
                </a:cubicBezTo>
                <a:cubicBezTo>
                  <a:pt x="2634419" y="-5108"/>
                  <a:pt x="2908604" y="1719"/>
                  <a:pt x="3243526" y="0"/>
                </a:cubicBezTo>
                <a:cubicBezTo>
                  <a:pt x="3578448" y="-1719"/>
                  <a:pt x="3568002" y="54106"/>
                  <a:pt x="3732116" y="0"/>
                </a:cubicBezTo>
                <a:cubicBezTo>
                  <a:pt x="3896230" y="-54106"/>
                  <a:pt x="4178660" y="59969"/>
                  <a:pt x="4520922" y="0"/>
                </a:cubicBezTo>
                <a:cubicBezTo>
                  <a:pt x="4863184" y="-59969"/>
                  <a:pt x="4724032" y="14773"/>
                  <a:pt x="4809367" y="0"/>
                </a:cubicBezTo>
                <a:cubicBezTo>
                  <a:pt x="4894702" y="-14773"/>
                  <a:pt x="5126791" y="50673"/>
                  <a:pt x="5398028" y="0"/>
                </a:cubicBezTo>
                <a:cubicBezTo>
                  <a:pt x="5669265" y="-50673"/>
                  <a:pt x="5758092" y="33464"/>
                  <a:pt x="5986690" y="0"/>
                </a:cubicBezTo>
                <a:cubicBezTo>
                  <a:pt x="6215288" y="-33464"/>
                  <a:pt x="6459845" y="16328"/>
                  <a:pt x="6775497" y="0"/>
                </a:cubicBezTo>
                <a:cubicBezTo>
                  <a:pt x="7091149" y="-16328"/>
                  <a:pt x="7202240" y="309"/>
                  <a:pt x="7464231" y="0"/>
                </a:cubicBezTo>
                <a:cubicBezTo>
                  <a:pt x="7726222" y="-309"/>
                  <a:pt x="7991448" y="11007"/>
                  <a:pt x="8152965" y="0"/>
                </a:cubicBezTo>
                <a:cubicBezTo>
                  <a:pt x="8314482" y="-11007"/>
                  <a:pt x="8662435" y="28950"/>
                  <a:pt x="8941772" y="0"/>
                </a:cubicBezTo>
                <a:cubicBezTo>
                  <a:pt x="9221109" y="-28950"/>
                  <a:pt x="9086868" y="32477"/>
                  <a:pt x="9230216" y="0"/>
                </a:cubicBezTo>
                <a:cubicBezTo>
                  <a:pt x="9373564" y="-32477"/>
                  <a:pt x="9795036" y="21304"/>
                  <a:pt x="10007250" y="0"/>
                </a:cubicBezTo>
                <a:cubicBezTo>
                  <a:pt x="10034315" y="273893"/>
                  <a:pt x="9993998" y="412525"/>
                  <a:pt x="10007250" y="600164"/>
                </a:cubicBezTo>
                <a:cubicBezTo>
                  <a:pt x="10020502" y="787803"/>
                  <a:pt x="9990060" y="1012086"/>
                  <a:pt x="10007250" y="1131079"/>
                </a:cubicBezTo>
                <a:cubicBezTo>
                  <a:pt x="10024440" y="1250073"/>
                  <a:pt x="9986673" y="1442393"/>
                  <a:pt x="10007250" y="1685077"/>
                </a:cubicBezTo>
                <a:cubicBezTo>
                  <a:pt x="10027827" y="1927761"/>
                  <a:pt x="9961789" y="2109927"/>
                  <a:pt x="10007250" y="2308324"/>
                </a:cubicBezTo>
                <a:cubicBezTo>
                  <a:pt x="9867620" y="2353124"/>
                  <a:pt x="9694318" y="2268713"/>
                  <a:pt x="9518661" y="2308324"/>
                </a:cubicBezTo>
                <a:cubicBezTo>
                  <a:pt x="9343004" y="2347935"/>
                  <a:pt x="9220882" y="2266803"/>
                  <a:pt x="8929999" y="2308324"/>
                </a:cubicBezTo>
                <a:cubicBezTo>
                  <a:pt x="8639116" y="2349845"/>
                  <a:pt x="8589034" y="2302848"/>
                  <a:pt x="8341337" y="2308324"/>
                </a:cubicBezTo>
                <a:cubicBezTo>
                  <a:pt x="8093640" y="2313800"/>
                  <a:pt x="7971333" y="2281917"/>
                  <a:pt x="7752675" y="2308324"/>
                </a:cubicBezTo>
                <a:cubicBezTo>
                  <a:pt x="7534017" y="2334731"/>
                  <a:pt x="7541650" y="2276073"/>
                  <a:pt x="7464231" y="2308324"/>
                </a:cubicBezTo>
                <a:cubicBezTo>
                  <a:pt x="7386812" y="2340575"/>
                  <a:pt x="7205659" y="2270270"/>
                  <a:pt x="6975642" y="2308324"/>
                </a:cubicBezTo>
                <a:cubicBezTo>
                  <a:pt x="6745625" y="2346378"/>
                  <a:pt x="6738953" y="2294401"/>
                  <a:pt x="6587125" y="2308324"/>
                </a:cubicBezTo>
                <a:cubicBezTo>
                  <a:pt x="6435297" y="2322247"/>
                  <a:pt x="6334409" y="2276255"/>
                  <a:pt x="6198608" y="2308324"/>
                </a:cubicBezTo>
                <a:cubicBezTo>
                  <a:pt x="6062807" y="2340393"/>
                  <a:pt x="5749378" y="2269936"/>
                  <a:pt x="5509874" y="2308324"/>
                </a:cubicBezTo>
                <a:cubicBezTo>
                  <a:pt x="5270370" y="2346712"/>
                  <a:pt x="5225076" y="2285623"/>
                  <a:pt x="5121357" y="2308324"/>
                </a:cubicBezTo>
                <a:cubicBezTo>
                  <a:pt x="5017638" y="2331025"/>
                  <a:pt x="4721564" y="2259705"/>
                  <a:pt x="4532696" y="2308324"/>
                </a:cubicBezTo>
                <a:cubicBezTo>
                  <a:pt x="4343828" y="2356943"/>
                  <a:pt x="4215897" y="2295871"/>
                  <a:pt x="3944034" y="2308324"/>
                </a:cubicBezTo>
                <a:cubicBezTo>
                  <a:pt x="3672171" y="2320777"/>
                  <a:pt x="3785699" y="2280545"/>
                  <a:pt x="3655590" y="2308324"/>
                </a:cubicBezTo>
                <a:cubicBezTo>
                  <a:pt x="3525481" y="2336103"/>
                  <a:pt x="3384000" y="2277136"/>
                  <a:pt x="3267073" y="2308324"/>
                </a:cubicBezTo>
                <a:cubicBezTo>
                  <a:pt x="3150146" y="2339512"/>
                  <a:pt x="2708818" y="2285182"/>
                  <a:pt x="2478266" y="2308324"/>
                </a:cubicBezTo>
                <a:cubicBezTo>
                  <a:pt x="2247714" y="2331466"/>
                  <a:pt x="2185655" y="2264749"/>
                  <a:pt x="2089749" y="2308324"/>
                </a:cubicBezTo>
                <a:cubicBezTo>
                  <a:pt x="1993843" y="2351899"/>
                  <a:pt x="1560221" y="2250521"/>
                  <a:pt x="1401015" y="2308324"/>
                </a:cubicBezTo>
                <a:cubicBezTo>
                  <a:pt x="1241809" y="2366127"/>
                  <a:pt x="772670" y="2268253"/>
                  <a:pt x="612208" y="2308324"/>
                </a:cubicBezTo>
                <a:cubicBezTo>
                  <a:pt x="451746" y="2348395"/>
                  <a:pt x="244965" y="2258958"/>
                  <a:pt x="0" y="2308324"/>
                </a:cubicBezTo>
                <a:cubicBezTo>
                  <a:pt x="-17465" y="2086361"/>
                  <a:pt x="29059" y="2029680"/>
                  <a:pt x="0" y="1800493"/>
                </a:cubicBezTo>
                <a:cubicBezTo>
                  <a:pt x="-29059" y="1571306"/>
                  <a:pt x="15483" y="1423591"/>
                  <a:pt x="0" y="1246495"/>
                </a:cubicBezTo>
                <a:cubicBezTo>
                  <a:pt x="-15483" y="1069399"/>
                  <a:pt x="2763" y="780140"/>
                  <a:pt x="0" y="646331"/>
                </a:cubicBezTo>
                <a:cubicBezTo>
                  <a:pt x="-2763" y="512522"/>
                  <a:pt x="26066" y="132789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93826488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CREATE TABLE IF NOT EXISTS “persons" (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i="1" dirty="0">
                <a:solidFill>
                  <a:schemeClr val="accent6"/>
                </a:solidFill>
                <a:latin typeface="Consolas" panose="020B0609020204030204" pitchFamily="49" charset="0"/>
              </a:rPr>
              <a:t> ... 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CREATE TABLE IF NOT EXISTS “passports" (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i="1" dirty="0">
                <a:solidFill>
                  <a:schemeClr val="accent6"/>
                </a:solidFill>
                <a:latin typeface="Consolas" panose="020B0609020204030204" pitchFamily="49" charset="0"/>
              </a:rPr>
              <a:t>... 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"</a:t>
            </a:r>
            <a:r>
              <a:rPr lang="en-US" sz="1600" dirty="0" err="1">
                <a:latin typeface="Consolas" panose="020B0609020204030204" pitchFamily="49" charset="0"/>
              </a:rPr>
              <a:t>personId</a:t>
            </a:r>
            <a:r>
              <a:rPr lang="en-US" sz="1600" dirty="0">
                <a:latin typeface="Consolas" panose="020B0609020204030204" pitchFamily="49" charset="0"/>
              </a:rPr>
              <a:t>" INTEGER REFERENCES "persons" ("id") ON DELETE SET NULL ON UPDATE CASCADE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i="1" dirty="0">
                <a:solidFill>
                  <a:schemeClr val="accent6"/>
                </a:solidFill>
                <a:latin typeface="Consolas" panose="020B0609020204030204" pitchFamily="49" charset="0"/>
              </a:rPr>
              <a:t>...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);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F1320-6C82-9A43-5C4D-71E40CA81B31}"/>
              </a:ext>
            </a:extLst>
          </p:cNvPr>
          <p:cNvSpPr txBox="1"/>
          <p:nvPr/>
        </p:nvSpPr>
        <p:spPr>
          <a:xfrm>
            <a:off x="3056006" y="404694"/>
            <a:ext cx="69856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To One 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 SQL generation / Options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5B5C27-F4F9-860E-AD5B-606D7DBEF604}"/>
              </a:ext>
            </a:extLst>
          </p:cNvPr>
          <p:cNvSpPr/>
          <p:nvPr/>
        </p:nvSpPr>
        <p:spPr>
          <a:xfrm>
            <a:off x="285751" y="400602"/>
            <a:ext cx="2095838" cy="3441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F97D6B-EA07-3B9E-4332-522E5F899597}"/>
              </a:ext>
            </a:extLst>
          </p:cNvPr>
          <p:cNvSpPr txBox="1"/>
          <p:nvPr/>
        </p:nvSpPr>
        <p:spPr>
          <a:xfrm>
            <a:off x="2205671" y="1021762"/>
            <a:ext cx="8497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this case, Sequelize knows that a </a:t>
            </a:r>
            <a:r>
              <a:rPr lang="en-US" sz="20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persond</a:t>
            </a: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column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must be added to Passport.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F0D10FC-BDC5-0EC0-2EC5-E6A5CFB8B5FE}"/>
              </a:ext>
            </a:extLst>
          </p:cNvPr>
          <p:cNvSpPr/>
          <p:nvPr/>
        </p:nvSpPr>
        <p:spPr>
          <a:xfrm rot="5400000">
            <a:off x="5675313" y="3072233"/>
            <a:ext cx="735803" cy="891934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F8802E-8FF7-0E68-0B7D-60A902D6A4BA}"/>
              </a:ext>
            </a:extLst>
          </p:cNvPr>
          <p:cNvSpPr txBox="1"/>
          <p:nvPr/>
        </p:nvSpPr>
        <p:spPr>
          <a:xfrm>
            <a:off x="6724350" y="3435206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4"/>
                </a:solidFill>
              </a:rPr>
              <a:t>Mapping</a:t>
            </a:r>
          </a:p>
        </p:txBody>
      </p:sp>
      <p:pic>
        <p:nvPicPr>
          <p:cNvPr id="2" name="Picture 2" descr="Idea - Free technology icons">
            <a:extLst>
              <a:ext uri="{FF2B5EF4-FFF2-40B4-BE49-F238E27FC236}">
                <a16:creationId xmlns:a16="http://schemas.microsoft.com/office/drawing/2014/main" id="{B984157C-AA82-2567-2A4D-C305C1D37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08" y="6194148"/>
            <a:ext cx="493711" cy="42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DEA5624-9DD9-1578-E594-7A8DBEE2AAEB}"/>
              </a:ext>
            </a:extLst>
          </p:cNvPr>
          <p:cNvSpPr txBox="1"/>
          <p:nvPr/>
        </p:nvSpPr>
        <p:spPr>
          <a:xfrm>
            <a:off x="1578419" y="6207943"/>
            <a:ext cx="74682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options are available to setup the relation btw 2 tables, check the reference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9973533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18743-2CD8-80B5-F416-ACF9EDC24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7EC1D9-F229-39D0-F471-347155599E70}"/>
              </a:ext>
            </a:extLst>
          </p:cNvPr>
          <p:cNvSpPr txBox="1"/>
          <p:nvPr/>
        </p:nvSpPr>
        <p:spPr>
          <a:xfrm>
            <a:off x="3564761" y="452367"/>
            <a:ext cx="4886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To One 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 </a:t>
            </a:r>
            <a:r>
              <a:rPr lang="en-US" sz="32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</a:t>
            </a:r>
            <a:r>
              <a:rPr lang="en-US" sz="32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C3DAFA-3105-0B3F-D811-C7A942F5F9BB}"/>
              </a:ext>
            </a:extLst>
          </p:cNvPr>
          <p:cNvSpPr/>
          <p:nvPr/>
        </p:nvSpPr>
        <p:spPr>
          <a:xfrm>
            <a:off x="285751" y="400602"/>
            <a:ext cx="2095838" cy="3441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598D79-0A7A-BB33-5470-82CBFD184445}"/>
              </a:ext>
            </a:extLst>
          </p:cNvPr>
          <p:cNvSpPr txBox="1"/>
          <p:nvPr/>
        </p:nvSpPr>
        <p:spPr>
          <a:xfrm>
            <a:off x="2858083" y="1011558"/>
            <a:ext cx="7239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can be used to create or fetch the other associated instance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60668A-3BB9-6B82-98DD-DCB53BE39538}"/>
              </a:ext>
            </a:extLst>
          </p:cNvPr>
          <p:cNvSpPr txBox="1"/>
          <p:nvPr/>
        </p:nvSpPr>
        <p:spPr>
          <a:xfrm>
            <a:off x="285751" y="1997836"/>
            <a:ext cx="5144665" cy="3785652"/>
          </a:xfrm>
          <a:custGeom>
            <a:avLst/>
            <a:gdLst>
              <a:gd name="connsiteX0" fmla="*/ 0 w 5144665"/>
              <a:gd name="connsiteY0" fmla="*/ 0 h 3785652"/>
              <a:gd name="connsiteX1" fmla="*/ 417289 w 5144665"/>
              <a:gd name="connsiteY1" fmla="*/ 0 h 3785652"/>
              <a:gd name="connsiteX2" fmla="*/ 1040366 w 5144665"/>
              <a:gd name="connsiteY2" fmla="*/ 0 h 3785652"/>
              <a:gd name="connsiteX3" fmla="*/ 1560548 w 5144665"/>
              <a:gd name="connsiteY3" fmla="*/ 0 h 3785652"/>
              <a:gd name="connsiteX4" fmla="*/ 2235071 w 5144665"/>
              <a:gd name="connsiteY4" fmla="*/ 0 h 3785652"/>
              <a:gd name="connsiteX5" fmla="*/ 2755254 w 5144665"/>
              <a:gd name="connsiteY5" fmla="*/ 0 h 3785652"/>
              <a:gd name="connsiteX6" fmla="*/ 3275437 w 5144665"/>
              <a:gd name="connsiteY6" fmla="*/ 0 h 3785652"/>
              <a:gd name="connsiteX7" fmla="*/ 3898513 w 5144665"/>
              <a:gd name="connsiteY7" fmla="*/ 0 h 3785652"/>
              <a:gd name="connsiteX8" fmla="*/ 4573036 w 5144665"/>
              <a:gd name="connsiteY8" fmla="*/ 0 h 3785652"/>
              <a:gd name="connsiteX9" fmla="*/ 5144665 w 5144665"/>
              <a:gd name="connsiteY9" fmla="*/ 0 h 3785652"/>
              <a:gd name="connsiteX10" fmla="*/ 5144665 w 5144665"/>
              <a:gd name="connsiteY10" fmla="*/ 502951 h 3785652"/>
              <a:gd name="connsiteX11" fmla="*/ 5144665 w 5144665"/>
              <a:gd name="connsiteY11" fmla="*/ 1119471 h 3785652"/>
              <a:gd name="connsiteX12" fmla="*/ 5144665 w 5144665"/>
              <a:gd name="connsiteY12" fmla="*/ 1698135 h 3785652"/>
              <a:gd name="connsiteX13" fmla="*/ 5144665 w 5144665"/>
              <a:gd name="connsiteY13" fmla="*/ 2125373 h 3785652"/>
              <a:gd name="connsiteX14" fmla="*/ 5144665 w 5144665"/>
              <a:gd name="connsiteY14" fmla="*/ 2552611 h 3785652"/>
              <a:gd name="connsiteX15" fmla="*/ 5144665 w 5144665"/>
              <a:gd name="connsiteY15" fmla="*/ 3093418 h 3785652"/>
              <a:gd name="connsiteX16" fmla="*/ 5144665 w 5144665"/>
              <a:gd name="connsiteY16" fmla="*/ 3785652 h 3785652"/>
              <a:gd name="connsiteX17" fmla="*/ 4470142 w 5144665"/>
              <a:gd name="connsiteY17" fmla="*/ 3785652 h 3785652"/>
              <a:gd name="connsiteX18" fmla="*/ 3795620 w 5144665"/>
              <a:gd name="connsiteY18" fmla="*/ 3785652 h 3785652"/>
              <a:gd name="connsiteX19" fmla="*/ 3223990 w 5144665"/>
              <a:gd name="connsiteY19" fmla="*/ 3785652 h 3785652"/>
              <a:gd name="connsiteX20" fmla="*/ 2806701 w 5144665"/>
              <a:gd name="connsiteY20" fmla="*/ 3785652 h 3785652"/>
              <a:gd name="connsiteX21" fmla="*/ 2183624 w 5144665"/>
              <a:gd name="connsiteY21" fmla="*/ 3785652 h 3785652"/>
              <a:gd name="connsiteX22" fmla="*/ 1509102 w 5144665"/>
              <a:gd name="connsiteY22" fmla="*/ 3785652 h 3785652"/>
              <a:gd name="connsiteX23" fmla="*/ 988919 w 5144665"/>
              <a:gd name="connsiteY23" fmla="*/ 3785652 h 3785652"/>
              <a:gd name="connsiteX24" fmla="*/ 0 w 5144665"/>
              <a:gd name="connsiteY24" fmla="*/ 3785652 h 3785652"/>
              <a:gd name="connsiteX25" fmla="*/ 0 w 5144665"/>
              <a:gd name="connsiteY25" fmla="*/ 3282701 h 3785652"/>
              <a:gd name="connsiteX26" fmla="*/ 0 w 5144665"/>
              <a:gd name="connsiteY26" fmla="*/ 2704037 h 3785652"/>
              <a:gd name="connsiteX27" fmla="*/ 0 w 5144665"/>
              <a:gd name="connsiteY27" fmla="*/ 2163230 h 3785652"/>
              <a:gd name="connsiteX28" fmla="*/ 0 w 5144665"/>
              <a:gd name="connsiteY28" fmla="*/ 1584566 h 3785652"/>
              <a:gd name="connsiteX29" fmla="*/ 0 w 5144665"/>
              <a:gd name="connsiteY29" fmla="*/ 1157328 h 3785652"/>
              <a:gd name="connsiteX30" fmla="*/ 0 w 5144665"/>
              <a:gd name="connsiteY30" fmla="*/ 540807 h 3785652"/>
              <a:gd name="connsiteX31" fmla="*/ 0 w 5144665"/>
              <a:gd name="connsiteY31" fmla="*/ 0 h 3785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44665" h="3785652" extrusionOk="0">
                <a:moveTo>
                  <a:pt x="0" y="0"/>
                </a:moveTo>
                <a:cubicBezTo>
                  <a:pt x="115948" y="-11820"/>
                  <a:pt x="290880" y="39238"/>
                  <a:pt x="417289" y="0"/>
                </a:cubicBezTo>
                <a:cubicBezTo>
                  <a:pt x="543698" y="-39238"/>
                  <a:pt x="761214" y="5042"/>
                  <a:pt x="1040366" y="0"/>
                </a:cubicBezTo>
                <a:cubicBezTo>
                  <a:pt x="1319518" y="-5042"/>
                  <a:pt x="1384915" y="60302"/>
                  <a:pt x="1560548" y="0"/>
                </a:cubicBezTo>
                <a:cubicBezTo>
                  <a:pt x="1736181" y="-60302"/>
                  <a:pt x="1968216" y="76945"/>
                  <a:pt x="2235071" y="0"/>
                </a:cubicBezTo>
                <a:cubicBezTo>
                  <a:pt x="2501926" y="-76945"/>
                  <a:pt x="2515146" y="37557"/>
                  <a:pt x="2755254" y="0"/>
                </a:cubicBezTo>
                <a:cubicBezTo>
                  <a:pt x="2995362" y="-37557"/>
                  <a:pt x="3135295" y="827"/>
                  <a:pt x="3275437" y="0"/>
                </a:cubicBezTo>
                <a:cubicBezTo>
                  <a:pt x="3415579" y="-827"/>
                  <a:pt x="3665703" y="43591"/>
                  <a:pt x="3898513" y="0"/>
                </a:cubicBezTo>
                <a:cubicBezTo>
                  <a:pt x="4131323" y="-43591"/>
                  <a:pt x="4296897" y="30552"/>
                  <a:pt x="4573036" y="0"/>
                </a:cubicBezTo>
                <a:cubicBezTo>
                  <a:pt x="4849175" y="-30552"/>
                  <a:pt x="4866480" y="2118"/>
                  <a:pt x="5144665" y="0"/>
                </a:cubicBezTo>
                <a:cubicBezTo>
                  <a:pt x="5164488" y="137880"/>
                  <a:pt x="5084919" y="389044"/>
                  <a:pt x="5144665" y="502951"/>
                </a:cubicBezTo>
                <a:cubicBezTo>
                  <a:pt x="5204411" y="616858"/>
                  <a:pt x="5091989" y="977146"/>
                  <a:pt x="5144665" y="1119471"/>
                </a:cubicBezTo>
                <a:cubicBezTo>
                  <a:pt x="5197341" y="1261796"/>
                  <a:pt x="5124845" y="1442702"/>
                  <a:pt x="5144665" y="1698135"/>
                </a:cubicBezTo>
                <a:cubicBezTo>
                  <a:pt x="5164485" y="1953568"/>
                  <a:pt x="5093723" y="1987728"/>
                  <a:pt x="5144665" y="2125373"/>
                </a:cubicBezTo>
                <a:cubicBezTo>
                  <a:pt x="5195607" y="2263018"/>
                  <a:pt x="5135390" y="2400253"/>
                  <a:pt x="5144665" y="2552611"/>
                </a:cubicBezTo>
                <a:cubicBezTo>
                  <a:pt x="5153940" y="2704969"/>
                  <a:pt x="5091258" y="2969272"/>
                  <a:pt x="5144665" y="3093418"/>
                </a:cubicBezTo>
                <a:cubicBezTo>
                  <a:pt x="5198072" y="3217564"/>
                  <a:pt x="5130632" y="3603422"/>
                  <a:pt x="5144665" y="3785652"/>
                </a:cubicBezTo>
                <a:cubicBezTo>
                  <a:pt x="4956048" y="3858036"/>
                  <a:pt x="4794726" y="3709819"/>
                  <a:pt x="4470142" y="3785652"/>
                </a:cubicBezTo>
                <a:cubicBezTo>
                  <a:pt x="4145558" y="3861485"/>
                  <a:pt x="4030965" y="3747042"/>
                  <a:pt x="3795620" y="3785652"/>
                </a:cubicBezTo>
                <a:cubicBezTo>
                  <a:pt x="3560275" y="3824262"/>
                  <a:pt x="3394962" y="3761937"/>
                  <a:pt x="3223990" y="3785652"/>
                </a:cubicBezTo>
                <a:cubicBezTo>
                  <a:pt x="3053018" y="3809367"/>
                  <a:pt x="2891973" y="3754847"/>
                  <a:pt x="2806701" y="3785652"/>
                </a:cubicBezTo>
                <a:cubicBezTo>
                  <a:pt x="2721429" y="3816457"/>
                  <a:pt x="2382940" y="3765826"/>
                  <a:pt x="2183624" y="3785652"/>
                </a:cubicBezTo>
                <a:cubicBezTo>
                  <a:pt x="1984308" y="3805478"/>
                  <a:pt x="1779868" y="3716603"/>
                  <a:pt x="1509102" y="3785652"/>
                </a:cubicBezTo>
                <a:cubicBezTo>
                  <a:pt x="1238336" y="3854701"/>
                  <a:pt x="1212731" y="3739933"/>
                  <a:pt x="988919" y="3785652"/>
                </a:cubicBezTo>
                <a:cubicBezTo>
                  <a:pt x="765107" y="3831371"/>
                  <a:pt x="246560" y="3697429"/>
                  <a:pt x="0" y="3785652"/>
                </a:cubicBezTo>
                <a:cubicBezTo>
                  <a:pt x="-48817" y="3581918"/>
                  <a:pt x="45695" y="3442783"/>
                  <a:pt x="0" y="3282701"/>
                </a:cubicBezTo>
                <a:cubicBezTo>
                  <a:pt x="-45695" y="3122619"/>
                  <a:pt x="28130" y="2926666"/>
                  <a:pt x="0" y="2704037"/>
                </a:cubicBezTo>
                <a:cubicBezTo>
                  <a:pt x="-28130" y="2481408"/>
                  <a:pt x="52387" y="2272178"/>
                  <a:pt x="0" y="2163230"/>
                </a:cubicBezTo>
                <a:cubicBezTo>
                  <a:pt x="-52387" y="2054282"/>
                  <a:pt x="27887" y="1795838"/>
                  <a:pt x="0" y="1584566"/>
                </a:cubicBezTo>
                <a:cubicBezTo>
                  <a:pt x="-27887" y="1373294"/>
                  <a:pt x="38052" y="1327403"/>
                  <a:pt x="0" y="1157328"/>
                </a:cubicBezTo>
                <a:cubicBezTo>
                  <a:pt x="-38052" y="987253"/>
                  <a:pt x="46212" y="830770"/>
                  <a:pt x="0" y="540807"/>
                </a:cubicBezTo>
                <a:cubicBezTo>
                  <a:pt x="-46212" y="250844"/>
                  <a:pt x="40784" y="214462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76526163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User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sequelize.define</a:t>
            </a:r>
            <a:r>
              <a:rPr lang="en-US" sz="1600" dirty="0">
                <a:latin typeface="Consolas" panose="020B0609020204030204" pitchFamily="49" charset="0"/>
              </a:rPr>
              <a:t>('User',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username: </a:t>
            </a:r>
            <a:r>
              <a:rPr lang="en-US" sz="1600" dirty="0" err="1">
                <a:latin typeface="Consolas" panose="020B0609020204030204" pitchFamily="49" charset="0"/>
              </a:rPr>
              <a:t>DataTypes.STRING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email: </a:t>
            </a:r>
            <a:r>
              <a:rPr lang="en-US" sz="1600" dirty="0" err="1">
                <a:latin typeface="Consolas" panose="020B0609020204030204" pitchFamily="49" charset="0"/>
              </a:rPr>
              <a:t>DataTypes.STRING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});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Profile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sequelize.define</a:t>
            </a:r>
            <a:r>
              <a:rPr lang="en-US" sz="1600" dirty="0">
                <a:latin typeface="Consolas" panose="020B0609020204030204" pitchFamily="49" charset="0"/>
              </a:rPr>
              <a:t>('Profile',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bio: </a:t>
            </a:r>
            <a:r>
              <a:rPr lang="en-US" sz="1600" dirty="0" err="1">
                <a:latin typeface="Consolas" panose="020B0609020204030204" pitchFamily="49" charset="0"/>
              </a:rPr>
              <a:t>DataTypes.TEXT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avatarUrl</a:t>
            </a:r>
            <a:r>
              <a:rPr lang="en-US" sz="1600" dirty="0">
                <a:latin typeface="Consolas" panose="020B0609020204030204" pitchFamily="49" charset="0"/>
              </a:rPr>
              <a:t>: </a:t>
            </a:r>
            <a:r>
              <a:rPr lang="en-US" sz="1600" dirty="0" err="1">
                <a:latin typeface="Consolas" panose="020B0609020204030204" pitchFamily="49" charset="0"/>
              </a:rPr>
              <a:t>DataTypes.STRING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}); 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b="1" dirty="0" err="1">
                <a:solidFill>
                  <a:schemeClr val="accent4"/>
                </a:solidFill>
                <a:latin typeface="Consolas" panose="020B0609020204030204" pitchFamily="49" charset="0"/>
              </a:rPr>
              <a:t>User</a:t>
            </a:r>
            <a:r>
              <a:rPr lang="en-US" sz="1600" dirty="0" err="1">
                <a:latin typeface="Consolas" panose="020B0609020204030204" pitchFamily="49" charset="0"/>
              </a:rPr>
              <a:t>.hasOne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Profile</a:t>
            </a:r>
            <a:r>
              <a:rPr lang="en-US" sz="1600" dirty="0">
                <a:latin typeface="Consolas" panose="020B0609020204030204" pitchFamily="49" charset="0"/>
              </a:rPr>
              <a:t>);        </a:t>
            </a:r>
          </a:p>
          <a:p>
            <a:r>
              <a:rPr lang="en-US" sz="16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Profile</a:t>
            </a:r>
            <a:r>
              <a:rPr lang="en-US" sz="1600" dirty="0" err="1">
                <a:latin typeface="Consolas" panose="020B0609020204030204" pitchFamily="49" charset="0"/>
              </a:rPr>
              <a:t>.belongsTo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User</a:t>
            </a:r>
            <a:r>
              <a:rPr lang="en-US" sz="1600" dirty="0">
                <a:latin typeface="Consolas" panose="020B0609020204030204" pitchFamily="49" charset="0"/>
              </a:rPr>
              <a:t>);   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211601-1ECB-DD70-FEBB-D281D0B80F3A}"/>
              </a:ext>
            </a:extLst>
          </p:cNvPr>
          <p:cNvSpPr txBox="1"/>
          <p:nvPr/>
        </p:nvSpPr>
        <p:spPr>
          <a:xfrm>
            <a:off x="210929" y="1663687"/>
            <a:ext cx="2089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31E4D5-664D-0C48-FBCE-DB0101D9DC82}"/>
              </a:ext>
            </a:extLst>
          </p:cNvPr>
          <p:cNvSpPr txBox="1"/>
          <p:nvPr/>
        </p:nvSpPr>
        <p:spPr>
          <a:xfrm>
            <a:off x="5701904" y="1997836"/>
            <a:ext cx="6129312" cy="3785652"/>
          </a:xfrm>
          <a:custGeom>
            <a:avLst/>
            <a:gdLst>
              <a:gd name="connsiteX0" fmla="*/ 0 w 6129312"/>
              <a:gd name="connsiteY0" fmla="*/ 0 h 3785652"/>
              <a:gd name="connsiteX1" fmla="*/ 373331 w 6129312"/>
              <a:gd name="connsiteY1" fmla="*/ 0 h 3785652"/>
              <a:gd name="connsiteX2" fmla="*/ 991834 w 6129312"/>
              <a:gd name="connsiteY2" fmla="*/ 0 h 3785652"/>
              <a:gd name="connsiteX3" fmla="*/ 1487751 w 6129312"/>
              <a:gd name="connsiteY3" fmla="*/ 0 h 3785652"/>
              <a:gd name="connsiteX4" fmla="*/ 2167548 w 6129312"/>
              <a:gd name="connsiteY4" fmla="*/ 0 h 3785652"/>
              <a:gd name="connsiteX5" fmla="*/ 2663465 w 6129312"/>
              <a:gd name="connsiteY5" fmla="*/ 0 h 3785652"/>
              <a:gd name="connsiteX6" fmla="*/ 3159382 w 6129312"/>
              <a:gd name="connsiteY6" fmla="*/ 0 h 3785652"/>
              <a:gd name="connsiteX7" fmla="*/ 3777885 w 6129312"/>
              <a:gd name="connsiteY7" fmla="*/ 0 h 3785652"/>
              <a:gd name="connsiteX8" fmla="*/ 4457681 w 6129312"/>
              <a:gd name="connsiteY8" fmla="*/ 0 h 3785652"/>
              <a:gd name="connsiteX9" fmla="*/ 4892305 w 6129312"/>
              <a:gd name="connsiteY9" fmla="*/ 0 h 3785652"/>
              <a:gd name="connsiteX10" fmla="*/ 5388222 w 6129312"/>
              <a:gd name="connsiteY10" fmla="*/ 0 h 3785652"/>
              <a:gd name="connsiteX11" fmla="*/ 6129312 w 6129312"/>
              <a:gd name="connsiteY11" fmla="*/ 0 h 3785652"/>
              <a:gd name="connsiteX12" fmla="*/ 6129312 w 6129312"/>
              <a:gd name="connsiteY12" fmla="*/ 502951 h 3785652"/>
              <a:gd name="connsiteX13" fmla="*/ 6129312 w 6129312"/>
              <a:gd name="connsiteY13" fmla="*/ 930189 h 3785652"/>
              <a:gd name="connsiteX14" fmla="*/ 6129312 w 6129312"/>
              <a:gd name="connsiteY14" fmla="*/ 1357427 h 3785652"/>
              <a:gd name="connsiteX15" fmla="*/ 6129312 w 6129312"/>
              <a:gd name="connsiteY15" fmla="*/ 1898234 h 3785652"/>
              <a:gd name="connsiteX16" fmla="*/ 6129312 w 6129312"/>
              <a:gd name="connsiteY16" fmla="*/ 2514755 h 3785652"/>
              <a:gd name="connsiteX17" fmla="*/ 6129312 w 6129312"/>
              <a:gd name="connsiteY17" fmla="*/ 3131275 h 3785652"/>
              <a:gd name="connsiteX18" fmla="*/ 6129312 w 6129312"/>
              <a:gd name="connsiteY18" fmla="*/ 3785652 h 3785652"/>
              <a:gd name="connsiteX19" fmla="*/ 5755981 w 6129312"/>
              <a:gd name="connsiteY19" fmla="*/ 3785652 h 3785652"/>
              <a:gd name="connsiteX20" fmla="*/ 5382650 w 6129312"/>
              <a:gd name="connsiteY20" fmla="*/ 3785652 h 3785652"/>
              <a:gd name="connsiteX21" fmla="*/ 4764147 w 6129312"/>
              <a:gd name="connsiteY21" fmla="*/ 3785652 h 3785652"/>
              <a:gd name="connsiteX22" fmla="*/ 4084351 w 6129312"/>
              <a:gd name="connsiteY22" fmla="*/ 3785652 h 3785652"/>
              <a:gd name="connsiteX23" fmla="*/ 3588434 w 6129312"/>
              <a:gd name="connsiteY23" fmla="*/ 3785652 h 3785652"/>
              <a:gd name="connsiteX24" fmla="*/ 2969930 w 6129312"/>
              <a:gd name="connsiteY24" fmla="*/ 3785652 h 3785652"/>
              <a:gd name="connsiteX25" fmla="*/ 2474013 w 6129312"/>
              <a:gd name="connsiteY25" fmla="*/ 3785652 h 3785652"/>
              <a:gd name="connsiteX26" fmla="*/ 2100682 w 6129312"/>
              <a:gd name="connsiteY26" fmla="*/ 3785652 h 3785652"/>
              <a:gd name="connsiteX27" fmla="*/ 1727352 w 6129312"/>
              <a:gd name="connsiteY27" fmla="*/ 3785652 h 3785652"/>
              <a:gd name="connsiteX28" fmla="*/ 1047555 w 6129312"/>
              <a:gd name="connsiteY28" fmla="*/ 3785652 h 3785652"/>
              <a:gd name="connsiteX29" fmla="*/ 551638 w 6129312"/>
              <a:gd name="connsiteY29" fmla="*/ 3785652 h 3785652"/>
              <a:gd name="connsiteX30" fmla="*/ 0 w 6129312"/>
              <a:gd name="connsiteY30" fmla="*/ 3785652 h 3785652"/>
              <a:gd name="connsiteX31" fmla="*/ 0 w 6129312"/>
              <a:gd name="connsiteY31" fmla="*/ 3244845 h 3785652"/>
              <a:gd name="connsiteX32" fmla="*/ 0 w 6129312"/>
              <a:gd name="connsiteY32" fmla="*/ 2704037 h 3785652"/>
              <a:gd name="connsiteX33" fmla="*/ 0 w 6129312"/>
              <a:gd name="connsiteY33" fmla="*/ 2125373 h 3785652"/>
              <a:gd name="connsiteX34" fmla="*/ 0 w 6129312"/>
              <a:gd name="connsiteY34" fmla="*/ 1622422 h 3785652"/>
              <a:gd name="connsiteX35" fmla="*/ 0 w 6129312"/>
              <a:gd name="connsiteY35" fmla="*/ 1157328 h 3785652"/>
              <a:gd name="connsiteX36" fmla="*/ 0 w 6129312"/>
              <a:gd name="connsiteY36" fmla="*/ 578664 h 3785652"/>
              <a:gd name="connsiteX37" fmla="*/ 0 w 6129312"/>
              <a:gd name="connsiteY37" fmla="*/ 0 h 3785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6129312" h="3785652" extrusionOk="0">
                <a:moveTo>
                  <a:pt x="0" y="0"/>
                </a:moveTo>
                <a:cubicBezTo>
                  <a:pt x="166766" y="-40965"/>
                  <a:pt x="255314" y="16723"/>
                  <a:pt x="373331" y="0"/>
                </a:cubicBezTo>
                <a:cubicBezTo>
                  <a:pt x="491348" y="-16723"/>
                  <a:pt x="772605" y="55103"/>
                  <a:pt x="991834" y="0"/>
                </a:cubicBezTo>
                <a:cubicBezTo>
                  <a:pt x="1211063" y="-55103"/>
                  <a:pt x="1377339" y="21508"/>
                  <a:pt x="1487751" y="0"/>
                </a:cubicBezTo>
                <a:cubicBezTo>
                  <a:pt x="1598163" y="-21508"/>
                  <a:pt x="1900127" y="8547"/>
                  <a:pt x="2167548" y="0"/>
                </a:cubicBezTo>
                <a:cubicBezTo>
                  <a:pt x="2434969" y="-8547"/>
                  <a:pt x="2435775" y="54440"/>
                  <a:pt x="2663465" y="0"/>
                </a:cubicBezTo>
                <a:cubicBezTo>
                  <a:pt x="2891155" y="-54440"/>
                  <a:pt x="2998964" y="53146"/>
                  <a:pt x="3159382" y="0"/>
                </a:cubicBezTo>
                <a:cubicBezTo>
                  <a:pt x="3319800" y="-53146"/>
                  <a:pt x="3593063" y="24658"/>
                  <a:pt x="3777885" y="0"/>
                </a:cubicBezTo>
                <a:cubicBezTo>
                  <a:pt x="3962707" y="-24658"/>
                  <a:pt x="4194144" y="12639"/>
                  <a:pt x="4457681" y="0"/>
                </a:cubicBezTo>
                <a:cubicBezTo>
                  <a:pt x="4721218" y="-12639"/>
                  <a:pt x="4776145" y="34515"/>
                  <a:pt x="4892305" y="0"/>
                </a:cubicBezTo>
                <a:cubicBezTo>
                  <a:pt x="5008465" y="-34515"/>
                  <a:pt x="5185251" y="14549"/>
                  <a:pt x="5388222" y="0"/>
                </a:cubicBezTo>
                <a:cubicBezTo>
                  <a:pt x="5591193" y="-14549"/>
                  <a:pt x="5882017" y="13939"/>
                  <a:pt x="6129312" y="0"/>
                </a:cubicBezTo>
                <a:cubicBezTo>
                  <a:pt x="6143810" y="129597"/>
                  <a:pt x="6092972" y="260135"/>
                  <a:pt x="6129312" y="502951"/>
                </a:cubicBezTo>
                <a:cubicBezTo>
                  <a:pt x="6165652" y="745767"/>
                  <a:pt x="6078370" y="792544"/>
                  <a:pt x="6129312" y="930189"/>
                </a:cubicBezTo>
                <a:cubicBezTo>
                  <a:pt x="6180254" y="1067834"/>
                  <a:pt x="6120037" y="1205069"/>
                  <a:pt x="6129312" y="1357427"/>
                </a:cubicBezTo>
                <a:cubicBezTo>
                  <a:pt x="6138587" y="1509785"/>
                  <a:pt x="6075905" y="1774088"/>
                  <a:pt x="6129312" y="1898234"/>
                </a:cubicBezTo>
                <a:cubicBezTo>
                  <a:pt x="6182719" y="2022380"/>
                  <a:pt x="6072787" y="2317194"/>
                  <a:pt x="6129312" y="2514755"/>
                </a:cubicBezTo>
                <a:cubicBezTo>
                  <a:pt x="6185837" y="2712316"/>
                  <a:pt x="6092472" y="2983326"/>
                  <a:pt x="6129312" y="3131275"/>
                </a:cubicBezTo>
                <a:cubicBezTo>
                  <a:pt x="6166152" y="3279224"/>
                  <a:pt x="6125959" y="3639706"/>
                  <a:pt x="6129312" y="3785652"/>
                </a:cubicBezTo>
                <a:cubicBezTo>
                  <a:pt x="6029408" y="3812153"/>
                  <a:pt x="5898128" y="3778075"/>
                  <a:pt x="5755981" y="3785652"/>
                </a:cubicBezTo>
                <a:cubicBezTo>
                  <a:pt x="5613834" y="3793229"/>
                  <a:pt x="5528279" y="3779950"/>
                  <a:pt x="5382650" y="3785652"/>
                </a:cubicBezTo>
                <a:cubicBezTo>
                  <a:pt x="5237021" y="3791354"/>
                  <a:pt x="4911925" y="3735376"/>
                  <a:pt x="4764147" y="3785652"/>
                </a:cubicBezTo>
                <a:cubicBezTo>
                  <a:pt x="4616369" y="3835928"/>
                  <a:pt x="4365520" y="3785492"/>
                  <a:pt x="4084351" y="3785652"/>
                </a:cubicBezTo>
                <a:cubicBezTo>
                  <a:pt x="3803182" y="3785812"/>
                  <a:pt x="3771425" y="3738827"/>
                  <a:pt x="3588434" y="3785652"/>
                </a:cubicBezTo>
                <a:cubicBezTo>
                  <a:pt x="3405443" y="3832477"/>
                  <a:pt x="3101557" y="3769398"/>
                  <a:pt x="2969930" y="3785652"/>
                </a:cubicBezTo>
                <a:cubicBezTo>
                  <a:pt x="2838303" y="3801906"/>
                  <a:pt x="2691906" y="3751504"/>
                  <a:pt x="2474013" y="3785652"/>
                </a:cubicBezTo>
                <a:cubicBezTo>
                  <a:pt x="2256120" y="3819800"/>
                  <a:pt x="2248681" y="3769029"/>
                  <a:pt x="2100682" y="3785652"/>
                </a:cubicBezTo>
                <a:cubicBezTo>
                  <a:pt x="1952683" y="3802275"/>
                  <a:pt x="1828815" y="3747742"/>
                  <a:pt x="1727352" y="3785652"/>
                </a:cubicBezTo>
                <a:cubicBezTo>
                  <a:pt x="1625889" y="3823562"/>
                  <a:pt x="1370699" y="3719030"/>
                  <a:pt x="1047555" y="3785652"/>
                </a:cubicBezTo>
                <a:cubicBezTo>
                  <a:pt x="724411" y="3852274"/>
                  <a:pt x="681118" y="3726684"/>
                  <a:pt x="551638" y="3785652"/>
                </a:cubicBezTo>
                <a:cubicBezTo>
                  <a:pt x="422158" y="3844620"/>
                  <a:pt x="219113" y="3757858"/>
                  <a:pt x="0" y="3785652"/>
                </a:cubicBezTo>
                <a:cubicBezTo>
                  <a:pt x="-47890" y="3582093"/>
                  <a:pt x="40784" y="3459307"/>
                  <a:pt x="0" y="3244845"/>
                </a:cubicBezTo>
                <a:cubicBezTo>
                  <a:pt x="-40784" y="3030383"/>
                  <a:pt x="48621" y="2866787"/>
                  <a:pt x="0" y="2704037"/>
                </a:cubicBezTo>
                <a:cubicBezTo>
                  <a:pt x="-48621" y="2541287"/>
                  <a:pt x="6888" y="2342591"/>
                  <a:pt x="0" y="2125373"/>
                </a:cubicBezTo>
                <a:cubicBezTo>
                  <a:pt x="-6888" y="1908155"/>
                  <a:pt x="41679" y="1739352"/>
                  <a:pt x="0" y="1622422"/>
                </a:cubicBezTo>
                <a:cubicBezTo>
                  <a:pt x="-41679" y="1505492"/>
                  <a:pt x="48019" y="1328251"/>
                  <a:pt x="0" y="1157328"/>
                </a:cubicBezTo>
                <a:cubicBezTo>
                  <a:pt x="-48019" y="986405"/>
                  <a:pt x="16402" y="730068"/>
                  <a:pt x="0" y="578664"/>
                </a:cubicBezTo>
                <a:cubicBezTo>
                  <a:pt x="-16402" y="427260"/>
                  <a:pt x="31590" y="236053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76526163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/>
                </a:solidFill>
                <a:latin typeface="Consolas" panose="020B0609020204030204" pitchFamily="49" charset="0"/>
              </a:rPr>
              <a:t>// CREATE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user</a:t>
            </a:r>
            <a:r>
              <a:rPr lang="en-US" sz="1600" dirty="0">
                <a:latin typeface="Consolas" panose="020B0609020204030204" pitchFamily="49" charset="0"/>
              </a:rPr>
              <a:t> = await User.create({ username: '</a:t>
            </a:r>
            <a:r>
              <a:rPr lang="en-US" sz="1600" dirty="0" err="1">
                <a:latin typeface="Consolas" panose="020B0609020204030204" pitchFamily="49" charset="0"/>
              </a:rPr>
              <a:t>visal</a:t>
            </a:r>
            <a:r>
              <a:rPr lang="en-US" sz="1600" dirty="0">
                <a:latin typeface="Consolas" panose="020B0609020204030204" pitchFamily="49" charset="0"/>
              </a:rPr>
              <a:t>', email: 'v@x.com' });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await </a:t>
            </a:r>
            <a:r>
              <a:rPr lang="en-US" sz="1600" b="1" dirty="0" err="1">
                <a:solidFill>
                  <a:schemeClr val="accent4"/>
                </a:solidFill>
                <a:latin typeface="Consolas" panose="020B0609020204030204" pitchFamily="49" charset="0"/>
              </a:rPr>
              <a:t>user</a:t>
            </a:r>
            <a:r>
              <a:rPr lang="en-US" sz="1600" dirty="0" err="1">
                <a:latin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createProfile</a:t>
            </a:r>
            <a:r>
              <a:rPr lang="en-US" sz="1600" dirty="0">
                <a:latin typeface="Consolas" panose="020B0609020204030204" pitchFamily="49" charset="0"/>
              </a:rPr>
              <a:t>({ bio: 'Hi!', </a:t>
            </a:r>
            <a:r>
              <a:rPr lang="en-US" sz="1600" dirty="0" err="1">
                <a:latin typeface="Consolas" panose="020B0609020204030204" pitchFamily="49" charset="0"/>
              </a:rPr>
              <a:t>avatarUrl</a:t>
            </a:r>
            <a:r>
              <a:rPr lang="en-US" sz="1600" dirty="0">
                <a:latin typeface="Consolas" panose="020B0609020204030204" pitchFamily="49" charset="0"/>
              </a:rPr>
              <a:t>: '</a:t>
            </a:r>
            <a:r>
              <a:rPr lang="en-US" sz="1600" dirty="0" err="1">
                <a:latin typeface="Consolas" panose="020B0609020204030204" pitchFamily="49" charset="0"/>
              </a:rPr>
              <a:t>url</a:t>
            </a:r>
            <a:r>
              <a:rPr lang="en-US" sz="1600" dirty="0">
                <a:latin typeface="Consolas" panose="020B0609020204030204" pitchFamily="49" charset="0"/>
              </a:rPr>
              <a:t>' });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accent5"/>
                </a:solidFill>
                <a:latin typeface="Consolas" panose="020B0609020204030204" pitchFamily="49" charset="0"/>
              </a:rPr>
              <a:t>// FETCH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dirty="0" err="1">
                <a:latin typeface="Consolas" panose="020B0609020204030204" pitchFamily="49" charset="0"/>
              </a:rPr>
              <a:t>userWithProfile</a:t>
            </a:r>
            <a:r>
              <a:rPr lang="en-US" sz="1600" dirty="0">
                <a:latin typeface="Consolas" panose="020B0609020204030204" pitchFamily="49" charset="0"/>
              </a:rPr>
              <a:t> = await </a:t>
            </a:r>
            <a:r>
              <a:rPr lang="en-US" sz="1600" dirty="0" err="1">
                <a:latin typeface="Consolas" panose="020B0609020204030204" pitchFamily="49" charset="0"/>
              </a:rPr>
              <a:t>User.findOne</a:t>
            </a:r>
            <a:r>
              <a:rPr lang="en-US" sz="1600" dirty="0">
                <a:latin typeface="Consolas" panose="020B0609020204030204" pitchFamily="49" charset="0"/>
              </a:rPr>
              <a:t>( … );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console.log(</a:t>
            </a:r>
            <a:r>
              <a:rPr lang="en-US" sz="1600" dirty="0" err="1">
                <a:latin typeface="Consolas" panose="020B0609020204030204" pitchFamily="49" charset="0"/>
              </a:rPr>
              <a:t>userWithProfile.</a:t>
            </a:r>
            <a:r>
              <a:rPr lang="en-US" sz="16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Profile</a:t>
            </a:r>
            <a:r>
              <a:rPr lang="en-US" sz="1600" dirty="0" err="1">
                <a:latin typeface="Consolas" panose="020B0609020204030204" pitchFamily="49" charset="0"/>
              </a:rPr>
              <a:t>.bio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E75A4B-3FE4-C53C-92E5-E6205BBC7935}"/>
              </a:ext>
            </a:extLst>
          </p:cNvPr>
          <p:cNvSpPr txBox="1"/>
          <p:nvPr/>
        </p:nvSpPr>
        <p:spPr>
          <a:xfrm>
            <a:off x="5634395" y="1663686"/>
            <a:ext cx="2089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INSTANCES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97EFE3-6714-23E6-DD77-DC092B0093D1}"/>
              </a:ext>
            </a:extLst>
          </p:cNvPr>
          <p:cNvSpPr txBox="1"/>
          <p:nvPr/>
        </p:nvSpPr>
        <p:spPr>
          <a:xfrm rot="20809055">
            <a:off x="9147667" y="3792982"/>
            <a:ext cx="2079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6"/>
                </a:solidFill>
                <a:latin typeface="Comic Sans MS" panose="030F0702030302020204" pitchFamily="66" charset="0"/>
              </a:rPr>
              <a:t>The profile is</a:t>
            </a:r>
          </a:p>
          <a:p>
            <a:pPr algn="ctr"/>
            <a:r>
              <a:rPr lang="en-US" sz="1400" dirty="0">
                <a:solidFill>
                  <a:schemeClr val="accent6"/>
                </a:solidFill>
                <a:latin typeface="Comic Sans MS" panose="030F0702030302020204" pitchFamily="66" charset="0"/>
              </a:rPr>
              <a:t>created from the user</a:t>
            </a:r>
          </a:p>
        </p:txBody>
      </p: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735AFAD8-07AF-58DA-3E63-CB0A761218FB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95996" y="3577169"/>
            <a:ext cx="359371" cy="330569"/>
          </a:xfrm>
          <a:prstGeom prst="curved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D00AFCC-8FCB-0B6E-7DF9-AE8BB2D68941}"/>
              </a:ext>
            </a:extLst>
          </p:cNvPr>
          <p:cNvSpPr txBox="1"/>
          <p:nvPr/>
        </p:nvSpPr>
        <p:spPr>
          <a:xfrm rot="20809055">
            <a:off x="8738628" y="5717285"/>
            <a:ext cx="2082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5"/>
                </a:solidFill>
                <a:latin typeface="Comic Sans MS" panose="030F0702030302020204" pitchFamily="66" charset="0"/>
              </a:rPr>
              <a:t>The profile is</a:t>
            </a:r>
          </a:p>
          <a:p>
            <a:pPr algn="ctr"/>
            <a:r>
              <a:rPr lang="en-US" sz="1400" dirty="0">
                <a:solidFill>
                  <a:schemeClr val="accent5"/>
                </a:solidFill>
                <a:latin typeface="Comic Sans MS" panose="030F0702030302020204" pitchFamily="66" charset="0"/>
              </a:rPr>
              <a:t>fetched from the user</a:t>
            </a:r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9A261787-9B9B-0D0F-2B68-4B82C5E9F31D}"/>
              </a:ext>
            </a:extLst>
          </p:cNvPr>
          <p:cNvCxnSpPr>
            <a:cxnSpLocks/>
          </p:cNvCxnSpPr>
          <p:nvPr/>
        </p:nvCxnSpPr>
        <p:spPr>
          <a:xfrm rot="16200000" flipV="1">
            <a:off x="9188558" y="5501472"/>
            <a:ext cx="359371" cy="330569"/>
          </a:xfrm>
          <a:prstGeom prst="curved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2" descr="Idea - Free technology icons">
            <a:extLst>
              <a:ext uri="{FF2B5EF4-FFF2-40B4-BE49-F238E27FC236}">
                <a16:creationId xmlns:a16="http://schemas.microsoft.com/office/drawing/2014/main" id="{97B00BE0-202C-D3EB-711B-51E7DA9CA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08" y="6194148"/>
            <a:ext cx="493711" cy="42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D7623DD-A820-7A7A-7DD7-9ABA9C03AC9A}"/>
              </a:ext>
            </a:extLst>
          </p:cNvPr>
          <p:cNvSpPr txBox="1"/>
          <p:nvPr/>
        </p:nvSpPr>
        <p:spPr>
          <a:xfrm>
            <a:off x="1578419" y="6207943"/>
            <a:ext cx="74682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options are available to setup the relation btw 2 tables, check the reference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8797670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5905E-D516-5DF2-11C0-00BE8B617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61959BD7-80B3-0CD7-A5B3-28B6414341A2}"/>
              </a:ext>
            </a:extLst>
          </p:cNvPr>
          <p:cNvSpPr txBox="1"/>
          <p:nvPr/>
        </p:nvSpPr>
        <p:spPr>
          <a:xfrm>
            <a:off x="3963845" y="484991"/>
            <a:ext cx="45055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To Many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09F4E4-7453-3601-CA3C-7F8B42A5DBF5}"/>
              </a:ext>
            </a:extLst>
          </p:cNvPr>
          <p:cNvSpPr/>
          <p:nvPr/>
        </p:nvSpPr>
        <p:spPr>
          <a:xfrm>
            <a:off x="285751" y="400602"/>
            <a:ext cx="2095838" cy="3441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9322F-A5C9-1C17-2D24-F4108985367F}"/>
              </a:ext>
            </a:extLst>
          </p:cNvPr>
          <p:cNvSpPr txBox="1"/>
          <p:nvPr/>
        </p:nvSpPr>
        <p:spPr>
          <a:xfrm>
            <a:off x="1500758" y="1006063"/>
            <a:ext cx="10475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create a One-To-Many relationship, the </a:t>
            </a:r>
            <a:r>
              <a:rPr lang="en-US" sz="2000" b="1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hasMany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b="1" dirty="0" err="1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belongsTo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associations are used together;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414CF8-D274-E358-AE5B-4A4623ABC95E}"/>
              </a:ext>
            </a:extLst>
          </p:cNvPr>
          <p:cNvSpPr/>
          <p:nvPr/>
        </p:nvSpPr>
        <p:spPr>
          <a:xfrm>
            <a:off x="2069805" y="4108767"/>
            <a:ext cx="969258" cy="9692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3501CE-182B-3780-F10A-BE59852A4323}"/>
              </a:ext>
            </a:extLst>
          </p:cNvPr>
          <p:cNvSpPr/>
          <p:nvPr/>
        </p:nvSpPr>
        <p:spPr>
          <a:xfrm>
            <a:off x="3956973" y="4108767"/>
            <a:ext cx="969258" cy="9692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94152A-B532-BE2B-31F9-5FAC9E5DF93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039063" y="4593396"/>
            <a:ext cx="91791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FBF4E34-BB7B-F339-8E3E-D666D62F446E}"/>
              </a:ext>
            </a:extLst>
          </p:cNvPr>
          <p:cNvSpPr txBox="1"/>
          <p:nvPr/>
        </p:nvSpPr>
        <p:spPr>
          <a:xfrm>
            <a:off x="2997385" y="42501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101791-5754-4180-A6C1-9A29560BE565}"/>
              </a:ext>
            </a:extLst>
          </p:cNvPr>
          <p:cNvSpPr txBox="1"/>
          <p:nvPr/>
        </p:nvSpPr>
        <p:spPr>
          <a:xfrm>
            <a:off x="3694553" y="425013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2AED05-B2D6-DF6A-7DF1-DD3710A16D7F}"/>
              </a:ext>
            </a:extLst>
          </p:cNvPr>
          <p:cNvSpPr/>
          <p:nvPr/>
        </p:nvSpPr>
        <p:spPr>
          <a:xfrm>
            <a:off x="1620249" y="3335736"/>
            <a:ext cx="3769742" cy="2118360"/>
          </a:xfrm>
          <a:custGeom>
            <a:avLst/>
            <a:gdLst>
              <a:gd name="connsiteX0" fmla="*/ 0 w 3769742"/>
              <a:gd name="connsiteY0" fmla="*/ 0 h 2118360"/>
              <a:gd name="connsiteX1" fmla="*/ 425442 w 3769742"/>
              <a:gd name="connsiteY1" fmla="*/ 0 h 2118360"/>
              <a:gd name="connsiteX2" fmla="*/ 926279 w 3769742"/>
              <a:gd name="connsiteY2" fmla="*/ 0 h 2118360"/>
              <a:gd name="connsiteX3" fmla="*/ 1389419 w 3769742"/>
              <a:gd name="connsiteY3" fmla="*/ 0 h 2118360"/>
              <a:gd name="connsiteX4" fmla="*/ 1852559 w 3769742"/>
              <a:gd name="connsiteY4" fmla="*/ 0 h 2118360"/>
              <a:gd name="connsiteX5" fmla="*/ 2278001 w 3769742"/>
              <a:gd name="connsiteY5" fmla="*/ 0 h 2118360"/>
              <a:gd name="connsiteX6" fmla="*/ 2703444 w 3769742"/>
              <a:gd name="connsiteY6" fmla="*/ 0 h 2118360"/>
              <a:gd name="connsiteX7" fmla="*/ 3166583 w 3769742"/>
              <a:gd name="connsiteY7" fmla="*/ 0 h 2118360"/>
              <a:gd name="connsiteX8" fmla="*/ 3769742 w 3769742"/>
              <a:gd name="connsiteY8" fmla="*/ 0 h 2118360"/>
              <a:gd name="connsiteX9" fmla="*/ 3769742 w 3769742"/>
              <a:gd name="connsiteY9" fmla="*/ 487223 h 2118360"/>
              <a:gd name="connsiteX10" fmla="*/ 3769742 w 3769742"/>
              <a:gd name="connsiteY10" fmla="*/ 1037996 h 2118360"/>
              <a:gd name="connsiteX11" fmla="*/ 3769742 w 3769742"/>
              <a:gd name="connsiteY11" fmla="*/ 1588770 h 2118360"/>
              <a:gd name="connsiteX12" fmla="*/ 3769742 w 3769742"/>
              <a:gd name="connsiteY12" fmla="*/ 2118360 h 2118360"/>
              <a:gd name="connsiteX13" fmla="*/ 3155813 w 3769742"/>
              <a:gd name="connsiteY13" fmla="*/ 2118360 h 2118360"/>
              <a:gd name="connsiteX14" fmla="*/ 2617278 w 3769742"/>
              <a:gd name="connsiteY14" fmla="*/ 2118360 h 2118360"/>
              <a:gd name="connsiteX15" fmla="*/ 2003349 w 3769742"/>
              <a:gd name="connsiteY15" fmla="*/ 2118360 h 2118360"/>
              <a:gd name="connsiteX16" fmla="*/ 1464814 w 3769742"/>
              <a:gd name="connsiteY16" fmla="*/ 2118360 h 2118360"/>
              <a:gd name="connsiteX17" fmla="*/ 888582 w 3769742"/>
              <a:gd name="connsiteY17" fmla="*/ 2118360 h 2118360"/>
              <a:gd name="connsiteX18" fmla="*/ 0 w 3769742"/>
              <a:gd name="connsiteY18" fmla="*/ 2118360 h 2118360"/>
              <a:gd name="connsiteX19" fmla="*/ 0 w 3769742"/>
              <a:gd name="connsiteY19" fmla="*/ 1546403 h 2118360"/>
              <a:gd name="connsiteX20" fmla="*/ 0 w 3769742"/>
              <a:gd name="connsiteY20" fmla="*/ 1016813 h 2118360"/>
              <a:gd name="connsiteX21" fmla="*/ 0 w 3769742"/>
              <a:gd name="connsiteY21" fmla="*/ 0 h 2118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769742" h="2118360" extrusionOk="0">
                <a:moveTo>
                  <a:pt x="0" y="0"/>
                </a:moveTo>
                <a:cubicBezTo>
                  <a:pt x="96279" y="-28737"/>
                  <a:pt x="224721" y="23380"/>
                  <a:pt x="425442" y="0"/>
                </a:cubicBezTo>
                <a:cubicBezTo>
                  <a:pt x="626163" y="-23380"/>
                  <a:pt x="706811" y="38254"/>
                  <a:pt x="926279" y="0"/>
                </a:cubicBezTo>
                <a:cubicBezTo>
                  <a:pt x="1145747" y="-38254"/>
                  <a:pt x="1184551" y="24259"/>
                  <a:pt x="1389419" y="0"/>
                </a:cubicBezTo>
                <a:cubicBezTo>
                  <a:pt x="1594287" y="-24259"/>
                  <a:pt x="1651238" y="16907"/>
                  <a:pt x="1852559" y="0"/>
                </a:cubicBezTo>
                <a:cubicBezTo>
                  <a:pt x="2053880" y="-16907"/>
                  <a:pt x="2175363" y="23905"/>
                  <a:pt x="2278001" y="0"/>
                </a:cubicBezTo>
                <a:cubicBezTo>
                  <a:pt x="2380639" y="-23905"/>
                  <a:pt x="2610075" y="7044"/>
                  <a:pt x="2703444" y="0"/>
                </a:cubicBezTo>
                <a:cubicBezTo>
                  <a:pt x="2796813" y="-7044"/>
                  <a:pt x="3040076" y="13601"/>
                  <a:pt x="3166583" y="0"/>
                </a:cubicBezTo>
                <a:cubicBezTo>
                  <a:pt x="3293090" y="-13601"/>
                  <a:pt x="3529138" y="53401"/>
                  <a:pt x="3769742" y="0"/>
                </a:cubicBezTo>
                <a:cubicBezTo>
                  <a:pt x="3811281" y="232540"/>
                  <a:pt x="3733709" y="250191"/>
                  <a:pt x="3769742" y="487223"/>
                </a:cubicBezTo>
                <a:cubicBezTo>
                  <a:pt x="3805775" y="724255"/>
                  <a:pt x="3739570" y="919909"/>
                  <a:pt x="3769742" y="1037996"/>
                </a:cubicBezTo>
                <a:cubicBezTo>
                  <a:pt x="3799914" y="1156083"/>
                  <a:pt x="3754380" y="1369162"/>
                  <a:pt x="3769742" y="1588770"/>
                </a:cubicBezTo>
                <a:cubicBezTo>
                  <a:pt x="3785104" y="1808378"/>
                  <a:pt x="3733261" y="1994573"/>
                  <a:pt x="3769742" y="2118360"/>
                </a:cubicBezTo>
                <a:cubicBezTo>
                  <a:pt x="3475163" y="2138113"/>
                  <a:pt x="3285960" y="2093178"/>
                  <a:pt x="3155813" y="2118360"/>
                </a:cubicBezTo>
                <a:cubicBezTo>
                  <a:pt x="3025666" y="2143542"/>
                  <a:pt x="2839596" y="2111528"/>
                  <a:pt x="2617278" y="2118360"/>
                </a:cubicBezTo>
                <a:cubicBezTo>
                  <a:pt x="2394961" y="2125192"/>
                  <a:pt x="2211240" y="2065572"/>
                  <a:pt x="2003349" y="2118360"/>
                </a:cubicBezTo>
                <a:cubicBezTo>
                  <a:pt x="1795458" y="2171148"/>
                  <a:pt x="1619587" y="2071921"/>
                  <a:pt x="1464814" y="2118360"/>
                </a:cubicBezTo>
                <a:cubicBezTo>
                  <a:pt x="1310042" y="2164799"/>
                  <a:pt x="1075172" y="2078761"/>
                  <a:pt x="888582" y="2118360"/>
                </a:cubicBezTo>
                <a:cubicBezTo>
                  <a:pt x="701992" y="2157959"/>
                  <a:pt x="329981" y="2090222"/>
                  <a:pt x="0" y="2118360"/>
                </a:cubicBezTo>
                <a:cubicBezTo>
                  <a:pt x="-59869" y="1839199"/>
                  <a:pt x="36772" y="1755112"/>
                  <a:pt x="0" y="1546403"/>
                </a:cubicBezTo>
                <a:cubicBezTo>
                  <a:pt x="-36772" y="1337694"/>
                  <a:pt x="13470" y="1137979"/>
                  <a:pt x="0" y="1016813"/>
                </a:cubicBezTo>
                <a:cubicBezTo>
                  <a:pt x="-13470" y="895647"/>
                  <a:pt x="9224" y="395391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3922703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B65D3B-104D-0ACA-BF73-48FF33837F8F}"/>
              </a:ext>
            </a:extLst>
          </p:cNvPr>
          <p:cNvSpPr txBox="1"/>
          <p:nvPr/>
        </p:nvSpPr>
        <p:spPr>
          <a:xfrm>
            <a:off x="2593929" y="3100438"/>
            <a:ext cx="1818528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One-To-Many</a:t>
            </a:r>
            <a:endParaRPr lang="en-US" sz="20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2870D8-3532-C02B-A21F-3A659C501E92}"/>
              </a:ext>
            </a:extLst>
          </p:cNvPr>
          <p:cNvCxnSpPr>
            <a:cxnSpLocks/>
          </p:cNvCxnSpPr>
          <p:nvPr/>
        </p:nvCxnSpPr>
        <p:spPr>
          <a:xfrm flipH="1" flipV="1">
            <a:off x="3770293" y="4728411"/>
            <a:ext cx="455372" cy="1122645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435A289-67D9-107E-FAFB-88B0C8B1B858}"/>
              </a:ext>
            </a:extLst>
          </p:cNvPr>
          <p:cNvSpPr txBox="1"/>
          <p:nvPr/>
        </p:nvSpPr>
        <p:spPr>
          <a:xfrm>
            <a:off x="4083336" y="5797357"/>
            <a:ext cx="1476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 Many</a:t>
            </a:r>
            <a:endParaRPr lang="en-US" sz="2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FC4AD0-C23D-89B2-4275-6F74302879FC}"/>
              </a:ext>
            </a:extLst>
          </p:cNvPr>
          <p:cNvCxnSpPr>
            <a:cxnSpLocks/>
          </p:cNvCxnSpPr>
          <p:nvPr/>
        </p:nvCxnSpPr>
        <p:spPr>
          <a:xfrm flipV="1">
            <a:off x="2693527" y="4728411"/>
            <a:ext cx="518689" cy="96098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DF99EFB-D703-E0BB-B17B-6354598F0D9E}"/>
              </a:ext>
            </a:extLst>
          </p:cNvPr>
          <p:cNvSpPr txBox="1"/>
          <p:nvPr/>
        </p:nvSpPr>
        <p:spPr>
          <a:xfrm>
            <a:off x="1500758" y="5780585"/>
            <a:ext cx="2095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Belongs to</a:t>
            </a:r>
            <a:endParaRPr lang="en-US" sz="2400" dirty="0">
              <a:solidFill>
                <a:schemeClr val="accent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FE3227-2757-0F67-7D89-6345C2DF37D5}"/>
              </a:ext>
            </a:extLst>
          </p:cNvPr>
          <p:cNvSpPr txBox="1"/>
          <p:nvPr/>
        </p:nvSpPr>
        <p:spPr>
          <a:xfrm>
            <a:off x="3665860" y="1816756"/>
            <a:ext cx="45881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A Student </a:t>
            </a:r>
            <a:r>
              <a:rPr lang="en-US" sz="2400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has many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Score</a:t>
            </a:r>
          </a:p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A Score </a:t>
            </a:r>
            <a:r>
              <a:rPr lang="en-US" sz="2400" b="1" dirty="0">
                <a:solidFill>
                  <a:schemeClr val="accent6"/>
                </a:solidFill>
                <a:latin typeface="Comic Sans MS" panose="030F0702030302020204" pitchFamily="66" charset="0"/>
              </a:rPr>
              <a:t>belongs to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a Student.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CD8A96-8BAA-2A9B-0A6A-D75D5773A0D1}"/>
              </a:ext>
            </a:extLst>
          </p:cNvPr>
          <p:cNvSpPr txBox="1"/>
          <p:nvPr/>
        </p:nvSpPr>
        <p:spPr>
          <a:xfrm>
            <a:off x="2055185" y="4376448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Student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CFF2A9-670F-4111-D6B4-CA643B2395B4}"/>
              </a:ext>
            </a:extLst>
          </p:cNvPr>
          <p:cNvSpPr txBox="1"/>
          <p:nvPr/>
        </p:nvSpPr>
        <p:spPr>
          <a:xfrm>
            <a:off x="4062760" y="4376448"/>
            <a:ext cx="758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Score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6FA9BE-9FFB-5141-F2E7-067AA86C6E48}"/>
              </a:ext>
            </a:extLst>
          </p:cNvPr>
          <p:cNvSpPr txBox="1"/>
          <p:nvPr/>
        </p:nvSpPr>
        <p:spPr>
          <a:xfrm>
            <a:off x="5652411" y="3465305"/>
            <a:ext cx="6082389" cy="1569660"/>
          </a:xfrm>
          <a:custGeom>
            <a:avLst/>
            <a:gdLst>
              <a:gd name="connsiteX0" fmla="*/ 0 w 6082389"/>
              <a:gd name="connsiteY0" fmla="*/ 0 h 1569660"/>
              <a:gd name="connsiteX1" fmla="*/ 492121 w 6082389"/>
              <a:gd name="connsiteY1" fmla="*/ 0 h 1569660"/>
              <a:gd name="connsiteX2" fmla="*/ 862593 w 6082389"/>
              <a:gd name="connsiteY2" fmla="*/ 0 h 1569660"/>
              <a:gd name="connsiteX3" fmla="*/ 1537186 w 6082389"/>
              <a:gd name="connsiteY3" fmla="*/ 0 h 1569660"/>
              <a:gd name="connsiteX4" fmla="*/ 2029306 w 6082389"/>
              <a:gd name="connsiteY4" fmla="*/ 0 h 1569660"/>
              <a:gd name="connsiteX5" fmla="*/ 2521427 w 6082389"/>
              <a:gd name="connsiteY5" fmla="*/ 0 h 1569660"/>
              <a:gd name="connsiteX6" fmla="*/ 3196019 w 6082389"/>
              <a:gd name="connsiteY6" fmla="*/ 0 h 1569660"/>
              <a:gd name="connsiteX7" fmla="*/ 3627316 w 6082389"/>
              <a:gd name="connsiteY7" fmla="*/ 0 h 1569660"/>
              <a:gd name="connsiteX8" fmla="*/ 4301908 w 6082389"/>
              <a:gd name="connsiteY8" fmla="*/ 0 h 1569660"/>
              <a:gd name="connsiteX9" fmla="*/ 4976500 w 6082389"/>
              <a:gd name="connsiteY9" fmla="*/ 0 h 1569660"/>
              <a:gd name="connsiteX10" fmla="*/ 5529445 w 6082389"/>
              <a:gd name="connsiteY10" fmla="*/ 0 h 1569660"/>
              <a:gd name="connsiteX11" fmla="*/ 6082389 w 6082389"/>
              <a:gd name="connsiteY11" fmla="*/ 0 h 1569660"/>
              <a:gd name="connsiteX12" fmla="*/ 6082389 w 6082389"/>
              <a:gd name="connsiteY12" fmla="*/ 507523 h 1569660"/>
              <a:gd name="connsiteX13" fmla="*/ 6082389 w 6082389"/>
              <a:gd name="connsiteY13" fmla="*/ 983654 h 1569660"/>
              <a:gd name="connsiteX14" fmla="*/ 6082389 w 6082389"/>
              <a:gd name="connsiteY14" fmla="*/ 1569660 h 1569660"/>
              <a:gd name="connsiteX15" fmla="*/ 5529445 w 6082389"/>
              <a:gd name="connsiteY15" fmla="*/ 1569660 h 1569660"/>
              <a:gd name="connsiteX16" fmla="*/ 4976500 w 6082389"/>
              <a:gd name="connsiteY16" fmla="*/ 1569660 h 1569660"/>
              <a:gd name="connsiteX17" fmla="*/ 4301908 w 6082389"/>
              <a:gd name="connsiteY17" fmla="*/ 1569660 h 1569660"/>
              <a:gd name="connsiteX18" fmla="*/ 3748963 w 6082389"/>
              <a:gd name="connsiteY18" fmla="*/ 1569660 h 1569660"/>
              <a:gd name="connsiteX19" fmla="*/ 3378491 w 6082389"/>
              <a:gd name="connsiteY19" fmla="*/ 1569660 h 1569660"/>
              <a:gd name="connsiteX20" fmla="*/ 2947194 w 6082389"/>
              <a:gd name="connsiteY20" fmla="*/ 1569660 h 1569660"/>
              <a:gd name="connsiteX21" fmla="*/ 2272602 w 6082389"/>
              <a:gd name="connsiteY21" fmla="*/ 1569660 h 1569660"/>
              <a:gd name="connsiteX22" fmla="*/ 1719657 w 6082389"/>
              <a:gd name="connsiteY22" fmla="*/ 1569660 h 1569660"/>
              <a:gd name="connsiteX23" fmla="*/ 1288361 w 6082389"/>
              <a:gd name="connsiteY23" fmla="*/ 1569660 h 1569660"/>
              <a:gd name="connsiteX24" fmla="*/ 735416 w 6082389"/>
              <a:gd name="connsiteY24" fmla="*/ 1569660 h 1569660"/>
              <a:gd name="connsiteX25" fmla="*/ 0 w 6082389"/>
              <a:gd name="connsiteY25" fmla="*/ 1569660 h 1569660"/>
              <a:gd name="connsiteX26" fmla="*/ 0 w 6082389"/>
              <a:gd name="connsiteY26" fmla="*/ 1093530 h 1569660"/>
              <a:gd name="connsiteX27" fmla="*/ 0 w 6082389"/>
              <a:gd name="connsiteY27" fmla="*/ 554613 h 1569660"/>
              <a:gd name="connsiteX28" fmla="*/ 0 w 6082389"/>
              <a:gd name="connsiteY28" fmla="*/ 0 h 156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82389" h="1569660" extrusionOk="0">
                <a:moveTo>
                  <a:pt x="0" y="0"/>
                </a:moveTo>
                <a:cubicBezTo>
                  <a:pt x="164247" y="-33157"/>
                  <a:pt x="339627" y="30438"/>
                  <a:pt x="492121" y="0"/>
                </a:cubicBezTo>
                <a:cubicBezTo>
                  <a:pt x="644615" y="-30438"/>
                  <a:pt x="745163" y="23405"/>
                  <a:pt x="862593" y="0"/>
                </a:cubicBezTo>
                <a:cubicBezTo>
                  <a:pt x="980023" y="-23405"/>
                  <a:pt x="1323669" y="30673"/>
                  <a:pt x="1537186" y="0"/>
                </a:cubicBezTo>
                <a:cubicBezTo>
                  <a:pt x="1750703" y="-30673"/>
                  <a:pt x="1844059" y="967"/>
                  <a:pt x="2029306" y="0"/>
                </a:cubicBezTo>
                <a:cubicBezTo>
                  <a:pt x="2214553" y="-967"/>
                  <a:pt x="2298045" y="27299"/>
                  <a:pt x="2521427" y="0"/>
                </a:cubicBezTo>
                <a:cubicBezTo>
                  <a:pt x="2744809" y="-27299"/>
                  <a:pt x="2987294" y="41780"/>
                  <a:pt x="3196019" y="0"/>
                </a:cubicBezTo>
                <a:cubicBezTo>
                  <a:pt x="3404744" y="-41780"/>
                  <a:pt x="3484820" y="22953"/>
                  <a:pt x="3627316" y="0"/>
                </a:cubicBezTo>
                <a:cubicBezTo>
                  <a:pt x="3769812" y="-22953"/>
                  <a:pt x="4027888" y="40753"/>
                  <a:pt x="4301908" y="0"/>
                </a:cubicBezTo>
                <a:cubicBezTo>
                  <a:pt x="4575928" y="-40753"/>
                  <a:pt x="4723849" y="46136"/>
                  <a:pt x="4976500" y="0"/>
                </a:cubicBezTo>
                <a:cubicBezTo>
                  <a:pt x="5229151" y="-46136"/>
                  <a:pt x="5406478" y="45389"/>
                  <a:pt x="5529445" y="0"/>
                </a:cubicBezTo>
                <a:cubicBezTo>
                  <a:pt x="5652413" y="-45389"/>
                  <a:pt x="5954536" y="15201"/>
                  <a:pt x="6082389" y="0"/>
                </a:cubicBezTo>
                <a:cubicBezTo>
                  <a:pt x="6117382" y="184506"/>
                  <a:pt x="6078293" y="317724"/>
                  <a:pt x="6082389" y="507523"/>
                </a:cubicBezTo>
                <a:cubicBezTo>
                  <a:pt x="6086485" y="697322"/>
                  <a:pt x="6074797" y="867599"/>
                  <a:pt x="6082389" y="983654"/>
                </a:cubicBezTo>
                <a:cubicBezTo>
                  <a:pt x="6089981" y="1099709"/>
                  <a:pt x="6024649" y="1411017"/>
                  <a:pt x="6082389" y="1569660"/>
                </a:cubicBezTo>
                <a:cubicBezTo>
                  <a:pt x="5952958" y="1590027"/>
                  <a:pt x="5751325" y="1524601"/>
                  <a:pt x="5529445" y="1569660"/>
                </a:cubicBezTo>
                <a:cubicBezTo>
                  <a:pt x="5307565" y="1614719"/>
                  <a:pt x="5117236" y="1525790"/>
                  <a:pt x="4976500" y="1569660"/>
                </a:cubicBezTo>
                <a:cubicBezTo>
                  <a:pt x="4835765" y="1613530"/>
                  <a:pt x="4513297" y="1544862"/>
                  <a:pt x="4301908" y="1569660"/>
                </a:cubicBezTo>
                <a:cubicBezTo>
                  <a:pt x="4090519" y="1594458"/>
                  <a:pt x="3868334" y="1566580"/>
                  <a:pt x="3748963" y="1569660"/>
                </a:cubicBezTo>
                <a:cubicBezTo>
                  <a:pt x="3629592" y="1572740"/>
                  <a:pt x="3468427" y="1558105"/>
                  <a:pt x="3378491" y="1569660"/>
                </a:cubicBezTo>
                <a:cubicBezTo>
                  <a:pt x="3288555" y="1581215"/>
                  <a:pt x="3118303" y="1531316"/>
                  <a:pt x="2947194" y="1569660"/>
                </a:cubicBezTo>
                <a:cubicBezTo>
                  <a:pt x="2776085" y="1608004"/>
                  <a:pt x="2532158" y="1489796"/>
                  <a:pt x="2272602" y="1569660"/>
                </a:cubicBezTo>
                <a:cubicBezTo>
                  <a:pt x="2013046" y="1649524"/>
                  <a:pt x="1973248" y="1567436"/>
                  <a:pt x="1719657" y="1569660"/>
                </a:cubicBezTo>
                <a:cubicBezTo>
                  <a:pt x="1466067" y="1571884"/>
                  <a:pt x="1427756" y="1561702"/>
                  <a:pt x="1288361" y="1569660"/>
                </a:cubicBezTo>
                <a:cubicBezTo>
                  <a:pt x="1148966" y="1577618"/>
                  <a:pt x="862422" y="1510224"/>
                  <a:pt x="735416" y="1569660"/>
                </a:cubicBezTo>
                <a:cubicBezTo>
                  <a:pt x="608410" y="1629096"/>
                  <a:pt x="295155" y="1565947"/>
                  <a:pt x="0" y="1569660"/>
                </a:cubicBezTo>
                <a:cubicBezTo>
                  <a:pt x="-40267" y="1444505"/>
                  <a:pt x="36034" y="1244476"/>
                  <a:pt x="0" y="1093530"/>
                </a:cubicBezTo>
                <a:cubicBezTo>
                  <a:pt x="-36034" y="942584"/>
                  <a:pt x="15884" y="705640"/>
                  <a:pt x="0" y="554613"/>
                </a:cubicBezTo>
                <a:cubicBezTo>
                  <a:pt x="-15884" y="403586"/>
                  <a:pt x="7694" y="166705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3200" noProof="1">
                <a:latin typeface="Consolas" panose="020B0609020204030204" pitchFamily="49" charset="0"/>
              </a:rPr>
              <a:t>Student.hasMany(Score);</a:t>
            </a:r>
          </a:p>
          <a:p>
            <a:endParaRPr lang="en-US" sz="3200" noProof="1">
              <a:latin typeface="Consolas" panose="020B0609020204030204" pitchFamily="49" charset="0"/>
            </a:endParaRPr>
          </a:p>
          <a:p>
            <a:r>
              <a:rPr lang="en-US" sz="3200" noProof="1">
                <a:latin typeface="Consolas" panose="020B0609020204030204" pitchFamily="49" charset="0"/>
              </a:rPr>
              <a:t>Score.belongsTo(Student);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16A436-5E17-ECA6-C950-50D071A8F51C}"/>
              </a:ext>
            </a:extLst>
          </p:cNvPr>
          <p:cNvSpPr txBox="1"/>
          <p:nvPr/>
        </p:nvSpPr>
        <p:spPr>
          <a:xfrm rot="20930338">
            <a:off x="9460665" y="5411252"/>
            <a:ext cx="1692653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Where will the foreign key be added?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1BAD10-7FDD-4B55-2619-6E0760255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605" y="5980698"/>
            <a:ext cx="725290" cy="72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514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4FC84-0891-13C7-DB34-177C87A08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A236CF-F8FB-9D73-E102-F73CF3920F30}"/>
              </a:ext>
            </a:extLst>
          </p:cNvPr>
          <p:cNvSpPr txBox="1"/>
          <p:nvPr/>
        </p:nvSpPr>
        <p:spPr>
          <a:xfrm>
            <a:off x="4196698" y="452367"/>
            <a:ext cx="37986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To Many 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 </a:t>
            </a:r>
            <a:r>
              <a:rPr lang="en-US" sz="32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CRUD</a:t>
            </a:r>
            <a:endParaRPr lang="en-US" sz="3200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48717B-5346-E89D-4577-34A6D18D348C}"/>
              </a:ext>
            </a:extLst>
          </p:cNvPr>
          <p:cNvSpPr/>
          <p:nvPr/>
        </p:nvSpPr>
        <p:spPr>
          <a:xfrm>
            <a:off x="285751" y="400602"/>
            <a:ext cx="2095838" cy="3441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034A1E-E4C6-6A5B-4CB7-6B69C5570D21}"/>
              </a:ext>
            </a:extLst>
          </p:cNvPr>
          <p:cNvSpPr txBox="1"/>
          <p:nvPr/>
        </p:nvSpPr>
        <p:spPr>
          <a:xfrm>
            <a:off x="1713807" y="930813"/>
            <a:ext cx="92091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Sequelize functions can be used from the Model or Model instances to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CRUD elements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5ADB18-6AB8-6411-232E-5A34C6006C63}"/>
              </a:ext>
            </a:extLst>
          </p:cNvPr>
          <p:cNvSpPr txBox="1"/>
          <p:nvPr/>
        </p:nvSpPr>
        <p:spPr>
          <a:xfrm>
            <a:off x="285751" y="1997836"/>
            <a:ext cx="4662169" cy="4278094"/>
          </a:xfrm>
          <a:custGeom>
            <a:avLst/>
            <a:gdLst>
              <a:gd name="connsiteX0" fmla="*/ 0 w 4662169"/>
              <a:gd name="connsiteY0" fmla="*/ 0 h 4278094"/>
              <a:gd name="connsiteX1" fmla="*/ 442906 w 4662169"/>
              <a:gd name="connsiteY1" fmla="*/ 0 h 4278094"/>
              <a:gd name="connsiteX2" fmla="*/ 1072299 w 4662169"/>
              <a:gd name="connsiteY2" fmla="*/ 0 h 4278094"/>
              <a:gd name="connsiteX3" fmla="*/ 1608448 w 4662169"/>
              <a:gd name="connsiteY3" fmla="*/ 0 h 4278094"/>
              <a:gd name="connsiteX4" fmla="*/ 2284463 w 4662169"/>
              <a:gd name="connsiteY4" fmla="*/ 0 h 4278094"/>
              <a:gd name="connsiteX5" fmla="*/ 2820612 w 4662169"/>
              <a:gd name="connsiteY5" fmla="*/ 0 h 4278094"/>
              <a:gd name="connsiteX6" fmla="*/ 3356762 w 4662169"/>
              <a:gd name="connsiteY6" fmla="*/ 0 h 4278094"/>
              <a:gd name="connsiteX7" fmla="*/ 3986154 w 4662169"/>
              <a:gd name="connsiteY7" fmla="*/ 0 h 4278094"/>
              <a:gd name="connsiteX8" fmla="*/ 4662169 w 4662169"/>
              <a:gd name="connsiteY8" fmla="*/ 0 h 4278094"/>
              <a:gd name="connsiteX9" fmla="*/ 4662169 w 4662169"/>
              <a:gd name="connsiteY9" fmla="*/ 449200 h 4278094"/>
              <a:gd name="connsiteX10" fmla="*/ 4662169 w 4662169"/>
              <a:gd name="connsiteY10" fmla="*/ 898400 h 4278094"/>
              <a:gd name="connsiteX11" fmla="*/ 4662169 w 4662169"/>
              <a:gd name="connsiteY11" fmla="*/ 1518723 h 4278094"/>
              <a:gd name="connsiteX12" fmla="*/ 4662169 w 4662169"/>
              <a:gd name="connsiteY12" fmla="*/ 2096266 h 4278094"/>
              <a:gd name="connsiteX13" fmla="*/ 4662169 w 4662169"/>
              <a:gd name="connsiteY13" fmla="*/ 2502685 h 4278094"/>
              <a:gd name="connsiteX14" fmla="*/ 4662169 w 4662169"/>
              <a:gd name="connsiteY14" fmla="*/ 2909104 h 4278094"/>
              <a:gd name="connsiteX15" fmla="*/ 4662169 w 4662169"/>
              <a:gd name="connsiteY15" fmla="*/ 3443866 h 4278094"/>
              <a:gd name="connsiteX16" fmla="*/ 4662169 w 4662169"/>
              <a:gd name="connsiteY16" fmla="*/ 4278094 h 4278094"/>
              <a:gd name="connsiteX17" fmla="*/ 3986154 w 4662169"/>
              <a:gd name="connsiteY17" fmla="*/ 4278094 h 4278094"/>
              <a:gd name="connsiteX18" fmla="*/ 3310140 w 4662169"/>
              <a:gd name="connsiteY18" fmla="*/ 4278094 h 4278094"/>
              <a:gd name="connsiteX19" fmla="*/ 2727369 w 4662169"/>
              <a:gd name="connsiteY19" fmla="*/ 4278094 h 4278094"/>
              <a:gd name="connsiteX20" fmla="*/ 2284463 w 4662169"/>
              <a:gd name="connsiteY20" fmla="*/ 4278094 h 4278094"/>
              <a:gd name="connsiteX21" fmla="*/ 1655070 w 4662169"/>
              <a:gd name="connsiteY21" fmla="*/ 4278094 h 4278094"/>
              <a:gd name="connsiteX22" fmla="*/ 979055 w 4662169"/>
              <a:gd name="connsiteY22" fmla="*/ 4278094 h 4278094"/>
              <a:gd name="connsiteX23" fmla="*/ 0 w 4662169"/>
              <a:gd name="connsiteY23" fmla="*/ 4278094 h 4278094"/>
              <a:gd name="connsiteX24" fmla="*/ 0 w 4662169"/>
              <a:gd name="connsiteY24" fmla="*/ 3700551 h 4278094"/>
              <a:gd name="connsiteX25" fmla="*/ 0 w 4662169"/>
              <a:gd name="connsiteY25" fmla="*/ 3208571 h 4278094"/>
              <a:gd name="connsiteX26" fmla="*/ 0 w 4662169"/>
              <a:gd name="connsiteY26" fmla="*/ 2631028 h 4278094"/>
              <a:gd name="connsiteX27" fmla="*/ 0 w 4662169"/>
              <a:gd name="connsiteY27" fmla="*/ 2096266 h 4278094"/>
              <a:gd name="connsiteX28" fmla="*/ 0 w 4662169"/>
              <a:gd name="connsiteY28" fmla="*/ 1518723 h 4278094"/>
              <a:gd name="connsiteX29" fmla="*/ 0 w 4662169"/>
              <a:gd name="connsiteY29" fmla="*/ 1112304 h 4278094"/>
              <a:gd name="connsiteX30" fmla="*/ 0 w 4662169"/>
              <a:gd name="connsiteY30" fmla="*/ 491981 h 4278094"/>
              <a:gd name="connsiteX31" fmla="*/ 0 w 4662169"/>
              <a:gd name="connsiteY31" fmla="*/ 0 h 4278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662169" h="4278094" extrusionOk="0">
                <a:moveTo>
                  <a:pt x="0" y="0"/>
                </a:moveTo>
                <a:cubicBezTo>
                  <a:pt x="90752" y="-29620"/>
                  <a:pt x="342450" y="13899"/>
                  <a:pt x="442906" y="0"/>
                </a:cubicBezTo>
                <a:cubicBezTo>
                  <a:pt x="543362" y="-13899"/>
                  <a:pt x="795126" y="44321"/>
                  <a:pt x="1072299" y="0"/>
                </a:cubicBezTo>
                <a:cubicBezTo>
                  <a:pt x="1349472" y="-44321"/>
                  <a:pt x="1498222" y="27825"/>
                  <a:pt x="1608448" y="0"/>
                </a:cubicBezTo>
                <a:cubicBezTo>
                  <a:pt x="1718674" y="-27825"/>
                  <a:pt x="2038477" y="57622"/>
                  <a:pt x="2284463" y="0"/>
                </a:cubicBezTo>
                <a:cubicBezTo>
                  <a:pt x="2530450" y="-57622"/>
                  <a:pt x="2606080" y="57645"/>
                  <a:pt x="2820612" y="0"/>
                </a:cubicBezTo>
                <a:cubicBezTo>
                  <a:pt x="3035144" y="-57645"/>
                  <a:pt x="3156115" y="52038"/>
                  <a:pt x="3356762" y="0"/>
                </a:cubicBezTo>
                <a:cubicBezTo>
                  <a:pt x="3557409" y="-52038"/>
                  <a:pt x="3711788" y="62300"/>
                  <a:pt x="3986154" y="0"/>
                </a:cubicBezTo>
                <a:cubicBezTo>
                  <a:pt x="4260520" y="-62300"/>
                  <a:pt x="4498784" y="9494"/>
                  <a:pt x="4662169" y="0"/>
                </a:cubicBezTo>
                <a:cubicBezTo>
                  <a:pt x="4708530" y="224162"/>
                  <a:pt x="4608480" y="313485"/>
                  <a:pt x="4662169" y="449200"/>
                </a:cubicBezTo>
                <a:cubicBezTo>
                  <a:pt x="4715858" y="584915"/>
                  <a:pt x="4625215" y="715867"/>
                  <a:pt x="4662169" y="898400"/>
                </a:cubicBezTo>
                <a:cubicBezTo>
                  <a:pt x="4699123" y="1080933"/>
                  <a:pt x="4614120" y="1270629"/>
                  <a:pt x="4662169" y="1518723"/>
                </a:cubicBezTo>
                <a:cubicBezTo>
                  <a:pt x="4710218" y="1766817"/>
                  <a:pt x="4612695" y="1914376"/>
                  <a:pt x="4662169" y="2096266"/>
                </a:cubicBezTo>
                <a:cubicBezTo>
                  <a:pt x="4711643" y="2278156"/>
                  <a:pt x="4617948" y="2300000"/>
                  <a:pt x="4662169" y="2502685"/>
                </a:cubicBezTo>
                <a:cubicBezTo>
                  <a:pt x="4706390" y="2705370"/>
                  <a:pt x="4658840" y="2804472"/>
                  <a:pt x="4662169" y="2909104"/>
                </a:cubicBezTo>
                <a:cubicBezTo>
                  <a:pt x="4665498" y="3013736"/>
                  <a:pt x="4632883" y="3309830"/>
                  <a:pt x="4662169" y="3443866"/>
                </a:cubicBezTo>
                <a:cubicBezTo>
                  <a:pt x="4691455" y="3577902"/>
                  <a:pt x="4608884" y="3909357"/>
                  <a:pt x="4662169" y="4278094"/>
                </a:cubicBezTo>
                <a:cubicBezTo>
                  <a:pt x="4340913" y="4345162"/>
                  <a:pt x="4244727" y="4246894"/>
                  <a:pt x="3986154" y="4278094"/>
                </a:cubicBezTo>
                <a:cubicBezTo>
                  <a:pt x="3727582" y="4309294"/>
                  <a:pt x="3506404" y="4262877"/>
                  <a:pt x="3310140" y="4278094"/>
                </a:cubicBezTo>
                <a:cubicBezTo>
                  <a:pt x="3113876" y="4293311"/>
                  <a:pt x="2941798" y="4271989"/>
                  <a:pt x="2727369" y="4278094"/>
                </a:cubicBezTo>
                <a:cubicBezTo>
                  <a:pt x="2512940" y="4284199"/>
                  <a:pt x="2424171" y="4255305"/>
                  <a:pt x="2284463" y="4278094"/>
                </a:cubicBezTo>
                <a:cubicBezTo>
                  <a:pt x="2144755" y="4300883"/>
                  <a:pt x="1880480" y="4265242"/>
                  <a:pt x="1655070" y="4278094"/>
                </a:cubicBezTo>
                <a:cubicBezTo>
                  <a:pt x="1429660" y="4290946"/>
                  <a:pt x="1298641" y="4201866"/>
                  <a:pt x="979055" y="4278094"/>
                </a:cubicBezTo>
                <a:cubicBezTo>
                  <a:pt x="659470" y="4354322"/>
                  <a:pt x="363500" y="4196518"/>
                  <a:pt x="0" y="4278094"/>
                </a:cubicBezTo>
                <a:cubicBezTo>
                  <a:pt x="-52174" y="4061906"/>
                  <a:pt x="57750" y="3987569"/>
                  <a:pt x="0" y="3700551"/>
                </a:cubicBezTo>
                <a:cubicBezTo>
                  <a:pt x="-57750" y="3413533"/>
                  <a:pt x="1730" y="3403436"/>
                  <a:pt x="0" y="3208571"/>
                </a:cubicBezTo>
                <a:cubicBezTo>
                  <a:pt x="-1730" y="3013706"/>
                  <a:pt x="29576" y="2764250"/>
                  <a:pt x="0" y="2631028"/>
                </a:cubicBezTo>
                <a:cubicBezTo>
                  <a:pt x="-29576" y="2497806"/>
                  <a:pt x="37065" y="2299687"/>
                  <a:pt x="0" y="2096266"/>
                </a:cubicBezTo>
                <a:cubicBezTo>
                  <a:pt x="-37065" y="1892845"/>
                  <a:pt x="35947" y="1689992"/>
                  <a:pt x="0" y="1518723"/>
                </a:cubicBezTo>
                <a:cubicBezTo>
                  <a:pt x="-35947" y="1347454"/>
                  <a:pt x="42625" y="1275468"/>
                  <a:pt x="0" y="1112304"/>
                </a:cubicBezTo>
                <a:cubicBezTo>
                  <a:pt x="-42625" y="949140"/>
                  <a:pt x="59722" y="639049"/>
                  <a:pt x="0" y="491981"/>
                </a:cubicBezTo>
                <a:cubicBezTo>
                  <a:pt x="-59722" y="344913"/>
                  <a:pt x="32305" y="122039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76526163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User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sequelize.define</a:t>
            </a:r>
            <a:r>
              <a:rPr lang="en-US" sz="1600" dirty="0">
                <a:latin typeface="Consolas" panose="020B0609020204030204" pitchFamily="49" charset="0"/>
              </a:rPr>
              <a:t>('User',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username: </a:t>
            </a:r>
            <a:r>
              <a:rPr lang="en-US" sz="1600" dirty="0" err="1">
                <a:latin typeface="Consolas" panose="020B0609020204030204" pitchFamily="49" charset="0"/>
              </a:rPr>
              <a:t>DataTypes.STRING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email: </a:t>
            </a:r>
            <a:r>
              <a:rPr lang="en-US" sz="1600" dirty="0" err="1">
                <a:latin typeface="Consolas" panose="020B0609020204030204" pitchFamily="49" charset="0"/>
              </a:rPr>
              <a:t>DataTypes.STRING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});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Post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sequelize.define</a:t>
            </a:r>
            <a:r>
              <a:rPr lang="en-US" sz="1600" dirty="0">
                <a:latin typeface="Consolas" panose="020B0609020204030204" pitchFamily="49" charset="0"/>
              </a:rPr>
              <a:t>(‘Post',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title: </a:t>
            </a:r>
            <a:r>
              <a:rPr lang="en-US" sz="1600" dirty="0" err="1">
                <a:latin typeface="Consolas" panose="020B0609020204030204" pitchFamily="49" charset="0"/>
              </a:rPr>
              <a:t>DataTypes.STRING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content: </a:t>
            </a:r>
            <a:r>
              <a:rPr lang="en-US" sz="1600" dirty="0" err="1">
                <a:latin typeface="Consolas" panose="020B0609020204030204" pitchFamily="49" charset="0"/>
              </a:rPr>
              <a:t>DataTypes.TEXT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}); 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b="1" dirty="0" err="1">
                <a:solidFill>
                  <a:schemeClr val="accent4"/>
                </a:solidFill>
                <a:latin typeface="Consolas" panose="020B0609020204030204" pitchFamily="49" charset="0"/>
              </a:rPr>
              <a:t>User</a:t>
            </a:r>
            <a:r>
              <a:rPr lang="en-US" sz="1600" dirty="0" err="1">
                <a:latin typeface="Consolas" panose="020B0609020204030204" pitchFamily="49" charset="0"/>
              </a:rPr>
              <a:t>.hasMany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Post</a:t>
            </a:r>
            <a:r>
              <a:rPr lang="en-US" sz="1600" dirty="0">
                <a:latin typeface="Consolas" panose="020B0609020204030204" pitchFamily="49" charset="0"/>
              </a:rPr>
              <a:t>);        </a:t>
            </a:r>
          </a:p>
          <a:p>
            <a:r>
              <a:rPr lang="en-US" sz="16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Post</a:t>
            </a:r>
            <a:r>
              <a:rPr lang="en-US" sz="1600" dirty="0" err="1">
                <a:latin typeface="Consolas" panose="020B0609020204030204" pitchFamily="49" charset="0"/>
              </a:rPr>
              <a:t>.belongsTo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User</a:t>
            </a:r>
            <a:r>
              <a:rPr lang="en-US" sz="1600" dirty="0">
                <a:latin typeface="Consolas" panose="020B0609020204030204" pitchFamily="49" charset="0"/>
              </a:rPr>
              <a:t>);    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sequelize.sync</a:t>
            </a:r>
            <a:r>
              <a:rPr lang="en-US" sz="1600" dirty="0">
                <a:latin typeface="Consolas" panose="020B0609020204030204" pitchFamily="49" charset="0"/>
              </a:rPr>
              <a:t>({ force: true })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35340D-FC38-C387-5D42-7003C0785DCE}"/>
              </a:ext>
            </a:extLst>
          </p:cNvPr>
          <p:cNvSpPr txBox="1"/>
          <p:nvPr/>
        </p:nvSpPr>
        <p:spPr>
          <a:xfrm>
            <a:off x="210929" y="1663687"/>
            <a:ext cx="2089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6C941E-1E06-D186-149E-27B276D648F3}"/>
              </a:ext>
            </a:extLst>
          </p:cNvPr>
          <p:cNvSpPr txBox="1"/>
          <p:nvPr/>
        </p:nvSpPr>
        <p:spPr>
          <a:xfrm>
            <a:off x="5143104" y="1963672"/>
            <a:ext cx="6378336" cy="4278094"/>
          </a:xfrm>
          <a:custGeom>
            <a:avLst/>
            <a:gdLst>
              <a:gd name="connsiteX0" fmla="*/ 0 w 6378336"/>
              <a:gd name="connsiteY0" fmla="*/ 0 h 4278094"/>
              <a:gd name="connsiteX1" fmla="*/ 388499 w 6378336"/>
              <a:gd name="connsiteY1" fmla="*/ 0 h 4278094"/>
              <a:gd name="connsiteX2" fmla="*/ 1032131 w 6378336"/>
              <a:gd name="connsiteY2" fmla="*/ 0 h 4278094"/>
              <a:gd name="connsiteX3" fmla="*/ 1548196 w 6378336"/>
              <a:gd name="connsiteY3" fmla="*/ 0 h 4278094"/>
              <a:gd name="connsiteX4" fmla="*/ 2255612 w 6378336"/>
              <a:gd name="connsiteY4" fmla="*/ 0 h 4278094"/>
              <a:gd name="connsiteX5" fmla="*/ 2771677 w 6378336"/>
              <a:gd name="connsiteY5" fmla="*/ 0 h 4278094"/>
              <a:gd name="connsiteX6" fmla="*/ 3287742 w 6378336"/>
              <a:gd name="connsiteY6" fmla="*/ 0 h 4278094"/>
              <a:gd name="connsiteX7" fmla="*/ 3931374 w 6378336"/>
              <a:gd name="connsiteY7" fmla="*/ 0 h 4278094"/>
              <a:gd name="connsiteX8" fmla="*/ 4638790 w 6378336"/>
              <a:gd name="connsiteY8" fmla="*/ 0 h 4278094"/>
              <a:gd name="connsiteX9" fmla="*/ 5091072 w 6378336"/>
              <a:gd name="connsiteY9" fmla="*/ 0 h 4278094"/>
              <a:gd name="connsiteX10" fmla="*/ 5607137 w 6378336"/>
              <a:gd name="connsiteY10" fmla="*/ 0 h 4278094"/>
              <a:gd name="connsiteX11" fmla="*/ 6378336 w 6378336"/>
              <a:gd name="connsiteY11" fmla="*/ 0 h 4278094"/>
              <a:gd name="connsiteX12" fmla="*/ 6378336 w 6378336"/>
              <a:gd name="connsiteY12" fmla="*/ 491981 h 4278094"/>
              <a:gd name="connsiteX13" fmla="*/ 6378336 w 6378336"/>
              <a:gd name="connsiteY13" fmla="*/ 898400 h 4278094"/>
              <a:gd name="connsiteX14" fmla="*/ 6378336 w 6378336"/>
              <a:gd name="connsiteY14" fmla="*/ 1304819 h 4278094"/>
              <a:gd name="connsiteX15" fmla="*/ 6378336 w 6378336"/>
              <a:gd name="connsiteY15" fmla="*/ 1839580 h 4278094"/>
              <a:gd name="connsiteX16" fmla="*/ 6378336 w 6378336"/>
              <a:gd name="connsiteY16" fmla="*/ 2459904 h 4278094"/>
              <a:gd name="connsiteX17" fmla="*/ 6378336 w 6378336"/>
              <a:gd name="connsiteY17" fmla="*/ 3080228 h 4278094"/>
              <a:gd name="connsiteX18" fmla="*/ 6378336 w 6378336"/>
              <a:gd name="connsiteY18" fmla="*/ 3614989 h 4278094"/>
              <a:gd name="connsiteX19" fmla="*/ 6378336 w 6378336"/>
              <a:gd name="connsiteY19" fmla="*/ 4278094 h 4278094"/>
              <a:gd name="connsiteX20" fmla="*/ 5798487 w 6378336"/>
              <a:gd name="connsiteY20" fmla="*/ 4278094 h 4278094"/>
              <a:gd name="connsiteX21" fmla="*/ 5154855 w 6378336"/>
              <a:gd name="connsiteY21" fmla="*/ 4278094 h 4278094"/>
              <a:gd name="connsiteX22" fmla="*/ 4447440 w 6378336"/>
              <a:gd name="connsiteY22" fmla="*/ 4278094 h 4278094"/>
              <a:gd name="connsiteX23" fmla="*/ 3931374 w 6378336"/>
              <a:gd name="connsiteY23" fmla="*/ 4278094 h 4278094"/>
              <a:gd name="connsiteX24" fmla="*/ 3287742 w 6378336"/>
              <a:gd name="connsiteY24" fmla="*/ 4278094 h 4278094"/>
              <a:gd name="connsiteX25" fmla="*/ 2771677 w 6378336"/>
              <a:gd name="connsiteY25" fmla="*/ 4278094 h 4278094"/>
              <a:gd name="connsiteX26" fmla="*/ 2383178 w 6378336"/>
              <a:gd name="connsiteY26" fmla="*/ 4278094 h 4278094"/>
              <a:gd name="connsiteX27" fmla="*/ 1994680 w 6378336"/>
              <a:gd name="connsiteY27" fmla="*/ 4278094 h 4278094"/>
              <a:gd name="connsiteX28" fmla="*/ 1287264 w 6378336"/>
              <a:gd name="connsiteY28" fmla="*/ 4278094 h 4278094"/>
              <a:gd name="connsiteX29" fmla="*/ 771199 w 6378336"/>
              <a:gd name="connsiteY29" fmla="*/ 4278094 h 4278094"/>
              <a:gd name="connsiteX30" fmla="*/ 0 w 6378336"/>
              <a:gd name="connsiteY30" fmla="*/ 4278094 h 4278094"/>
              <a:gd name="connsiteX31" fmla="*/ 0 w 6378336"/>
              <a:gd name="connsiteY31" fmla="*/ 3743332 h 4278094"/>
              <a:gd name="connsiteX32" fmla="*/ 0 w 6378336"/>
              <a:gd name="connsiteY32" fmla="*/ 3208571 h 4278094"/>
              <a:gd name="connsiteX33" fmla="*/ 0 w 6378336"/>
              <a:gd name="connsiteY33" fmla="*/ 2631028 h 4278094"/>
              <a:gd name="connsiteX34" fmla="*/ 0 w 6378336"/>
              <a:gd name="connsiteY34" fmla="*/ 2139047 h 4278094"/>
              <a:gd name="connsiteX35" fmla="*/ 0 w 6378336"/>
              <a:gd name="connsiteY35" fmla="*/ 1689847 h 4278094"/>
              <a:gd name="connsiteX36" fmla="*/ 0 w 6378336"/>
              <a:gd name="connsiteY36" fmla="*/ 1112304 h 4278094"/>
              <a:gd name="connsiteX37" fmla="*/ 0 w 6378336"/>
              <a:gd name="connsiteY37" fmla="*/ 491981 h 4278094"/>
              <a:gd name="connsiteX38" fmla="*/ 0 w 6378336"/>
              <a:gd name="connsiteY38" fmla="*/ 0 h 4278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6378336" h="4278094" extrusionOk="0">
                <a:moveTo>
                  <a:pt x="0" y="0"/>
                </a:moveTo>
                <a:cubicBezTo>
                  <a:pt x="162649" y="-11652"/>
                  <a:pt x="273418" y="5757"/>
                  <a:pt x="388499" y="0"/>
                </a:cubicBezTo>
                <a:cubicBezTo>
                  <a:pt x="503580" y="-5757"/>
                  <a:pt x="794543" y="56537"/>
                  <a:pt x="1032131" y="0"/>
                </a:cubicBezTo>
                <a:cubicBezTo>
                  <a:pt x="1269719" y="-56537"/>
                  <a:pt x="1387044" y="30171"/>
                  <a:pt x="1548196" y="0"/>
                </a:cubicBezTo>
                <a:cubicBezTo>
                  <a:pt x="1709349" y="-30171"/>
                  <a:pt x="2104228" y="55660"/>
                  <a:pt x="2255612" y="0"/>
                </a:cubicBezTo>
                <a:cubicBezTo>
                  <a:pt x="2406996" y="-55660"/>
                  <a:pt x="2623249" y="27084"/>
                  <a:pt x="2771677" y="0"/>
                </a:cubicBezTo>
                <a:cubicBezTo>
                  <a:pt x="2920106" y="-27084"/>
                  <a:pt x="3101767" y="24014"/>
                  <a:pt x="3287742" y="0"/>
                </a:cubicBezTo>
                <a:cubicBezTo>
                  <a:pt x="3473717" y="-24014"/>
                  <a:pt x="3699955" y="49994"/>
                  <a:pt x="3931374" y="0"/>
                </a:cubicBezTo>
                <a:cubicBezTo>
                  <a:pt x="4162793" y="-49994"/>
                  <a:pt x="4338533" y="68125"/>
                  <a:pt x="4638790" y="0"/>
                </a:cubicBezTo>
                <a:cubicBezTo>
                  <a:pt x="4939047" y="-68125"/>
                  <a:pt x="4999115" y="40689"/>
                  <a:pt x="5091072" y="0"/>
                </a:cubicBezTo>
                <a:cubicBezTo>
                  <a:pt x="5183029" y="-40689"/>
                  <a:pt x="5459139" y="4322"/>
                  <a:pt x="5607137" y="0"/>
                </a:cubicBezTo>
                <a:cubicBezTo>
                  <a:pt x="5755136" y="-4322"/>
                  <a:pt x="6157586" y="91850"/>
                  <a:pt x="6378336" y="0"/>
                </a:cubicBezTo>
                <a:cubicBezTo>
                  <a:pt x="6430190" y="145368"/>
                  <a:pt x="6361658" y="382713"/>
                  <a:pt x="6378336" y="491981"/>
                </a:cubicBezTo>
                <a:cubicBezTo>
                  <a:pt x="6395014" y="601249"/>
                  <a:pt x="6334115" y="695715"/>
                  <a:pt x="6378336" y="898400"/>
                </a:cubicBezTo>
                <a:cubicBezTo>
                  <a:pt x="6422557" y="1101085"/>
                  <a:pt x="6375007" y="1200187"/>
                  <a:pt x="6378336" y="1304819"/>
                </a:cubicBezTo>
                <a:cubicBezTo>
                  <a:pt x="6381665" y="1409451"/>
                  <a:pt x="6341035" y="1708441"/>
                  <a:pt x="6378336" y="1839580"/>
                </a:cubicBezTo>
                <a:cubicBezTo>
                  <a:pt x="6415637" y="1970719"/>
                  <a:pt x="6376045" y="2335250"/>
                  <a:pt x="6378336" y="2459904"/>
                </a:cubicBezTo>
                <a:cubicBezTo>
                  <a:pt x="6380627" y="2584558"/>
                  <a:pt x="6337116" y="2876028"/>
                  <a:pt x="6378336" y="3080228"/>
                </a:cubicBezTo>
                <a:cubicBezTo>
                  <a:pt x="6419556" y="3284428"/>
                  <a:pt x="6335843" y="3453908"/>
                  <a:pt x="6378336" y="3614989"/>
                </a:cubicBezTo>
                <a:cubicBezTo>
                  <a:pt x="6420829" y="3776070"/>
                  <a:pt x="6374022" y="4019157"/>
                  <a:pt x="6378336" y="4278094"/>
                </a:cubicBezTo>
                <a:cubicBezTo>
                  <a:pt x="6202182" y="4317399"/>
                  <a:pt x="6087759" y="4231466"/>
                  <a:pt x="5798487" y="4278094"/>
                </a:cubicBezTo>
                <a:cubicBezTo>
                  <a:pt x="5509215" y="4324722"/>
                  <a:pt x="5337454" y="4251284"/>
                  <a:pt x="5154855" y="4278094"/>
                </a:cubicBezTo>
                <a:cubicBezTo>
                  <a:pt x="4972256" y="4304904"/>
                  <a:pt x="4702333" y="4205484"/>
                  <a:pt x="4447440" y="4278094"/>
                </a:cubicBezTo>
                <a:cubicBezTo>
                  <a:pt x="4192548" y="4350704"/>
                  <a:pt x="4119181" y="4272245"/>
                  <a:pt x="3931374" y="4278094"/>
                </a:cubicBezTo>
                <a:cubicBezTo>
                  <a:pt x="3743567" y="4283943"/>
                  <a:pt x="3560087" y="4269493"/>
                  <a:pt x="3287742" y="4278094"/>
                </a:cubicBezTo>
                <a:cubicBezTo>
                  <a:pt x="3015397" y="4286695"/>
                  <a:pt x="2934400" y="4237687"/>
                  <a:pt x="2771677" y="4278094"/>
                </a:cubicBezTo>
                <a:cubicBezTo>
                  <a:pt x="2608954" y="4318501"/>
                  <a:pt x="2511064" y="4258347"/>
                  <a:pt x="2383178" y="4278094"/>
                </a:cubicBezTo>
                <a:cubicBezTo>
                  <a:pt x="2255292" y="4297841"/>
                  <a:pt x="2170338" y="4274686"/>
                  <a:pt x="1994680" y="4278094"/>
                </a:cubicBezTo>
                <a:cubicBezTo>
                  <a:pt x="1819022" y="4281502"/>
                  <a:pt x="1457920" y="4197924"/>
                  <a:pt x="1287264" y="4278094"/>
                </a:cubicBezTo>
                <a:cubicBezTo>
                  <a:pt x="1116608" y="4358264"/>
                  <a:pt x="875247" y="4226515"/>
                  <a:pt x="771199" y="4278094"/>
                </a:cubicBezTo>
                <a:cubicBezTo>
                  <a:pt x="667151" y="4329673"/>
                  <a:pt x="259235" y="4238116"/>
                  <a:pt x="0" y="4278094"/>
                </a:cubicBezTo>
                <a:cubicBezTo>
                  <a:pt x="-22246" y="4121968"/>
                  <a:pt x="1209" y="3873805"/>
                  <a:pt x="0" y="3743332"/>
                </a:cubicBezTo>
                <a:cubicBezTo>
                  <a:pt x="-1209" y="3612859"/>
                  <a:pt x="28834" y="3472478"/>
                  <a:pt x="0" y="3208571"/>
                </a:cubicBezTo>
                <a:cubicBezTo>
                  <a:pt x="-28834" y="2944664"/>
                  <a:pt x="58737" y="2869854"/>
                  <a:pt x="0" y="2631028"/>
                </a:cubicBezTo>
                <a:cubicBezTo>
                  <a:pt x="-58737" y="2392202"/>
                  <a:pt x="10798" y="2283118"/>
                  <a:pt x="0" y="2139047"/>
                </a:cubicBezTo>
                <a:cubicBezTo>
                  <a:pt x="-10798" y="1994976"/>
                  <a:pt x="37191" y="1856625"/>
                  <a:pt x="0" y="1689847"/>
                </a:cubicBezTo>
                <a:cubicBezTo>
                  <a:pt x="-37191" y="1523069"/>
                  <a:pt x="63496" y="1382619"/>
                  <a:pt x="0" y="1112304"/>
                </a:cubicBezTo>
                <a:cubicBezTo>
                  <a:pt x="-63496" y="841989"/>
                  <a:pt x="30233" y="763849"/>
                  <a:pt x="0" y="491981"/>
                </a:cubicBezTo>
                <a:cubicBezTo>
                  <a:pt x="-30233" y="220113"/>
                  <a:pt x="4839" y="214499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76526163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/>
                </a:solidFill>
                <a:latin typeface="Consolas" panose="020B0609020204030204" pitchFamily="49" charset="0"/>
              </a:rPr>
              <a:t>// CREATE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user1</a:t>
            </a:r>
            <a:r>
              <a:rPr lang="en-US" sz="1600" dirty="0">
                <a:latin typeface="Consolas" panose="020B0609020204030204" pitchFamily="49" charset="0"/>
              </a:rPr>
              <a:t> = await User.create({ username: '</a:t>
            </a:r>
            <a:r>
              <a:rPr lang="en-US" sz="1600" dirty="0" err="1">
                <a:latin typeface="Consolas" panose="020B0609020204030204" pitchFamily="49" charset="0"/>
              </a:rPr>
              <a:t>visal</a:t>
            </a:r>
            <a:r>
              <a:rPr lang="en-US" sz="1600" dirty="0">
                <a:latin typeface="Consolas" panose="020B0609020204030204" pitchFamily="49" charset="0"/>
              </a:rPr>
              <a:t>' });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post2</a:t>
            </a:r>
            <a:r>
              <a:rPr lang="en-US" sz="1600" dirty="0">
                <a:latin typeface="Consolas" panose="020B0609020204030204" pitchFamily="49" charset="0"/>
              </a:rPr>
              <a:t> = await 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user1</a:t>
            </a:r>
            <a:r>
              <a:rPr lang="en-US" sz="1600" dirty="0">
                <a:latin typeface="Consolas" panose="020B0609020204030204" pitchFamily="49" charset="0"/>
              </a:rPr>
              <a:t>.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createPost</a:t>
            </a:r>
            <a:r>
              <a:rPr lang="en-US" sz="1600" dirty="0">
                <a:latin typeface="Consolas" panose="020B0609020204030204" pitchFamily="49" charset="0"/>
              </a:rPr>
              <a:t>({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title: 'Another Post',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content: 'Sequelize is fun!'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});</a:t>
            </a:r>
          </a:p>
          <a:p>
            <a:endParaRPr lang="en-US" sz="16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accent5"/>
                </a:solidFill>
                <a:latin typeface="Consolas" panose="020B0609020204030204" pitchFamily="49" charset="0"/>
              </a:rPr>
              <a:t>// FETCH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user2</a:t>
            </a:r>
            <a:r>
              <a:rPr lang="en-US" sz="1600" dirty="0">
                <a:latin typeface="Consolas" panose="020B0609020204030204" pitchFamily="49" charset="0"/>
              </a:rPr>
              <a:t> = await </a:t>
            </a:r>
            <a:r>
              <a:rPr lang="en-US" sz="1600" b="1" dirty="0" err="1">
                <a:solidFill>
                  <a:schemeClr val="accent4"/>
                </a:solidFill>
                <a:latin typeface="Consolas" panose="020B0609020204030204" pitchFamily="49" charset="0"/>
              </a:rPr>
              <a:t>User</a:t>
            </a:r>
            <a:r>
              <a:rPr lang="en-US" sz="1600" dirty="0" err="1">
                <a:latin typeface="Consolas" panose="020B0609020204030204" pitchFamily="49" charset="0"/>
              </a:rPr>
              <a:t>.findOne</a:t>
            </a:r>
            <a:r>
              <a:rPr lang="en-US" sz="1600" dirty="0">
                <a:latin typeface="Consolas" panose="020B0609020204030204" pitchFamily="49" charset="0"/>
              </a:rPr>
              <a:t>({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where: { id: user.id },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include: Post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console.log(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user2</a:t>
            </a:r>
            <a:r>
              <a:rPr lang="en-US" sz="1600" dirty="0">
                <a:latin typeface="Consolas" panose="020B0609020204030204" pitchFamily="49" charset="0"/>
              </a:rPr>
              <a:t>.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Posts</a:t>
            </a:r>
            <a:r>
              <a:rPr lang="en-US" sz="1600" dirty="0">
                <a:latin typeface="Consolas" panose="020B0609020204030204" pitchFamily="49" charset="0"/>
              </a:rPr>
              <a:t>.map(p =&gt; </a:t>
            </a:r>
            <a:r>
              <a:rPr lang="en-US" sz="1600" dirty="0" err="1">
                <a:latin typeface="Consolas" panose="020B0609020204030204" pitchFamily="49" charset="0"/>
              </a:rPr>
              <a:t>p.title</a:t>
            </a:r>
            <a:r>
              <a:rPr lang="en-US" sz="1600" dirty="0">
                <a:latin typeface="Consolas" panose="020B0609020204030204" pitchFamily="49" charset="0"/>
              </a:rPr>
              <a:t>));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</a:rPr>
              <a:t>// SET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await </a:t>
            </a:r>
            <a:r>
              <a:rPr lang="en-US" sz="16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post</a:t>
            </a:r>
            <a:r>
              <a:rPr lang="en-US" sz="1600" dirty="0" err="1">
                <a:latin typeface="Consolas" panose="020B0609020204030204" pitchFamily="49" charset="0"/>
              </a:rPr>
              <a:t>.setUser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user1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E8F401-9B95-677D-F584-D723045BD836}"/>
              </a:ext>
            </a:extLst>
          </p:cNvPr>
          <p:cNvSpPr txBox="1"/>
          <p:nvPr/>
        </p:nvSpPr>
        <p:spPr>
          <a:xfrm>
            <a:off x="5273373" y="1623310"/>
            <a:ext cx="2089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INSTANCES</a:t>
            </a:r>
          </a:p>
        </p:txBody>
      </p:sp>
    </p:spTree>
    <p:extLst>
      <p:ext uri="{BB962C8B-B14F-4D97-AF65-F5344CB8AC3E}">
        <p14:creationId xmlns:p14="http://schemas.microsoft.com/office/powerpoint/2010/main" val="30773505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0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AABB89-3245-DC20-5C0D-C51295CC6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16A0AB-A76B-7A9F-EEE1-3AF9F7C9F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99"/>
            <a:ext cx="12192000" cy="6400801"/>
          </a:xfrm>
          <a:prstGeom prst="rect">
            <a:avLst/>
          </a:prstGeom>
        </p:spPr>
      </p:pic>
      <p:sp>
        <p:nvSpPr>
          <p:cNvPr id="5" name="Google Shape;111;p2">
            <a:extLst>
              <a:ext uri="{FF2B5EF4-FFF2-40B4-BE49-F238E27FC236}">
                <a16:creationId xmlns:a16="http://schemas.microsoft.com/office/drawing/2014/main" id="{1E7BAA4F-B9C0-D1CE-FFBA-87F65C884142}"/>
              </a:ext>
            </a:extLst>
          </p:cNvPr>
          <p:cNvSpPr txBox="1"/>
          <p:nvPr/>
        </p:nvSpPr>
        <p:spPr>
          <a:xfrm rot="20299114">
            <a:off x="4333993" y="429802"/>
            <a:ext cx="2130092" cy="9232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54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lang="en-US" sz="54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11;p2">
            <a:extLst>
              <a:ext uri="{FF2B5EF4-FFF2-40B4-BE49-F238E27FC236}">
                <a16:creationId xmlns:a16="http://schemas.microsoft.com/office/drawing/2014/main" id="{B068A21D-F131-0D4B-3FCA-AA10964A3880}"/>
              </a:ext>
            </a:extLst>
          </p:cNvPr>
          <p:cNvSpPr txBox="1"/>
          <p:nvPr/>
        </p:nvSpPr>
        <p:spPr>
          <a:xfrm rot="1098843">
            <a:off x="6523092" y="861504"/>
            <a:ext cx="4254841" cy="9232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54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SEQUILIZER</a:t>
            </a:r>
            <a:endParaRPr lang="en-US" sz="54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D0780A30-4544-DA9A-A41A-09DD632D475F}"/>
              </a:ext>
            </a:extLst>
          </p:cNvPr>
          <p:cNvSpPr txBox="1"/>
          <p:nvPr/>
        </p:nvSpPr>
        <p:spPr>
          <a:xfrm rot="21055173">
            <a:off x="6973631" y="2081618"/>
            <a:ext cx="4840864" cy="9232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54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ASSOCIATIONS</a:t>
            </a:r>
            <a:endParaRPr lang="en-US" sz="54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6064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47E00-0646-9CC2-D095-0004C6F60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7A7F52F0-E54F-F882-0039-7385A0A53EDE}"/>
              </a:ext>
            </a:extLst>
          </p:cNvPr>
          <p:cNvSpPr txBox="1"/>
          <p:nvPr/>
        </p:nvSpPr>
        <p:spPr>
          <a:xfrm>
            <a:off x="-83975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1500F05F-A044-DA1A-D06B-4AB24F4C6F77}"/>
              </a:ext>
            </a:extLst>
          </p:cNvPr>
          <p:cNvSpPr txBox="1"/>
          <p:nvPr/>
        </p:nvSpPr>
        <p:spPr>
          <a:xfrm>
            <a:off x="2170347" y="429369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/>
              <a:t>Which of the following statements are </a:t>
            </a:r>
            <a:r>
              <a:rPr lang="en-US" sz="3200" b="1" dirty="0"/>
              <a:t>true</a:t>
            </a:r>
            <a:r>
              <a:rPr lang="en-US" sz="3200" dirty="0"/>
              <a:t>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73181C-FAD6-E209-F2F2-D8FAB724406A}"/>
              </a:ext>
            </a:extLst>
          </p:cNvPr>
          <p:cNvSpPr txBox="1"/>
          <p:nvPr/>
        </p:nvSpPr>
        <p:spPr>
          <a:xfrm>
            <a:off x="1391529" y="1323399"/>
            <a:ext cx="9240992" cy="304698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const User = sequelize.define('User',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username: DataTypes.STRING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});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const Profile = sequelize.define('Profile',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bio: DataTypes.STRING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});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User.hasOne(Profile);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Profile.belongsTo(User); 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sequelize.sync();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AC5ADA-F500-FA63-9845-DF88068C5DD6}"/>
              </a:ext>
            </a:extLst>
          </p:cNvPr>
          <p:cNvSpPr txBox="1"/>
          <p:nvPr/>
        </p:nvSpPr>
        <p:spPr>
          <a:xfrm>
            <a:off x="1307322" y="4531292"/>
            <a:ext cx="10383935" cy="162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Calling await User.create({ username: 'Alice' }) will automatically create a linked Profile.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Profile table will contain a column named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UserId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call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user.createProfile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({ bio: 'Hello' }) to create and associate a profile.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call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profile.createUser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({ username: 'Bob' }) even if you haven't defined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Profile.belongsTo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(User).</a:t>
            </a:r>
          </a:p>
        </p:txBody>
      </p:sp>
    </p:spTree>
    <p:extLst>
      <p:ext uri="{BB962C8B-B14F-4D97-AF65-F5344CB8AC3E}">
        <p14:creationId xmlns:p14="http://schemas.microsoft.com/office/powerpoint/2010/main" val="21270867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9AAC6-50AF-E288-7458-5130C187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0E23B4A5-B8A7-6AAD-A8A5-3DC204267037}"/>
              </a:ext>
            </a:extLst>
          </p:cNvPr>
          <p:cNvSpPr txBox="1"/>
          <p:nvPr/>
        </p:nvSpPr>
        <p:spPr>
          <a:xfrm>
            <a:off x="2170347" y="429369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/>
              <a:t>Which of the following statements are </a:t>
            </a:r>
            <a:r>
              <a:rPr lang="en-US" sz="3200" b="1" dirty="0"/>
              <a:t>true</a:t>
            </a:r>
            <a:r>
              <a:rPr lang="en-US" sz="3200" dirty="0"/>
              <a:t>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94804B-B864-2079-3016-5C5294CEADB2}"/>
              </a:ext>
            </a:extLst>
          </p:cNvPr>
          <p:cNvSpPr txBox="1"/>
          <p:nvPr/>
        </p:nvSpPr>
        <p:spPr>
          <a:xfrm>
            <a:off x="1391529" y="1323399"/>
            <a:ext cx="9240992" cy="304698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const User = sequelize.define('User',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username: DataTypes.STRING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});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const Profile = sequelize.define('Profile',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bio: DataTypes.STRING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});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User.hasOne(Profile);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Profile.belongsTo(User); 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sequelize.sync();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01D31-4AAB-3C81-DDF7-BE032CF9FCC4}"/>
              </a:ext>
            </a:extLst>
          </p:cNvPr>
          <p:cNvSpPr txBox="1"/>
          <p:nvPr/>
        </p:nvSpPr>
        <p:spPr>
          <a:xfrm>
            <a:off x="1307322" y="4531292"/>
            <a:ext cx="10383935" cy="162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Calling await User.create({ username: 'Alice' }) will automatically create a linked Profile.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Profile table will contain a column named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UserId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call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user.createProfile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({ bio: 'Hello' }) to create and associate a profile.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call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profile.createUser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({ username: 'Bob' }) even if you haven't defined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Profile.belongsTo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(User).</a:t>
            </a:r>
          </a:p>
        </p:txBody>
      </p:sp>
      <p:sp>
        <p:nvSpPr>
          <p:cNvPr id="5" name="Google Shape;107;p2">
            <a:extLst>
              <a:ext uri="{FF2B5EF4-FFF2-40B4-BE49-F238E27FC236}">
                <a16:creationId xmlns:a16="http://schemas.microsoft.com/office/drawing/2014/main" id="{E827FD4D-A949-A07A-3A02-756CE3C7FEEE}"/>
              </a:ext>
            </a:extLst>
          </p:cNvPr>
          <p:cNvSpPr txBox="1"/>
          <p:nvPr/>
        </p:nvSpPr>
        <p:spPr>
          <a:xfrm rot="20091581">
            <a:off x="232638" y="667338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7BFFCF-E6A7-CDFC-2BBC-944471EBDF3C}"/>
              </a:ext>
            </a:extLst>
          </p:cNvPr>
          <p:cNvSpPr/>
          <p:nvPr/>
        </p:nvSpPr>
        <p:spPr>
          <a:xfrm>
            <a:off x="1265612" y="5410394"/>
            <a:ext cx="382070" cy="38207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E5960A4-5292-9405-2EBC-77C651EB28E8}"/>
              </a:ext>
            </a:extLst>
          </p:cNvPr>
          <p:cNvSpPr/>
          <p:nvPr/>
        </p:nvSpPr>
        <p:spPr>
          <a:xfrm>
            <a:off x="1265612" y="4959957"/>
            <a:ext cx="382070" cy="38207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407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DC31-D5D0-E992-2437-2AF5B716A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4DF78B48-7FFA-16C7-A4C8-7BD5AF82F72F}"/>
              </a:ext>
            </a:extLst>
          </p:cNvPr>
          <p:cNvSpPr txBox="1"/>
          <p:nvPr/>
        </p:nvSpPr>
        <p:spPr>
          <a:xfrm>
            <a:off x="-83975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098C5DB4-BE7A-7D11-77B5-72C8634587F2}"/>
              </a:ext>
            </a:extLst>
          </p:cNvPr>
          <p:cNvSpPr txBox="1"/>
          <p:nvPr/>
        </p:nvSpPr>
        <p:spPr>
          <a:xfrm>
            <a:off x="1307322" y="671185"/>
            <a:ext cx="865461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dirty="0"/>
              <a:t>You’ve defined:</a:t>
            </a:r>
            <a:endParaRPr lang="en-US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5651A-C99B-1CD0-48C3-01E2F742E298}"/>
              </a:ext>
            </a:extLst>
          </p:cNvPr>
          <p:cNvSpPr txBox="1"/>
          <p:nvPr/>
        </p:nvSpPr>
        <p:spPr>
          <a:xfrm>
            <a:off x="1391529" y="1089719"/>
            <a:ext cx="9240992" cy="58477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User.hasOne(Profile);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Profile.belongsTo(User);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5D5C98-4290-EFB0-3717-91E26E8FF3B0}"/>
              </a:ext>
            </a:extLst>
          </p:cNvPr>
          <p:cNvSpPr txBox="1"/>
          <p:nvPr/>
        </p:nvSpPr>
        <p:spPr>
          <a:xfrm>
            <a:off x="1307322" y="4580308"/>
            <a:ext cx="10383935" cy="162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profile object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error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list with one profile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05F1C-D958-6DF5-2B4B-DE843CDD5791}"/>
              </a:ext>
            </a:extLst>
          </p:cNvPr>
          <p:cNvSpPr txBox="1"/>
          <p:nvPr/>
        </p:nvSpPr>
        <p:spPr>
          <a:xfrm>
            <a:off x="1391529" y="2488152"/>
            <a:ext cx="9240992" cy="107721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const user = await User.create({ username: 'srey' });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const profile = await Profile.create({ bio: 'Hello!' });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console.log(await user.getProfile());</a:t>
            </a:r>
          </a:p>
        </p:txBody>
      </p:sp>
      <p:sp>
        <p:nvSpPr>
          <p:cNvPr id="7" name="Google Shape;111;p2">
            <a:extLst>
              <a:ext uri="{FF2B5EF4-FFF2-40B4-BE49-F238E27FC236}">
                <a16:creationId xmlns:a16="http://schemas.microsoft.com/office/drawing/2014/main" id="{8652A797-2586-3509-F436-2E80A428EC45}"/>
              </a:ext>
            </a:extLst>
          </p:cNvPr>
          <p:cNvSpPr txBox="1"/>
          <p:nvPr/>
        </p:nvSpPr>
        <p:spPr>
          <a:xfrm>
            <a:off x="1307322" y="2115107"/>
            <a:ext cx="865461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dirty="0"/>
              <a:t>You run:</a:t>
            </a:r>
            <a:endParaRPr lang="en-US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8" name="Google Shape;111;p2">
            <a:extLst>
              <a:ext uri="{FF2B5EF4-FFF2-40B4-BE49-F238E27FC236}">
                <a16:creationId xmlns:a16="http://schemas.microsoft.com/office/drawing/2014/main" id="{2AF19EEA-094A-07F0-A750-FFDA1750AD02}"/>
              </a:ext>
            </a:extLst>
          </p:cNvPr>
          <p:cNvSpPr txBox="1"/>
          <p:nvPr/>
        </p:nvSpPr>
        <p:spPr>
          <a:xfrm>
            <a:off x="1391529" y="4004312"/>
            <a:ext cx="865461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dirty="0"/>
              <a:t>What will be printed?</a:t>
            </a:r>
            <a:endParaRPr lang="en-US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24669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40DCA-50A5-1C5C-F01F-3AC44C220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D7F22031-1086-DBA0-6C1F-942CC8B2468F}"/>
              </a:ext>
            </a:extLst>
          </p:cNvPr>
          <p:cNvSpPr txBox="1"/>
          <p:nvPr/>
        </p:nvSpPr>
        <p:spPr>
          <a:xfrm>
            <a:off x="1307322" y="671185"/>
            <a:ext cx="865461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dirty="0"/>
              <a:t>You’ve defined:</a:t>
            </a:r>
            <a:endParaRPr lang="en-US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A9927-D63E-A7E8-D9AE-22A7BD15D262}"/>
              </a:ext>
            </a:extLst>
          </p:cNvPr>
          <p:cNvSpPr txBox="1"/>
          <p:nvPr/>
        </p:nvSpPr>
        <p:spPr>
          <a:xfrm>
            <a:off x="1391529" y="1089719"/>
            <a:ext cx="9240992" cy="58477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User.hasOne(Profile);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Profile.belongsTo(User);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FD033-9540-88B7-C8C2-BD2F244B1E3E}"/>
              </a:ext>
            </a:extLst>
          </p:cNvPr>
          <p:cNvSpPr txBox="1"/>
          <p:nvPr/>
        </p:nvSpPr>
        <p:spPr>
          <a:xfrm>
            <a:off x="1307322" y="4580308"/>
            <a:ext cx="10383935" cy="162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profile object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error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list with one profile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8BDF32-D207-626E-B280-6926551E3861}"/>
              </a:ext>
            </a:extLst>
          </p:cNvPr>
          <p:cNvSpPr txBox="1"/>
          <p:nvPr/>
        </p:nvSpPr>
        <p:spPr>
          <a:xfrm>
            <a:off x="1391529" y="2488152"/>
            <a:ext cx="9240992" cy="107721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const user = await User.create({ username: 'srey' });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const profile = await Profile.create({ bio: 'Hello!' });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console.log(await user.getProfile());</a:t>
            </a:r>
          </a:p>
        </p:txBody>
      </p:sp>
      <p:sp>
        <p:nvSpPr>
          <p:cNvPr id="7" name="Google Shape;111;p2">
            <a:extLst>
              <a:ext uri="{FF2B5EF4-FFF2-40B4-BE49-F238E27FC236}">
                <a16:creationId xmlns:a16="http://schemas.microsoft.com/office/drawing/2014/main" id="{ABB1FB9F-46BD-FC24-9106-8D44C69268F3}"/>
              </a:ext>
            </a:extLst>
          </p:cNvPr>
          <p:cNvSpPr txBox="1"/>
          <p:nvPr/>
        </p:nvSpPr>
        <p:spPr>
          <a:xfrm>
            <a:off x="1307322" y="2115107"/>
            <a:ext cx="865461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dirty="0"/>
              <a:t>You run:</a:t>
            </a:r>
            <a:endParaRPr lang="en-US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8" name="Google Shape;111;p2">
            <a:extLst>
              <a:ext uri="{FF2B5EF4-FFF2-40B4-BE49-F238E27FC236}">
                <a16:creationId xmlns:a16="http://schemas.microsoft.com/office/drawing/2014/main" id="{F42A98FA-CE99-BAC8-9652-527F6379DF96}"/>
              </a:ext>
            </a:extLst>
          </p:cNvPr>
          <p:cNvSpPr txBox="1"/>
          <p:nvPr/>
        </p:nvSpPr>
        <p:spPr>
          <a:xfrm>
            <a:off x="1391529" y="4004312"/>
            <a:ext cx="865461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dirty="0"/>
              <a:t>What will be printed?</a:t>
            </a:r>
            <a:endParaRPr lang="en-US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" name="Google Shape;107;p2">
            <a:extLst>
              <a:ext uri="{FF2B5EF4-FFF2-40B4-BE49-F238E27FC236}">
                <a16:creationId xmlns:a16="http://schemas.microsoft.com/office/drawing/2014/main" id="{186CFCD1-79B0-FBDE-2675-B3E62F38708E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3021462-014A-D5E3-AA21-4BB04401A481}"/>
              </a:ext>
            </a:extLst>
          </p:cNvPr>
          <p:cNvSpPr/>
          <p:nvPr/>
        </p:nvSpPr>
        <p:spPr>
          <a:xfrm>
            <a:off x="1265612" y="4959957"/>
            <a:ext cx="382070" cy="38207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097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C66FA-6AE8-BC0F-6920-3B6EF08E6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E22546C4-864F-F700-0F7C-C30C8743A44E}"/>
              </a:ext>
            </a:extLst>
          </p:cNvPr>
          <p:cNvSpPr txBox="1"/>
          <p:nvPr/>
        </p:nvSpPr>
        <p:spPr>
          <a:xfrm>
            <a:off x="-83975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52453A9C-F4D4-1999-696C-D10BBE261A21}"/>
              </a:ext>
            </a:extLst>
          </p:cNvPr>
          <p:cNvSpPr txBox="1"/>
          <p:nvPr/>
        </p:nvSpPr>
        <p:spPr>
          <a:xfrm>
            <a:off x="1768691" y="507509"/>
            <a:ext cx="8654618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/>
              <a:t>Which Sequelize instance method is available only if </a:t>
            </a:r>
            <a:r>
              <a:rPr lang="en-US" sz="3200" dirty="0" err="1"/>
              <a:t>User.</a:t>
            </a:r>
            <a:r>
              <a:rPr lang="en-US" sz="3200" b="1" dirty="0" err="1"/>
              <a:t>hasMany</a:t>
            </a:r>
            <a:r>
              <a:rPr lang="en-US" sz="3200" dirty="0"/>
              <a:t>(Post) is defined?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F2E5B6-0419-4BAE-B0A6-479E49B7C752}"/>
              </a:ext>
            </a:extLst>
          </p:cNvPr>
          <p:cNvSpPr txBox="1"/>
          <p:nvPr/>
        </p:nvSpPr>
        <p:spPr>
          <a:xfrm>
            <a:off x="3105643" y="2304468"/>
            <a:ext cx="6637798" cy="333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user.getProfile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user.createProfile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user.createPost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post.createUser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182050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77646-744A-2454-3073-28E3C540B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32E1DBF4-0C01-5287-CF56-D827C9A0B10D}"/>
              </a:ext>
            </a:extLst>
          </p:cNvPr>
          <p:cNvSpPr txBox="1"/>
          <p:nvPr/>
        </p:nvSpPr>
        <p:spPr>
          <a:xfrm>
            <a:off x="1768691" y="507509"/>
            <a:ext cx="8654618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/>
              <a:t>Which Sequelize instance method is available only if </a:t>
            </a:r>
            <a:r>
              <a:rPr lang="en-US" sz="3200" dirty="0" err="1"/>
              <a:t>User.</a:t>
            </a:r>
            <a:r>
              <a:rPr lang="en-US" sz="3200" b="1" dirty="0" err="1"/>
              <a:t>hasMany</a:t>
            </a:r>
            <a:r>
              <a:rPr lang="en-US" sz="3200" dirty="0"/>
              <a:t>(Post) is defined?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1DD20D-EE3A-BBF7-A4A9-99D4AF73E685}"/>
              </a:ext>
            </a:extLst>
          </p:cNvPr>
          <p:cNvSpPr txBox="1"/>
          <p:nvPr/>
        </p:nvSpPr>
        <p:spPr>
          <a:xfrm>
            <a:off x="3105643" y="2304468"/>
            <a:ext cx="6637798" cy="333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user.getProfile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user.createProfile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user.createPost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post.createUser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55571070-0A01-605B-DE47-D4AFD25AC163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C38F44-3E47-FDAF-B1DB-A183CB8B4A46}"/>
              </a:ext>
            </a:extLst>
          </p:cNvPr>
          <p:cNvSpPr/>
          <p:nvPr/>
        </p:nvSpPr>
        <p:spPr>
          <a:xfrm>
            <a:off x="3013131" y="4104640"/>
            <a:ext cx="698907" cy="698907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657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48C8F-A593-583D-211E-53E2B1935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209672D9-D81E-803B-9316-03979FE500A6}"/>
              </a:ext>
            </a:extLst>
          </p:cNvPr>
          <p:cNvSpPr txBox="1"/>
          <p:nvPr/>
        </p:nvSpPr>
        <p:spPr>
          <a:xfrm>
            <a:off x="-83975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D32A5C8A-891C-2FD2-497B-CEEE369CAB17}"/>
              </a:ext>
            </a:extLst>
          </p:cNvPr>
          <p:cNvSpPr txBox="1"/>
          <p:nvPr/>
        </p:nvSpPr>
        <p:spPr>
          <a:xfrm>
            <a:off x="1768691" y="507509"/>
            <a:ext cx="8654618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/>
              <a:t>Which of the following will successfully create a </a:t>
            </a:r>
            <a:r>
              <a:rPr lang="en-US" sz="3200" b="1" dirty="0"/>
              <a:t>new post </a:t>
            </a:r>
            <a:r>
              <a:rPr lang="en-US" sz="3200" dirty="0"/>
              <a:t>and </a:t>
            </a:r>
            <a:r>
              <a:rPr lang="en-US" sz="3200" b="1" dirty="0"/>
              <a:t>associate it to a user</a:t>
            </a:r>
            <a:r>
              <a:rPr lang="en-US" sz="3200" dirty="0"/>
              <a:t>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8A079-6022-D7DF-CA91-AF4DFEF3737C}"/>
              </a:ext>
            </a:extLst>
          </p:cNvPr>
          <p:cNvSpPr txBox="1"/>
          <p:nvPr/>
        </p:nvSpPr>
        <p:spPr>
          <a:xfrm>
            <a:off x="2011863" y="2436548"/>
            <a:ext cx="9265921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await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Post.create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({ title: 'Post',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userId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user.id });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await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user.createPost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({ title: 'Post' });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await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user.addPost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(post);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of the above</a:t>
            </a:r>
          </a:p>
        </p:txBody>
      </p:sp>
    </p:spTree>
    <p:extLst>
      <p:ext uri="{BB962C8B-B14F-4D97-AF65-F5344CB8AC3E}">
        <p14:creationId xmlns:p14="http://schemas.microsoft.com/office/powerpoint/2010/main" val="27877962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D1D2-DE72-BCEE-098D-6E998F5AA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2C32C16C-3EBF-1FA1-FF44-C141262D9534}"/>
              </a:ext>
            </a:extLst>
          </p:cNvPr>
          <p:cNvSpPr txBox="1"/>
          <p:nvPr/>
        </p:nvSpPr>
        <p:spPr>
          <a:xfrm>
            <a:off x="1768691" y="507509"/>
            <a:ext cx="8654618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/>
              <a:t>Which of the following will successfully create a </a:t>
            </a:r>
            <a:r>
              <a:rPr lang="en-US" sz="3200" b="1" dirty="0"/>
              <a:t>new post </a:t>
            </a:r>
            <a:r>
              <a:rPr lang="en-US" sz="3200" dirty="0"/>
              <a:t>and </a:t>
            </a:r>
            <a:r>
              <a:rPr lang="en-US" sz="3200" b="1" dirty="0"/>
              <a:t>associate it to a user</a:t>
            </a:r>
            <a:r>
              <a:rPr lang="en-US" sz="3200" dirty="0"/>
              <a:t>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5117C-8BFC-89D6-DAFC-13F6CC985384}"/>
              </a:ext>
            </a:extLst>
          </p:cNvPr>
          <p:cNvSpPr txBox="1"/>
          <p:nvPr/>
        </p:nvSpPr>
        <p:spPr>
          <a:xfrm>
            <a:off x="2011863" y="2436548"/>
            <a:ext cx="9265921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await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Post.create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({ title: 'Post',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userId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user.id });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await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user.createPost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({ title: 'Post' });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await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user.addPost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(post);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of the above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E90BA43B-F123-9AA1-1FFF-2BBA579181EE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647F3D-7214-E1DA-0EC9-DF4D9E548CFF}"/>
              </a:ext>
            </a:extLst>
          </p:cNvPr>
          <p:cNvSpPr/>
          <p:nvPr/>
        </p:nvSpPr>
        <p:spPr>
          <a:xfrm>
            <a:off x="1768691" y="4460240"/>
            <a:ext cx="698907" cy="698907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631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582AE-FBFE-E805-F389-F0E8F4FEB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8B5D21F3-EE46-44CD-1B7A-70F02072EC27}"/>
              </a:ext>
            </a:extLst>
          </p:cNvPr>
          <p:cNvSpPr txBox="1"/>
          <p:nvPr/>
        </p:nvSpPr>
        <p:spPr>
          <a:xfrm>
            <a:off x="-83975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E7723119-F69B-DAE5-624A-ABEFAB9420E0}"/>
              </a:ext>
            </a:extLst>
          </p:cNvPr>
          <p:cNvSpPr txBox="1"/>
          <p:nvPr/>
        </p:nvSpPr>
        <p:spPr>
          <a:xfrm>
            <a:off x="1768691" y="507509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/>
              <a:t>What will this code print?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82E86E-8F88-93DE-B602-BFF29B1D4D77}"/>
              </a:ext>
            </a:extLst>
          </p:cNvPr>
          <p:cNvSpPr txBox="1"/>
          <p:nvPr/>
        </p:nvSpPr>
        <p:spPr>
          <a:xfrm>
            <a:off x="2123439" y="3816165"/>
            <a:ext cx="9265921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undefined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'kiri'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Error: include not supported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2323B-D3AA-946D-C16E-52DA322DD78A}"/>
              </a:ext>
            </a:extLst>
          </p:cNvPr>
          <p:cNvSpPr txBox="1"/>
          <p:nvPr/>
        </p:nvSpPr>
        <p:spPr>
          <a:xfrm>
            <a:off x="1475504" y="1542245"/>
            <a:ext cx="9913856" cy="163121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noProof="1">
                <a:latin typeface="Consolas" panose="020B0609020204030204" pitchFamily="49" charset="0"/>
              </a:rPr>
              <a:t>const user = await User.create({ username: 'kiri' });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const post = await user.createPost({ title: 'Kiri\'s Post' });</a:t>
            </a:r>
          </a:p>
          <a:p>
            <a:endParaRPr lang="en-US" sz="2000" noProof="1">
              <a:latin typeface="Consolas" panose="020B0609020204030204" pitchFamily="49" charset="0"/>
            </a:endParaRPr>
          </a:p>
          <a:p>
            <a:r>
              <a:rPr lang="en-US" sz="2000" noProof="1">
                <a:latin typeface="Consolas" panose="020B0609020204030204" pitchFamily="49" charset="0"/>
              </a:rPr>
              <a:t>const result = await Post.findOne({ include: User });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console.log(result.User.username);</a:t>
            </a:r>
          </a:p>
        </p:txBody>
      </p:sp>
    </p:spTree>
    <p:extLst>
      <p:ext uri="{BB962C8B-B14F-4D97-AF65-F5344CB8AC3E}">
        <p14:creationId xmlns:p14="http://schemas.microsoft.com/office/powerpoint/2010/main" val="8667875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CA8B3-EAF6-B8D7-3A2C-105C7800A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68118031-F830-8842-19E6-93F1CE0A0C3B}"/>
              </a:ext>
            </a:extLst>
          </p:cNvPr>
          <p:cNvSpPr txBox="1"/>
          <p:nvPr/>
        </p:nvSpPr>
        <p:spPr>
          <a:xfrm>
            <a:off x="1768691" y="507509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/>
              <a:t>What will this code print?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E1377A-0AB3-72BE-B89F-CD4F72234A91}"/>
              </a:ext>
            </a:extLst>
          </p:cNvPr>
          <p:cNvSpPr txBox="1"/>
          <p:nvPr/>
        </p:nvSpPr>
        <p:spPr>
          <a:xfrm>
            <a:off x="2123439" y="3816165"/>
            <a:ext cx="9265921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undefined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'kiri'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Error: include not supported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F1EC1-4248-9FAB-DA01-00432E293A72}"/>
              </a:ext>
            </a:extLst>
          </p:cNvPr>
          <p:cNvSpPr txBox="1"/>
          <p:nvPr/>
        </p:nvSpPr>
        <p:spPr>
          <a:xfrm>
            <a:off x="1475504" y="1542245"/>
            <a:ext cx="9913856" cy="163121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noProof="1">
                <a:latin typeface="Consolas" panose="020B0609020204030204" pitchFamily="49" charset="0"/>
              </a:rPr>
              <a:t>const user = await User.create({ username: 'kiri' });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const post = await user.createPost({ title: 'Kiri\'s Post' });</a:t>
            </a:r>
          </a:p>
          <a:p>
            <a:endParaRPr lang="en-US" sz="2000" noProof="1">
              <a:latin typeface="Consolas" panose="020B0609020204030204" pitchFamily="49" charset="0"/>
            </a:endParaRPr>
          </a:p>
          <a:p>
            <a:r>
              <a:rPr lang="en-US" sz="2000" noProof="1">
                <a:latin typeface="Consolas" panose="020B0609020204030204" pitchFamily="49" charset="0"/>
              </a:rPr>
              <a:t>const result = await Post.findOne({ include: User });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console.log(result.User.username);</a:t>
            </a:r>
          </a:p>
        </p:txBody>
      </p:sp>
      <p:sp>
        <p:nvSpPr>
          <p:cNvPr id="5" name="Google Shape;107;p2">
            <a:extLst>
              <a:ext uri="{FF2B5EF4-FFF2-40B4-BE49-F238E27FC236}">
                <a16:creationId xmlns:a16="http://schemas.microsoft.com/office/drawing/2014/main" id="{027D5177-449B-B909-4199-9F0ACEEDB9DB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AD408F-3A43-57C7-F36B-CDC68236F3F3}"/>
              </a:ext>
            </a:extLst>
          </p:cNvPr>
          <p:cNvSpPr/>
          <p:nvPr/>
        </p:nvSpPr>
        <p:spPr>
          <a:xfrm>
            <a:off x="1860131" y="4439920"/>
            <a:ext cx="698907" cy="698907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5362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67831-7E09-1E87-E969-1F7D8C25E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D91A7EFE-B575-F0F3-47D4-CAC9669FB18A}"/>
              </a:ext>
            </a:extLst>
          </p:cNvPr>
          <p:cNvSpPr txBox="1"/>
          <p:nvPr/>
        </p:nvSpPr>
        <p:spPr>
          <a:xfrm>
            <a:off x="-83975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3F4334E4-CEC5-7B4B-9855-F7BFB0C356B9}"/>
              </a:ext>
            </a:extLst>
          </p:cNvPr>
          <p:cNvSpPr txBox="1"/>
          <p:nvPr/>
        </p:nvSpPr>
        <p:spPr>
          <a:xfrm>
            <a:off x="1768691" y="790770"/>
            <a:ext cx="8654618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 dirty="0"/>
              <a:t>What happens if …</a:t>
            </a:r>
          </a:p>
          <a:p>
            <a:pPr algn="ctr">
              <a:buClr>
                <a:schemeClr val="dk1"/>
              </a:buClr>
              <a:buSzPts val="2800"/>
            </a:pPr>
            <a:endParaRPr lang="en-US" sz="2800" dirty="0"/>
          </a:p>
          <a:p>
            <a:pPr marL="457200" indent="-45720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800" dirty="0"/>
              <a:t> you call 		</a:t>
            </a:r>
            <a:r>
              <a:rPr lang="en-US" sz="2800" dirty="0" err="1">
                <a:latin typeface="Consolas" panose="020B0609020204030204" pitchFamily="49" charset="0"/>
              </a:rPr>
              <a:t>User.hasOne</a:t>
            </a:r>
            <a:r>
              <a:rPr lang="en-US" sz="2800" dirty="0">
                <a:latin typeface="Consolas" panose="020B0609020204030204" pitchFamily="49" charset="0"/>
              </a:rPr>
              <a:t>(Profile) </a:t>
            </a:r>
          </a:p>
          <a:p>
            <a:pPr marL="457200" indent="-45720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800" dirty="0"/>
              <a:t>but forget 	</a:t>
            </a:r>
            <a:r>
              <a:rPr lang="en-US" sz="2800" dirty="0" err="1">
                <a:latin typeface="Consolas" panose="020B0609020204030204" pitchFamily="49" charset="0"/>
              </a:rPr>
              <a:t>Profile.belongsTo</a:t>
            </a:r>
            <a:r>
              <a:rPr lang="en-US" sz="2800" dirty="0">
                <a:latin typeface="Consolas" panose="020B0609020204030204" pitchFamily="49" charset="0"/>
              </a:rPr>
              <a:t>(User) </a:t>
            </a:r>
            <a:r>
              <a:rPr lang="en-US" sz="2800" dirty="0"/>
              <a:t>?</a:t>
            </a:r>
            <a:endParaRPr lang="en-US" sz="28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8C9EA1-F98E-8114-1056-795F0A36549E}"/>
              </a:ext>
            </a:extLst>
          </p:cNvPr>
          <p:cNvSpPr txBox="1"/>
          <p:nvPr/>
        </p:nvSpPr>
        <p:spPr>
          <a:xfrm>
            <a:off x="1554479" y="3633285"/>
            <a:ext cx="9265921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Sequelize will throw an error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still create profile from user, but not user from profile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foreign key will appear in the User table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association is completely broken</a:t>
            </a:r>
          </a:p>
        </p:txBody>
      </p:sp>
    </p:spTree>
    <p:extLst>
      <p:ext uri="{BB962C8B-B14F-4D97-AF65-F5344CB8AC3E}">
        <p14:creationId xmlns:p14="http://schemas.microsoft.com/office/powerpoint/2010/main" val="41553625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4CEF2-1F5C-78F8-1621-11B0824EB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2F403B00-8C24-25E4-56B2-C8607675099A}"/>
              </a:ext>
            </a:extLst>
          </p:cNvPr>
          <p:cNvSpPr txBox="1"/>
          <p:nvPr/>
        </p:nvSpPr>
        <p:spPr>
          <a:xfrm>
            <a:off x="1768691" y="790770"/>
            <a:ext cx="8654618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 dirty="0"/>
              <a:t>What happens if …</a:t>
            </a:r>
          </a:p>
          <a:p>
            <a:pPr algn="ctr">
              <a:buClr>
                <a:schemeClr val="dk1"/>
              </a:buClr>
              <a:buSzPts val="2800"/>
            </a:pPr>
            <a:endParaRPr lang="en-US" sz="2800" dirty="0"/>
          </a:p>
          <a:p>
            <a:pPr marL="457200" indent="-45720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800" dirty="0"/>
              <a:t> you call 		</a:t>
            </a:r>
            <a:r>
              <a:rPr lang="en-US" sz="2800" dirty="0" err="1">
                <a:latin typeface="Consolas" panose="020B0609020204030204" pitchFamily="49" charset="0"/>
              </a:rPr>
              <a:t>User.hasOne</a:t>
            </a:r>
            <a:r>
              <a:rPr lang="en-US" sz="2800" dirty="0">
                <a:latin typeface="Consolas" panose="020B0609020204030204" pitchFamily="49" charset="0"/>
              </a:rPr>
              <a:t>(Profile) </a:t>
            </a:r>
          </a:p>
          <a:p>
            <a:pPr marL="457200" indent="-45720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800" dirty="0"/>
              <a:t>but forget 	</a:t>
            </a:r>
            <a:r>
              <a:rPr lang="en-US" sz="2800" dirty="0" err="1">
                <a:latin typeface="Consolas" panose="020B0609020204030204" pitchFamily="49" charset="0"/>
              </a:rPr>
              <a:t>Profile.belongsTo</a:t>
            </a:r>
            <a:r>
              <a:rPr lang="en-US" sz="2800" dirty="0">
                <a:latin typeface="Consolas" panose="020B0609020204030204" pitchFamily="49" charset="0"/>
              </a:rPr>
              <a:t>(User) </a:t>
            </a:r>
            <a:r>
              <a:rPr lang="en-US" sz="2800" dirty="0"/>
              <a:t>?</a:t>
            </a:r>
            <a:endParaRPr lang="en-US" sz="28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5BE8C5-9762-4F81-2780-46CABF96718B}"/>
              </a:ext>
            </a:extLst>
          </p:cNvPr>
          <p:cNvSpPr txBox="1"/>
          <p:nvPr/>
        </p:nvSpPr>
        <p:spPr>
          <a:xfrm>
            <a:off x="1554479" y="3633285"/>
            <a:ext cx="9265921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Sequelize will throw an error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still create profile from user, but not user from profile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foreign key will appear in the User table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association is completely broken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FAED5EEC-47EB-8470-AA39-43F94B072329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89535CC-A3CD-3454-BC83-C62204603337}"/>
              </a:ext>
            </a:extLst>
          </p:cNvPr>
          <p:cNvSpPr/>
          <p:nvPr/>
        </p:nvSpPr>
        <p:spPr>
          <a:xfrm>
            <a:off x="1371600" y="4277360"/>
            <a:ext cx="698907" cy="698907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60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5A235-281C-72FD-D717-3EB1D2B44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7964FC0B-72F4-638C-9AF5-894ADB52D7A0}"/>
              </a:ext>
            </a:extLst>
          </p:cNvPr>
          <p:cNvSpPr txBox="1"/>
          <p:nvPr/>
        </p:nvSpPr>
        <p:spPr>
          <a:xfrm>
            <a:off x="-83975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4CB429C5-24D2-42A3-EB5C-BE1DF7547A86}"/>
              </a:ext>
            </a:extLst>
          </p:cNvPr>
          <p:cNvSpPr txBox="1"/>
          <p:nvPr/>
        </p:nvSpPr>
        <p:spPr>
          <a:xfrm>
            <a:off x="2011863" y="369332"/>
            <a:ext cx="865461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 b="1" dirty="0"/>
              <a:t>Fill in the gap </a:t>
            </a:r>
            <a:r>
              <a:rPr lang="en-US" sz="2800" dirty="0"/>
              <a:t>	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 err="1">
                <a:latin typeface="Consolas" panose="020B0609020204030204" pitchFamily="49" charset="0"/>
              </a:rPr>
              <a:t>hasOne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 err="1">
                <a:latin typeface="Consolas" panose="020B0609020204030204" pitchFamily="49" charset="0"/>
              </a:rPr>
              <a:t>hasMany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 err="1">
                <a:latin typeface="Consolas" panose="020B0609020204030204" pitchFamily="49" charset="0"/>
              </a:rPr>
              <a:t>belongsTo</a:t>
            </a:r>
            <a:r>
              <a:rPr lang="en-US" sz="28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219CAD-B25A-28E7-5325-8ED2AF9062F2}"/>
              </a:ext>
            </a:extLst>
          </p:cNvPr>
          <p:cNvSpPr txBox="1"/>
          <p:nvPr/>
        </p:nvSpPr>
        <p:spPr>
          <a:xfrm>
            <a:off x="4033519" y="3572325"/>
            <a:ext cx="2804161" cy="1696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hasOne</a:t>
            </a:r>
            <a:endParaRPr lang="en-US" sz="2400" dirty="0">
              <a:latin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 err="1">
                <a:latin typeface="Consolas" panose="020B0609020204030204" pitchFamily="49" charset="0"/>
              </a:rPr>
              <a:t>hasMany</a:t>
            </a:r>
            <a:endParaRPr lang="en-US" sz="2400" dirty="0">
              <a:latin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 err="1">
                <a:latin typeface="Consolas" panose="020B0609020204030204" pitchFamily="49" charset="0"/>
              </a:rPr>
              <a:t>belongsTo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E0A16-69CA-5095-FC36-1E65D4DA6CDD}"/>
              </a:ext>
            </a:extLst>
          </p:cNvPr>
          <p:cNvSpPr txBox="1"/>
          <p:nvPr/>
        </p:nvSpPr>
        <p:spPr>
          <a:xfrm>
            <a:off x="1635760" y="1432560"/>
            <a:ext cx="8219440" cy="138499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bg1">
                    <a:lumMod val="50000"/>
                  </a:schemeClr>
                </a:solidFill>
              </a:rPr>
              <a:t>“Each Invoice is issued to one Customer”</a:t>
            </a:r>
          </a:p>
          <a:p>
            <a:endParaRPr lang="en-US" sz="2800" i="1" dirty="0"/>
          </a:p>
          <a:p>
            <a:r>
              <a:rPr lang="en-US" sz="2800" dirty="0"/>
              <a:t>Invoice </a:t>
            </a:r>
            <a:r>
              <a:rPr lang="en-US" sz="2800" dirty="0">
                <a:solidFill>
                  <a:srgbClr val="FF0000"/>
                </a:solidFill>
              </a:rPr>
              <a:t>_______ </a:t>
            </a:r>
            <a:r>
              <a:rPr lang="en-US" sz="2800" dirty="0"/>
              <a:t>Customer.</a:t>
            </a:r>
          </a:p>
        </p:txBody>
      </p:sp>
    </p:spTree>
    <p:extLst>
      <p:ext uri="{BB962C8B-B14F-4D97-AF65-F5344CB8AC3E}">
        <p14:creationId xmlns:p14="http://schemas.microsoft.com/office/powerpoint/2010/main" val="41692360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3C596-4D34-CC9C-4BF1-4E1469F5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366CE847-6895-4DEF-11D5-BACB7C521958}"/>
              </a:ext>
            </a:extLst>
          </p:cNvPr>
          <p:cNvSpPr txBox="1"/>
          <p:nvPr/>
        </p:nvSpPr>
        <p:spPr>
          <a:xfrm>
            <a:off x="2011863" y="369332"/>
            <a:ext cx="865461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 b="1" dirty="0"/>
              <a:t>Fill in the gap </a:t>
            </a:r>
            <a:r>
              <a:rPr lang="en-US" sz="2800" dirty="0"/>
              <a:t>	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 err="1">
                <a:latin typeface="Consolas" panose="020B0609020204030204" pitchFamily="49" charset="0"/>
              </a:rPr>
              <a:t>hasOne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 err="1">
                <a:latin typeface="Consolas" panose="020B0609020204030204" pitchFamily="49" charset="0"/>
              </a:rPr>
              <a:t>hasMany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 err="1">
                <a:latin typeface="Consolas" panose="020B0609020204030204" pitchFamily="49" charset="0"/>
              </a:rPr>
              <a:t>belongsTo</a:t>
            </a:r>
            <a:r>
              <a:rPr lang="en-US" sz="28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5FDEF1-64D1-CF05-33B1-C3205AE8F0B6}"/>
              </a:ext>
            </a:extLst>
          </p:cNvPr>
          <p:cNvSpPr txBox="1"/>
          <p:nvPr/>
        </p:nvSpPr>
        <p:spPr>
          <a:xfrm>
            <a:off x="4033519" y="3572325"/>
            <a:ext cx="2804161" cy="1696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hasOne</a:t>
            </a:r>
            <a:endParaRPr lang="en-US" sz="2400" dirty="0">
              <a:latin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 err="1">
                <a:latin typeface="Consolas" panose="020B0609020204030204" pitchFamily="49" charset="0"/>
              </a:rPr>
              <a:t>hasMany</a:t>
            </a:r>
            <a:endParaRPr lang="en-US" sz="2400" dirty="0">
              <a:latin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 err="1">
                <a:latin typeface="Consolas" panose="020B0609020204030204" pitchFamily="49" charset="0"/>
              </a:rPr>
              <a:t>belongsTo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946250-1A2B-E569-E6AB-4ADCEDF9A445}"/>
              </a:ext>
            </a:extLst>
          </p:cNvPr>
          <p:cNvSpPr txBox="1"/>
          <p:nvPr/>
        </p:nvSpPr>
        <p:spPr>
          <a:xfrm>
            <a:off x="1635760" y="1432560"/>
            <a:ext cx="8219440" cy="138499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bg1">
                    <a:lumMod val="50000"/>
                  </a:schemeClr>
                </a:solidFill>
              </a:rPr>
              <a:t>“Each Invoice is issued to one Customer”</a:t>
            </a:r>
          </a:p>
          <a:p>
            <a:endParaRPr lang="en-US" sz="2800" i="1" dirty="0"/>
          </a:p>
          <a:p>
            <a:r>
              <a:rPr lang="en-US" sz="2800" dirty="0"/>
              <a:t>Invoice </a:t>
            </a:r>
            <a:r>
              <a:rPr lang="en-US" sz="2800" dirty="0">
                <a:solidFill>
                  <a:srgbClr val="FF0000"/>
                </a:solidFill>
              </a:rPr>
              <a:t>_______ </a:t>
            </a:r>
            <a:r>
              <a:rPr lang="en-US" sz="2800" dirty="0"/>
              <a:t>Customer.</a:t>
            </a:r>
          </a:p>
        </p:txBody>
      </p:sp>
      <p:sp>
        <p:nvSpPr>
          <p:cNvPr id="5" name="Google Shape;107;p2">
            <a:extLst>
              <a:ext uri="{FF2B5EF4-FFF2-40B4-BE49-F238E27FC236}">
                <a16:creationId xmlns:a16="http://schemas.microsoft.com/office/drawing/2014/main" id="{34BBFC32-E0DB-7845-E24F-D4C83B931D63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618715-4A6E-8201-2989-67E8BB62FBC3}"/>
              </a:ext>
            </a:extLst>
          </p:cNvPr>
          <p:cNvSpPr/>
          <p:nvPr/>
        </p:nvSpPr>
        <p:spPr>
          <a:xfrm>
            <a:off x="3820160" y="4726533"/>
            <a:ext cx="698907" cy="698907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063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0745D-43B8-76F8-0941-B7F629395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D17A116F-7EAA-83DC-EE67-E22BF1B82C30}"/>
              </a:ext>
            </a:extLst>
          </p:cNvPr>
          <p:cNvSpPr txBox="1"/>
          <p:nvPr/>
        </p:nvSpPr>
        <p:spPr>
          <a:xfrm>
            <a:off x="-83975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CF72C328-251E-4874-2A06-7AC557C18A66}"/>
              </a:ext>
            </a:extLst>
          </p:cNvPr>
          <p:cNvSpPr txBox="1"/>
          <p:nvPr/>
        </p:nvSpPr>
        <p:spPr>
          <a:xfrm>
            <a:off x="2011863" y="369332"/>
            <a:ext cx="865461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 b="1" dirty="0"/>
              <a:t>Fill in the gap </a:t>
            </a:r>
            <a:r>
              <a:rPr lang="en-US" sz="2800" dirty="0"/>
              <a:t>	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 err="1">
                <a:latin typeface="Consolas" panose="020B0609020204030204" pitchFamily="49" charset="0"/>
              </a:rPr>
              <a:t>hasOne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 err="1">
                <a:latin typeface="Consolas" panose="020B0609020204030204" pitchFamily="49" charset="0"/>
              </a:rPr>
              <a:t>hasMany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 err="1">
                <a:latin typeface="Consolas" panose="020B0609020204030204" pitchFamily="49" charset="0"/>
              </a:rPr>
              <a:t>belongsTo</a:t>
            </a:r>
            <a:r>
              <a:rPr lang="en-US" sz="28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C8B8A-1E97-394C-0C73-133C56941EB0}"/>
              </a:ext>
            </a:extLst>
          </p:cNvPr>
          <p:cNvSpPr txBox="1"/>
          <p:nvPr/>
        </p:nvSpPr>
        <p:spPr>
          <a:xfrm>
            <a:off x="4033519" y="3572325"/>
            <a:ext cx="2804161" cy="1696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hasOne</a:t>
            </a:r>
            <a:endParaRPr lang="en-US" sz="2400" dirty="0">
              <a:latin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 err="1">
                <a:latin typeface="Consolas" panose="020B0609020204030204" pitchFamily="49" charset="0"/>
              </a:rPr>
              <a:t>hasMany</a:t>
            </a:r>
            <a:endParaRPr lang="en-US" sz="2400" dirty="0">
              <a:latin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 err="1">
                <a:latin typeface="Consolas" panose="020B0609020204030204" pitchFamily="49" charset="0"/>
              </a:rPr>
              <a:t>belongsTo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621F5-275C-63E2-6408-8A042205AA21}"/>
              </a:ext>
            </a:extLst>
          </p:cNvPr>
          <p:cNvSpPr txBox="1"/>
          <p:nvPr/>
        </p:nvSpPr>
        <p:spPr>
          <a:xfrm>
            <a:off x="304800" y="1589057"/>
            <a:ext cx="11064240" cy="138499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bg1">
                    <a:lumMod val="50000"/>
                  </a:schemeClr>
                </a:solidFill>
              </a:rPr>
              <a:t>“A Car is parked in one Garage, but a garage can contain many cars.”</a:t>
            </a:r>
          </a:p>
          <a:p>
            <a:endParaRPr lang="en-US" sz="2800" i="1" dirty="0"/>
          </a:p>
          <a:p>
            <a:r>
              <a:rPr lang="en-US" sz="2800" dirty="0"/>
              <a:t>Car </a:t>
            </a:r>
            <a:r>
              <a:rPr lang="en-US" sz="2800" dirty="0">
                <a:solidFill>
                  <a:srgbClr val="FF0000"/>
                </a:solidFill>
              </a:rPr>
              <a:t>_______ </a:t>
            </a:r>
            <a:r>
              <a:rPr lang="en-US" sz="2800" dirty="0"/>
              <a:t>Garage.</a:t>
            </a:r>
          </a:p>
        </p:txBody>
      </p:sp>
    </p:spTree>
    <p:extLst>
      <p:ext uri="{BB962C8B-B14F-4D97-AF65-F5344CB8AC3E}">
        <p14:creationId xmlns:p14="http://schemas.microsoft.com/office/powerpoint/2010/main" val="24124915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783B0-2CA7-2AC9-CAD5-F360BD220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01395399-B214-8412-2325-970EFFD1A1A2}"/>
              </a:ext>
            </a:extLst>
          </p:cNvPr>
          <p:cNvSpPr txBox="1"/>
          <p:nvPr/>
        </p:nvSpPr>
        <p:spPr>
          <a:xfrm>
            <a:off x="2011863" y="369332"/>
            <a:ext cx="865461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 b="1" dirty="0"/>
              <a:t>Fill in the gap </a:t>
            </a:r>
            <a:r>
              <a:rPr lang="en-US" sz="2800" dirty="0"/>
              <a:t>	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 err="1">
                <a:latin typeface="Consolas" panose="020B0609020204030204" pitchFamily="49" charset="0"/>
              </a:rPr>
              <a:t>hasOne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 err="1">
                <a:latin typeface="Consolas" panose="020B0609020204030204" pitchFamily="49" charset="0"/>
              </a:rPr>
              <a:t>hasMany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 err="1">
                <a:latin typeface="Consolas" panose="020B0609020204030204" pitchFamily="49" charset="0"/>
              </a:rPr>
              <a:t>belongsTo</a:t>
            </a:r>
            <a:r>
              <a:rPr lang="en-US" sz="28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068EA-AA8F-744E-C41C-342EEA233DE9}"/>
              </a:ext>
            </a:extLst>
          </p:cNvPr>
          <p:cNvSpPr txBox="1"/>
          <p:nvPr/>
        </p:nvSpPr>
        <p:spPr>
          <a:xfrm>
            <a:off x="4033519" y="3572325"/>
            <a:ext cx="2804161" cy="1696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hasOne</a:t>
            </a:r>
            <a:endParaRPr lang="en-US" sz="2400" dirty="0">
              <a:latin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 err="1">
                <a:latin typeface="Consolas" panose="020B0609020204030204" pitchFamily="49" charset="0"/>
              </a:rPr>
              <a:t>hasMany</a:t>
            </a:r>
            <a:endParaRPr lang="en-US" sz="2400" dirty="0">
              <a:latin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 err="1">
                <a:latin typeface="Consolas" panose="020B0609020204030204" pitchFamily="49" charset="0"/>
              </a:rPr>
              <a:t>belongsTo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24600F-30BA-E20E-4332-DE682B66E553}"/>
              </a:ext>
            </a:extLst>
          </p:cNvPr>
          <p:cNvSpPr txBox="1"/>
          <p:nvPr/>
        </p:nvSpPr>
        <p:spPr>
          <a:xfrm>
            <a:off x="304800" y="1589057"/>
            <a:ext cx="11064240" cy="138499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bg1">
                    <a:lumMod val="50000"/>
                  </a:schemeClr>
                </a:solidFill>
              </a:rPr>
              <a:t>“A Car is parked in one Garage, but a garage can contain many cars.”</a:t>
            </a:r>
          </a:p>
          <a:p>
            <a:endParaRPr lang="en-US" sz="2800" i="1" dirty="0"/>
          </a:p>
          <a:p>
            <a:r>
              <a:rPr lang="en-US" sz="2800" dirty="0"/>
              <a:t>Car </a:t>
            </a:r>
            <a:r>
              <a:rPr lang="en-US" sz="2800" dirty="0">
                <a:solidFill>
                  <a:srgbClr val="FF0000"/>
                </a:solidFill>
              </a:rPr>
              <a:t>_______ </a:t>
            </a:r>
            <a:r>
              <a:rPr lang="en-US" sz="2800" dirty="0"/>
              <a:t>Garage.</a:t>
            </a:r>
          </a:p>
        </p:txBody>
      </p:sp>
      <p:sp>
        <p:nvSpPr>
          <p:cNvPr id="5" name="Google Shape;107;p2">
            <a:extLst>
              <a:ext uri="{FF2B5EF4-FFF2-40B4-BE49-F238E27FC236}">
                <a16:creationId xmlns:a16="http://schemas.microsoft.com/office/drawing/2014/main" id="{81315D64-527A-F6B9-04C2-37A470B91A3C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58DAB6-AB66-2DEF-16B3-D0EFDCB47747}"/>
              </a:ext>
            </a:extLst>
          </p:cNvPr>
          <p:cNvSpPr/>
          <p:nvPr/>
        </p:nvSpPr>
        <p:spPr>
          <a:xfrm>
            <a:off x="3820160" y="4726533"/>
            <a:ext cx="698907" cy="698907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69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46A4-2786-5DFC-E4C6-617468176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0;p4">
            <a:extLst>
              <a:ext uri="{FF2B5EF4-FFF2-40B4-BE49-F238E27FC236}">
                <a16:creationId xmlns:a16="http://schemas.microsoft.com/office/drawing/2014/main" id="{A23F447A-D570-BDDD-77AC-09460FD3B68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342" y="475165"/>
            <a:ext cx="186684" cy="371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1;p4">
            <a:extLst>
              <a:ext uri="{FF2B5EF4-FFF2-40B4-BE49-F238E27FC236}">
                <a16:creationId xmlns:a16="http://schemas.microsoft.com/office/drawing/2014/main" id="{6DC0BB76-38BD-6794-4AA5-293241A5D82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157" y="475165"/>
            <a:ext cx="186684" cy="3712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346BE7-25B5-1493-971E-B496A1EF31CB}"/>
              </a:ext>
            </a:extLst>
          </p:cNvPr>
          <p:cNvSpPr txBox="1"/>
          <p:nvPr/>
        </p:nvSpPr>
        <p:spPr>
          <a:xfrm>
            <a:off x="4025794" y="173582"/>
            <a:ext cx="4217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Authors &amp; Books</a:t>
            </a:r>
            <a:endParaRPr lang="en-US" sz="3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E7C296-CFC7-141D-8F38-3981BCF134AC}"/>
              </a:ext>
            </a:extLst>
          </p:cNvPr>
          <p:cNvSpPr txBox="1"/>
          <p:nvPr/>
        </p:nvSpPr>
        <p:spPr>
          <a:xfrm>
            <a:off x="5941521" y="1509394"/>
            <a:ext cx="5970453" cy="4893647"/>
          </a:xfrm>
          <a:custGeom>
            <a:avLst/>
            <a:gdLst>
              <a:gd name="connsiteX0" fmla="*/ 0 w 5970453"/>
              <a:gd name="connsiteY0" fmla="*/ 0 h 4893647"/>
              <a:gd name="connsiteX1" fmla="*/ 417932 w 5970453"/>
              <a:gd name="connsiteY1" fmla="*/ 0 h 4893647"/>
              <a:gd name="connsiteX2" fmla="*/ 1074682 w 5970453"/>
              <a:gd name="connsiteY2" fmla="*/ 0 h 4893647"/>
              <a:gd name="connsiteX3" fmla="*/ 1612022 w 5970453"/>
              <a:gd name="connsiteY3" fmla="*/ 0 h 4893647"/>
              <a:gd name="connsiteX4" fmla="*/ 2328477 w 5970453"/>
              <a:gd name="connsiteY4" fmla="*/ 0 h 4893647"/>
              <a:gd name="connsiteX5" fmla="*/ 2865817 w 5970453"/>
              <a:gd name="connsiteY5" fmla="*/ 0 h 4893647"/>
              <a:gd name="connsiteX6" fmla="*/ 3403158 w 5970453"/>
              <a:gd name="connsiteY6" fmla="*/ 0 h 4893647"/>
              <a:gd name="connsiteX7" fmla="*/ 4059908 w 5970453"/>
              <a:gd name="connsiteY7" fmla="*/ 0 h 4893647"/>
              <a:gd name="connsiteX8" fmla="*/ 4776362 w 5970453"/>
              <a:gd name="connsiteY8" fmla="*/ 0 h 4893647"/>
              <a:gd name="connsiteX9" fmla="*/ 5253999 w 5970453"/>
              <a:gd name="connsiteY9" fmla="*/ 0 h 4893647"/>
              <a:gd name="connsiteX10" fmla="*/ 5970453 w 5970453"/>
              <a:gd name="connsiteY10" fmla="*/ 0 h 4893647"/>
              <a:gd name="connsiteX11" fmla="*/ 5970453 w 5970453"/>
              <a:gd name="connsiteY11" fmla="*/ 396929 h 4893647"/>
              <a:gd name="connsiteX12" fmla="*/ 5970453 w 5970453"/>
              <a:gd name="connsiteY12" fmla="*/ 989604 h 4893647"/>
              <a:gd name="connsiteX13" fmla="*/ 5970453 w 5970453"/>
              <a:gd name="connsiteY13" fmla="*/ 1386533 h 4893647"/>
              <a:gd name="connsiteX14" fmla="*/ 5970453 w 5970453"/>
              <a:gd name="connsiteY14" fmla="*/ 1783462 h 4893647"/>
              <a:gd name="connsiteX15" fmla="*/ 5970453 w 5970453"/>
              <a:gd name="connsiteY15" fmla="*/ 2327201 h 4893647"/>
              <a:gd name="connsiteX16" fmla="*/ 5970453 w 5970453"/>
              <a:gd name="connsiteY16" fmla="*/ 2968813 h 4893647"/>
              <a:gd name="connsiteX17" fmla="*/ 5970453 w 5970453"/>
              <a:gd name="connsiteY17" fmla="*/ 3610424 h 4893647"/>
              <a:gd name="connsiteX18" fmla="*/ 5970453 w 5970453"/>
              <a:gd name="connsiteY18" fmla="*/ 4154163 h 4893647"/>
              <a:gd name="connsiteX19" fmla="*/ 5970453 w 5970453"/>
              <a:gd name="connsiteY19" fmla="*/ 4893647 h 4893647"/>
              <a:gd name="connsiteX20" fmla="*/ 5373408 w 5970453"/>
              <a:gd name="connsiteY20" fmla="*/ 4893647 h 4893647"/>
              <a:gd name="connsiteX21" fmla="*/ 4716658 w 5970453"/>
              <a:gd name="connsiteY21" fmla="*/ 4893647 h 4893647"/>
              <a:gd name="connsiteX22" fmla="*/ 4000204 w 5970453"/>
              <a:gd name="connsiteY22" fmla="*/ 4893647 h 4893647"/>
              <a:gd name="connsiteX23" fmla="*/ 3462863 w 5970453"/>
              <a:gd name="connsiteY23" fmla="*/ 4893647 h 4893647"/>
              <a:gd name="connsiteX24" fmla="*/ 2806113 w 5970453"/>
              <a:gd name="connsiteY24" fmla="*/ 4893647 h 4893647"/>
              <a:gd name="connsiteX25" fmla="*/ 2268772 w 5970453"/>
              <a:gd name="connsiteY25" fmla="*/ 4893647 h 4893647"/>
              <a:gd name="connsiteX26" fmla="*/ 1850840 w 5970453"/>
              <a:gd name="connsiteY26" fmla="*/ 4893647 h 4893647"/>
              <a:gd name="connsiteX27" fmla="*/ 1432909 w 5970453"/>
              <a:gd name="connsiteY27" fmla="*/ 4893647 h 4893647"/>
              <a:gd name="connsiteX28" fmla="*/ 716454 w 5970453"/>
              <a:gd name="connsiteY28" fmla="*/ 4893647 h 4893647"/>
              <a:gd name="connsiteX29" fmla="*/ 0 w 5970453"/>
              <a:gd name="connsiteY29" fmla="*/ 4893647 h 4893647"/>
              <a:gd name="connsiteX30" fmla="*/ 0 w 5970453"/>
              <a:gd name="connsiteY30" fmla="*/ 4252036 h 4893647"/>
              <a:gd name="connsiteX31" fmla="*/ 0 w 5970453"/>
              <a:gd name="connsiteY31" fmla="*/ 3708297 h 4893647"/>
              <a:gd name="connsiteX32" fmla="*/ 0 w 5970453"/>
              <a:gd name="connsiteY32" fmla="*/ 3164558 h 4893647"/>
              <a:gd name="connsiteX33" fmla="*/ 0 w 5970453"/>
              <a:gd name="connsiteY33" fmla="*/ 2571883 h 4893647"/>
              <a:gd name="connsiteX34" fmla="*/ 0 w 5970453"/>
              <a:gd name="connsiteY34" fmla="*/ 2077081 h 4893647"/>
              <a:gd name="connsiteX35" fmla="*/ 0 w 5970453"/>
              <a:gd name="connsiteY35" fmla="*/ 1631216 h 4893647"/>
              <a:gd name="connsiteX36" fmla="*/ 0 w 5970453"/>
              <a:gd name="connsiteY36" fmla="*/ 1038541 h 4893647"/>
              <a:gd name="connsiteX37" fmla="*/ 0 w 5970453"/>
              <a:gd name="connsiteY37" fmla="*/ 0 h 4893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970453" h="4893647" extrusionOk="0">
                <a:moveTo>
                  <a:pt x="0" y="0"/>
                </a:moveTo>
                <a:cubicBezTo>
                  <a:pt x="159588" y="-11479"/>
                  <a:pt x="233129" y="3194"/>
                  <a:pt x="417932" y="0"/>
                </a:cubicBezTo>
                <a:cubicBezTo>
                  <a:pt x="602735" y="-3194"/>
                  <a:pt x="792792" y="33053"/>
                  <a:pt x="1074682" y="0"/>
                </a:cubicBezTo>
                <a:cubicBezTo>
                  <a:pt x="1356572" y="-33053"/>
                  <a:pt x="1345142" y="50240"/>
                  <a:pt x="1612022" y="0"/>
                </a:cubicBezTo>
                <a:cubicBezTo>
                  <a:pt x="1878902" y="-50240"/>
                  <a:pt x="2124282" y="41058"/>
                  <a:pt x="2328477" y="0"/>
                </a:cubicBezTo>
                <a:cubicBezTo>
                  <a:pt x="2532673" y="-41058"/>
                  <a:pt x="2701225" y="15818"/>
                  <a:pt x="2865817" y="0"/>
                </a:cubicBezTo>
                <a:cubicBezTo>
                  <a:pt x="3030409" y="-15818"/>
                  <a:pt x="3281611" y="41393"/>
                  <a:pt x="3403158" y="0"/>
                </a:cubicBezTo>
                <a:cubicBezTo>
                  <a:pt x="3524705" y="-41393"/>
                  <a:pt x="3849809" y="2387"/>
                  <a:pt x="4059908" y="0"/>
                </a:cubicBezTo>
                <a:cubicBezTo>
                  <a:pt x="4270007" y="-2387"/>
                  <a:pt x="4450220" y="76236"/>
                  <a:pt x="4776362" y="0"/>
                </a:cubicBezTo>
                <a:cubicBezTo>
                  <a:pt x="5102504" y="-76236"/>
                  <a:pt x="5068831" y="6287"/>
                  <a:pt x="5253999" y="0"/>
                </a:cubicBezTo>
                <a:cubicBezTo>
                  <a:pt x="5439167" y="-6287"/>
                  <a:pt x="5730873" y="57798"/>
                  <a:pt x="5970453" y="0"/>
                </a:cubicBezTo>
                <a:cubicBezTo>
                  <a:pt x="5999113" y="96677"/>
                  <a:pt x="5930234" y="265702"/>
                  <a:pt x="5970453" y="396929"/>
                </a:cubicBezTo>
                <a:cubicBezTo>
                  <a:pt x="6010672" y="528156"/>
                  <a:pt x="5967955" y="845001"/>
                  <a:pt x="5970453" y="989604"/>
                </a:cubicBezTo>
                <a:cubicBezTo>
                  <a:pt x="5972951" y="1134207"/>
                  <a:pt x="5955711" y="1301903"/>
                  <a:pt x="5970453" y="1386533"/>
                </a:cubicBezTo>
                <a:cubicBezTo>
                  <a:pt x="5985195" y="1471163"/>
                  <a:pt x="5942127" y="1585339"/>
                  <a:pt x="5970453" y="1783462"/>
                </a:cubicBezTo>
                <a:cubicBezTo>
                  <a:pt x="5998779" y="1981585"/>
                  <a:pt x="5927196" y="2123305"/>
                  <a:pt x="5970453" y="2327201"/>
                </a:cubicBezTo>
                <a:cubicBezTo>
                  <a:pt x="6013710" y="2531097"/>
                  <a:pt x="5969517" y="2753613"/>
                  <a:pt x="5970453" y="2968813"/>
                </a:cubicBezTo>
                <a:cubicBezTo>
                  <a:pt x="5971389" y="3184013"/>
                  <a:pt x="5917683" y="3444613"/>
                  <a:pt x="5970453" y="3610424"/>
                </a:cubicBezTo>
                <a:cubicBezTo>
                  <a:pt x="6023223" y="3776235"/>
                  <a:pt x="5938752" y="4014174"/>
                  <a:pt x="5970453" y="4154163"/>
                </a:cubicBezTo>
                <a:cubicBezTo>
                  <a:pt x="6002154" y="4294152"/>
                  <a:pt x="5888125" y="4670320"/>
                  <a:pt x="5970453" y="4893647"/>
                </a:cubicBezTo>
                <a:cubicBezTo>
                  <a:pt x="5730861" y="4916121"/>
                  <a:pt x="5624491" y="4868816"/>
                  <a:pt x="5373408" y="4893647"/>
                </a:cubicBezTo>
                <a:cubicBezTo>
                  <a:pt x="5122325" y="4918478"/>
                  <a:pt x="4947876" y="4873775"/>
                  <a:pt x="4716658" y="4893647"/>
                </a:cubicBezTo>
                <a:cubicBezTo>
                  <a:pt x="4485440" y="4913519"/>
                  <a:pt x="4354159" y="4884625"/>
                  <a:pt x="4000204" y="4893647"/>
                </a:cubicBezTo>
                <a:cubicBezTo>
                  <a:pt x="3646249" y="4902669"/>
                  <a:pt x="3598265" y="4834440"/>
                  <a:pt x="3462863" y="4893647"/>
                </a:cubicBezTo>
                <a:cubicBezTo>
                  <a:pt x="3327461" y="4952854"/>
                  <a:pt x="3071339" y="4849337"/>
                  <a:pt x="2806113" y="4893647"/>
                </a:cubicBezTo>
                <a:cubicBezTo>
                  <a:pt x="2540887" y="4937957"/>
                  <a:pt x="2506249" y="4831169"/>
                  <a:pt x="2268772" y="4893647"/>
                </a:cubicBezTo>
                <a:cubicBezTo>
                  <a:pt x="2031295" y="4956125"/>
                  <a:pt x="1957336" y="4875241"/>
                  <a:pt x="1850840" y="4893647"/>
                </a:cubicBezTo>
                <a:cubicBezTo>
                  <a:pt x="1744344" y="4912053"/>
                  <a:pt x="1591374" y="4852157"/>
                  <a:pt x="1432909" y="4893647"/>
                </a:cubicBezTo>
                <a:cubicBezTo>
                  <a:pt x="1274444" y="4935137"/>
                  <a:pt x="923519" y="4890974"/>
                  <a:pt x="716454" y="4893647"/>
                </a:cubicBezTo>
                <a:cubicBezTo>
                  <a:pt x="509390" y="4896320"/>
                  <a:pt x="218377" y="4877741"/>
                  <a:pt x="0" y="4893647"/>
                </a:cubicBezTo>
                <a:cubicBezTo>
                  <a:pt x="-29152" y="4579097"/>
                  <a:pt x="294" y="4509281"/>
                  <a:pt x="0" y="4252036"/>
                </a:cubicBezTo>
                <a:cubicBezTo>
                  <a:pt x="-294" y="3994791"/>
                  <a:pt x="56954" y="3896026"/>
                  <a:pt x="0" y="3708297"/>
                </a:cubicBezTo>
                <a:cubicBezTo>
                  <a:pt x="-56954" y="3520568"/>
                  <a:pt x="35578" y="3344324"/>
                  <a:pt x="0" y="3164558"/>
                </a:cubicBezTo>
                <a:cubicBezTo>
                  <a:pt x="-35578" y="2984792"/>
                  <a:pt x="38838" y="2769987"/>
                  <a:pt x="0" y="2571883"/>
                </a:cubicBezTo>
                <a:cubicBezTo>
                  <a:pt x="-38838" y="2373779"/>
                  <a:pt x="5348" y="2204213"/>
                  <a:pt x="0" y="2077081"/>
                </a:cubicBezTo>
                <a:cubicBezTo>
                  <a:pt x="-5348" y="1949949"/>
                  <a:pt x="21570" y="1746308"/>
                  <a:pt x="0" y="1631216"/>
                </a:cubicBezTo>
                <a:cubicBezTo>
                  <a:pt x="-21570" y="1516124"/>
                  <a:pt x="60441" y="1158509"/>
                  <a:pt x="0" y="1038541"/>
                </a:cubicBezTo>
                <a:cubicBezTo>
                  <a:pt x="-60441" y="918574"/>
                  <a:pt x="36794" y="478141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76526163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async function run()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  await </a:t>
            </a:r>
            <a:r>
              <a:rPr lang="en-US" sz="1200" dirty="0" err="1">
                <a:latin typeface="Consolas" panose="020B0609020204030204" pitchFamily="49" charset="0"/>
              </a:rPr>
              <a:t>sequelize.sync</a:t>
            </a:r>
            <a:r>
              <a:rPr lang="en-US" sz="1200" dirty="0">
                <a:latin typeface="Consolas" panose="020B0609020204030204" pitchFamily="49" charset="0"/>
              </a:rPr>
              <a:t>({ force: true });</a:t>
            </a:r>
          </a:p>
          <a:p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  const author = await </a:t>
            </a:r>
            <a:r>
              <a:rPr lang="en-US" sz="1200" dirty="0" err="1">
                <a:latin typeface="Consolas" panose="020B0609020204030204" pitchFamily="49" charset="0"/>
              </a:rPr>
              <a:t>Author.create</a:t>
            </a:r>
            <a:r>
              <a:rPr lang="en-US" sz="1200" dirty="0">
                <a:latin typeface="Consolas" panose="020B0609020204030204" pitchFamily="49" charset="0"/>
              </a:rPr>
              <a:t>({ name: 'Chim Samnang' });</a:t>
            </a:r>
          </a:p>
          <a:p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  // Create a book from the author instance</a:t>
            </a:r>
          </a:p>
          <a:p>
            <a:r>
              <a:rPr lang="en-US" sz="1200" dirty="0">
                <a:solidFill>
                  <a:schemeClr val="accent6"/>
                </a:solidFill>
                <a:latin typeface="Consolas" panose="020B0609020204030204" pitchFamily="49" charset="0"/>
              </a:rPr>
              <a:t>// 👉 TODO: COMPLETE THIS PART  </a:t>
            </a:r>
          </a:p>
          <a:p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  // Get all books written by this author</a:t>
            </a:r>
          </a:p>
          <a:p>
            <a:r>
              <a:rPr lang="en-US" sz="1200" dirty="0">
                <a:solidFill>
                  <a:schemeClr val="accent6"/>
                </a:solidFill>
                <a:latin typeface="Consolas" panose="020B0609020204030204" pitchFamily="49" charset="0"/>
              </a:rPr>
              <a:t>// 👉 TODO: COMPLETE THIS PART  </a:t>
            </a:r>
          </a:p>
          <a:p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  // Create another book separately</a:t>
            </a:r>
          </a:p>
          <a:p>
            <a:r>
              <a:rPr lang="en-US" sz="1200" dirty="0">
                <a:solidFill>
                  <a:schemeClr val="accent6"/>
                </a:solidFill>
                <a:latin typeface="Consolas" panose="020B0609020204030204" pitchFamily="49" charset="0"/>
              </a:rPr>
              <a:t>// 👉 TODO: COMPLETE THIS PART  </a:t>
            </a:r>
          </a:p>
          <a:p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  // Link the second book to the same author</a:t>
            </a:r>
          </a:p>
          <a:p>
            <a:r>
              <a:rPr lang="en-US" sz="1200" dirty="0">
                <a:solidFill>
                  <a:schemeClr val="accent6"/>
                </a:solidFill>
                <a:latin typeface="Consolas" panose="020B0609020204030204" pitchFamily="49" charset="0"/>
              </a:rPr>
              <a:t>// 👉 TODO: COMPLETE THIS PART  </a:t>
            </a:r>
          </a:p>
          <a:p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  // Display all books again</a:t>
            </a:r>
          </a:p>
          <a:p>
            <a:r>
              <a:rPr lang="en-US" sz="1200" dirty="0">
                <a:solidFill>
                  <a:schemeClr val="accent6"/>
                </a:solidFill>
                <a:latin typeface="Consolas" panose="020B0609020204030204" pitchFamily="49" charset="0"/>
              </a:rPr>
              <a:t>// 👉 TODO: COMPLETE THIS PART  </a:t>
            </a:r>
          </a:p>
          <a:p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accent6"/>
                </a:solidFill>
                <a:latin typeface="Consolas" panose="020B0609020204030204" pitchFamily="49" charset="0"/>
              </a:rPr>
              <a:t>  // Fetch all authors and for each author </a:t>
            </a:r>
            <a:r>
              <a:rPr lang="en-US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dispaly</a:t>
            </a:r>
            <a:r>
              <a:rPr lang="en-US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 their books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  const </a:t>
            </a:r>
            <a:r>
              <a:rPr lang="en-US" sz="1200" dirty="0" err="1">
                <a:latin typeface="Consolas" panose="020B0609020204030204" pitchFamily="49" charset="0"/>
              </a:rPr>
              <a:t>authorsWithBooks</a:t>
            </a:r>
            <a:r>
              <a:rPr lang="en-US" sz="1200" dirty="0">
                <a:latin typeface="Consolas" panose="020B0609020204030204" pitchFamily="49" charset="0"/>
              </a:rPr>
              <a:t> = await </a:t>
            </a:r>
            <a:r>
              <a:rPr lang="en-US" sz="1200" dirty="0" err="1">
                <a:latin typeface="Consolas" panose="020B0609020204030204" pitchFamily="49" charset="0"/>
              </a:rPr>
              <a:t>Author.findAll</a:t>
            </a:r>
            <a:r>
              <a:rPr lang="en-US" sz="1200" dirty="0">
                <a:latin typeface="Consolas" panose="020B0609020204030204" pitchFamily="49" charset="0"/>
              </a:rPr>
              <a:t>({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   include: Book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  });</a:t>
            </a:r>
          </a:p>
          <a:p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accent6"/>
                </a:solidFill>
                <a:latin typeface="Consolas" panose="020B0609020204030204" pitchFamily="49" charset="0"/>
              </a:rPr>
              <a:t>  // 👉 TODO: COMPLETE THIS PART </a:t>
            </a:r>
          </a:p>
        </p:txBody>
      </p:sp>
      <p:sp>
        <p:nvSpPr>
          <p:cNvPr id="6" name="Google Shape;107;p2">
            <a:extLst>
              <a:ext uri="{FF2B5EF4-FFF2-40B4-BE49-F238E27FC236}">
                <a16:creationId xmlns:a16="http://schemas.microsoft.com/office/drawing/2014/main" id="{59A5B954-00C8-AA73-E22D-4B1536D979E3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ACTIVITY - 4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BFE9F-2E35-3B54-86C7-4B9E58856415}"/>
              </a:ext>
            </a:extLst>
          </p:cNvPr>
          <p:cNvSpPr txBox="1"/>
          <p:nvPr/>
        </p:nvSpPr>
        <p:spPr>
          <a:xfrm>
            <a:off x="280026" y="1521777"/>
            <a:ext cx="512681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Download the start code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 npm install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the .env file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Q1 - Fill in the gap to define the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association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Q2 - </a:t>
            </a:r>
            <a:r>
              <a:rPr lang="en-US" sz="1600" dirty="0"/>
              <a:t>Fill in the gap to</a:t>
            </a:r>
            <a:r>
              <a:rPr lang="en-US" sz="1600" b="1" dirty="0"/>
              <a:t> create a book directly linked to the author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Q3 - </a:t>
            </a:r>
            <a:r>
              <a:rPr lang="en-US" sz="1600" dirty="0"/>
              <a:t>Fill in the gap </a:t>
            </a:r>
            <a:r>
              <a:rPr lang="en-US" sz="1600" b="1" dirty="0"/>
              <a:t>to get all books for an author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Q4 - Fill in the code to link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anotherBook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author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CF176D-6088-65AB-FE45-6ADBA01655A9}"/>
              </a:ext>
            </a:extLst>
          </p:cNvPr>
          <p:cNvSpPr txBox="1"/>
          <p:nvPr/>
        </p:nvSpPr>
        <p:spPr>
          <a:xfrm>
            <a:off x="2621302" y="773320"/>
            <a:ext cx="8165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</a:t>
            </a:r>
            <a:r>
              <a:rPr lang="en-US" b="1" dirty="0"/>
              <a:t>Author</a:t>
            </a:r>
            <a:r>
              <a:rPr lang="en-US" dirty="0"/>
              <a:t> can write </a:t>
            </a:r>
            <a:r>
              <a:rPr lang="en-US" b="1" dirty="0"/>
              <a:t>many Books</a:t>
            </a:r>
            <a:r>
              <a:rPr lang="en-US" dirty="0"/>
              <a:t>, but each </a:t>
            </a:r>
            <a:r>
              <a:rPr lang="en-US" b="1" dirty="0"/>
              <a:t>Book</a:t>
            </a:r>
            <a:r>
              <a:rPr lang="en-US" dirty="0"/>
              <a:t> is written by only one Author.</a:t>
            </a:r>
          </a:p>
        </p:txBody>
      </p:sp>
    </p:spTree>
    <p:extLst>
      <p:ext uri="{BB962C8B-B14F-4D97-AF65-F5344CB8AC3E}">
        <p14:creationId xmlns:p14="http://schemas.microsoft.com/office/powerpoint/2010/main" val="10846075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68516-8BED-66F0-552F-77EC66DB5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8;p2">
            <a:extLst>
              <a:ext uri="{FF2B5EF4-FFF2-40B4-BE49-F238E27FC236}">
                <a16:creationId xmlns:a16="http://schemas.microsoft.com/office/drawing/2014/main" id="{68911BB4-442D-1B3C-0D8F-0FC8D89C571A}"/>
              </a:ext>
            </a:extLst>
          </p:cNvPr>
          <p:cNvSpPr txBox="1"/>
          <p:nvPr/>
        </p:nvSpPr>
        <p:spPr>
          <a:xfrm>
            <a:off x="3134558" y="506899"/>
            <a:ext cx="588733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 HAVE LEARNT</a:t>
            </a:r>
            <a:endParaRPr sz="4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99;p2">
            <a:extLst>
              <a:ext uri="{FF2B5EF4-FFF2-40B4-BE49-F238E27FC236}">
                <a16:creationId xmlns:a16="http://schemas.microsoft.com/office/drawing/2014/main" id="{727F4677-C720-1F90-334D-F015ADD6EC5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32662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0;p2">
            <a:extLst>
              <a:ext uri="{FF2B5EF4-FFF2-40B4-BE49-F238E27FC236}">
                <a16:creationId xmlns:a16="http://schemas.microsoft.com/office/drawing/2014/main" id="{33384FB1-62D9-2FFC-F1B8-602F8BCE089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56982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0;p3">
            <a:extLst>
              <a:ext uri="{FF2B5EF4-FFF2-40B4-BE49-F238E27FC236}">
                <a16:creationId xmlns:a16="http://schemas.microsoft.com/office/drawing/2014/main" id="{8C5282C2-3667-44AA-29E0-CCE77406FD09}"/>
              </a:ext>
            </a:extLst>
          </p:cNvPr>
          <p:cNvSpPr txBox="1"/>
          <p:nvPr/>
        </p:nvSpPr>
        <p:spPr>
          <a:xfrm>
            <a:off x="2525246" y="1818220"/>
            <a:ext cx="8637335" cy="309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Understand the role and purpose of </a:t>
            </a:r>
            <a:r>
              <a:rPr lang="en-US" sz="26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 as an ORM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</a:t>
            </a:r>
            <a:r>
              <a:rPr lang="en-US" sz="2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represent database tables.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CRUD individual data entries (</a:t>
            </a:r>
            <a:r>
              <a:rPr lang="en-US" sz="26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instances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Perform basic and advanced </a:t>
            </a:r>
            <a:r>
              <a:rPr lang="en-US" sz="26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queries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</a:t>
            </a:r>
            <a:r>
              <a:rPr lang="en-US" sz="26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(find, where…)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and use </a:t>
            </a:r>
            <a:r>
              <a:rPr lang="en-US" sz="2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relationships between models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1-1 and 1-N )</a:t>
            </a:r>
            <a:endParaRPr lang="en-US" sz="2600" i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B51E69-D23E-96A8-57D0-236211E8FDA4}"/>
              </a:ext>
            </a:extLst>
          </p:cNvPr>
          <p:cNvSpPr/>
          <p:nvPr/>
        </p:nvSpPr>
        <p:spPr>
          <a:xfrm>
            <a:off x="513178" y="2618541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29AD63-23EA-78E0-08CD-8AD111A126CA}"/>
              </a:ext>
            </a:extLst>
          </p:cNvPr>
          <p:cNvSpPr/>
          <p:nvPr/>
        </p:nvSpPr>
        <p:spPr>
          <a:xfrm>
            <a:off x="513177" y="3254101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E1273D-78ED-427E-983B-1D7560F3C8F5}"/>
              </a:ext>
            </a:extLst>
          </p:cNvPr>
          <p:cNvSpPr/>
          <p:nvPr/>
        </p:nvSpPr>
        <p:spPr>
          <a:xfrm>
            <a:off x="513176" y="3819811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C9F183-7613-753F-170E-DDA7A7C0F04D}"/>
              </a:ext>
            </a:extLst>
          </p:cNvPr>
          <p:cNvSpPr/>
          <p:nvPr/>
        </p:nvSpPr>
        <p:spPr>
          <a:xfrm>
            <a:off x="513176" y="4406517"/>
            <a:ext cx="1837161" cy="3441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C9C074-7BC7-F20D-3BFF-64E8ECDF358F}"/>
              </a:ext>
            </a:extLst>
          </p:cNvPr>
          <p:cNvSpPr/>
          <p:nvPr/>
        </p:nvSpPr>
        <p:spPr>
          <a:xfrm>
            <a:off x="513175" y="2035727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ORM</a:t>
            </a:r>
          </a:p>
        </p:txBody>
      </p:sp>
    </p:spTree>
    <p:extLst>
      <p:ext uri="{BB962C8B-B14F-4D97-AF65-F5344CB8AC3E}">
        <p14:creationId xmlns:p14="http://schemas.microsoft.com/office/powerpoint/2010/main" val="33286493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CB06FE29-6C4A-0C1D-5BCC-DEFD13010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A8020021-FE23-30DB-371C-09A48A71E16A}"/>
              </a:ext>
            </a:extLst>
          </p:cNvPr>
          <p:cNvSpPr txBox="1"/>
          <p:nvPr/>
        </p:nvSpPr>
        <p:spPr>
          <a:xfrm>
            <a:off x="0" y="6376"/>
            <a:ext cx="2095838" cy="369332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HOMEWORK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11;p2">
            <a:extLst>
              <a:ext uri="{FF2B5EF4-FFF2-40B4-BE49-F238E27FC236}">
                <a16:creationId xmlns:a16="http://schemas.microsoft.com/office/drawing/2014/main" id="{9C06A17A-6C2B-06A2-5D12-8DDA2A013810}"/>
              </a:ext>
            </a:extLst>
          </p:cNvPr>
          <p:cNvSpPr txBox="1"/>
          <p:nvPr/>
        </p:nvSpPr>
        <p:spPr>
          <a:xfrm>
            <a:off x="3549345" y="375708"/>
            <a:ext cx="492215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48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Work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C6F751-62CB-4DB7-52E6-57AD43FFB1A0}"/>
              </a:ext>
            </a:extLst>
          </p:cNvPr>
          <p:cNvSpPr txBox="1"/>
          <p:nvPr/>
        </p:nvSpPr>
        <p:spPr>
          <a:xfrm>
            <a:off x="2213968" y="1054291"/>
            <a:ext cx="7804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 the following topic  and prepare a short 3–4-minute explanation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0EAC9E-2D49-CE31-DD22-7DBF2BEE30E1}"/>
              </a:ext>
            </a:extLst>
          </p:cNvPr>
          <p:cNvSpPr txBox="1"/>
          <p:nvPr/>
        </p:nvSpPr>
        <p:spPr>
          <a:xfrm>
            <a:off x="2191109" y="2398143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540710-CD91-2203-273A-8B2F3CC784C3}"/>
              </a:ext>
            </a:extLst>
          </p:cNvPr>
          <p:cNvSpPr txBox="1"/>
          <p:nvPr/>
        </p:nvSpPr>
        <p:spPr>
          <a:xfrm>
            <a:off x="599345" y="2398143"/>
            <a:ext cx="10560263" cy="5847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implement a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many-to-many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 in Sequelize ?</a:t>
            </a:r>
          </a:p>
        </p:txBody>
      </p:sp>
    </p:spTree>
    <p:extLst>
      <p:ext uri="{BB962C8B-B14F-4D97-AF65-F5344CB8AC3E}">
        <p14:creationId xmlns:p14="http://schemas.microsoft.com/office/powerpoint/2010/main" val="41438995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1;p2">
            <a:extLst>
              <a:ext uri="{FF2B5EF4-FFF2-40B4-BE49-F238E27FC236}">
                <a16:creationId xmlns:a16="http://schemas.microsoft.com/office/drawing/2014/main" id="{47525548-CEDF-4A00-862D-E2069FE28934}"/>
              </a:ext>
            </a:extLst>
          </p:cNvPr>
          <p:cNvSpPr txBox="1"/>
          <p:nvPr/>
        </p:nvSpPr>
        <p:spPr>
          <a:xfrm>
            <a:off x="2687003" y="310299"/>
            <a:ext cx="695547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6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GO </a:t>
            </a:r>
            <a:r>
              <a:rPr lang="en-US" sz="36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FURTHER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AA968E-803C-41CB-84DE-C020829A543A}"/>
              </a:ext>
            </a:extLst>
          </p:cNvPr>
          <p:cNvSpPr txBox="1"/>
          <p:nvPr/>
        </p:nvSpPr>
        <p:spPr>
          <a:xfrm>
            <a:off x="614410" y="1318156"/>
            <a:ext cx="5878095" cy="4855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OFFICAL DOCUMENTATIONS</a:t>
            </a:r>
          </a:p>
          <a:p>
            <a:pPr>
              <a:lnSpc>
                <a:spcPct val="150000"/>
              </a:lnSpc>
            </a:pPr>
            <a:r>
              <a:rPr lang="en-US" sz="16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https://sequelize.org/docs/v6/</a:t>
            </a:r>
            <a:endParaRPr lang="en-US" sz="16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endParaRPr lang="en-US" sz="1600" b="1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TUTORIALS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https://www.digitalocean.com/community/tutorials/how-to-use-sequelize-with-node-js-and-mysql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https://www.youtube.com/watch?v=YNyGD4rakmc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https://www.youtube.com/watch?v=3_9-JFXTVDE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https://www.youtube.com/watch?v=ZAk1YKzKkL4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BFDC2-9FBB-4BD9-80DE-1E80F7DBF1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4381" y="5943697"/>
            <a:ext cx="1156237" cy="60400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ACBE511-1C19-22F9-C80E-10BB3633D8AA}"/>
              </a:ext>
            </a:extLst>
          </p:cNvPr>
          <p:cNvGrpSpPr/>
          <p:nvPr/>
        </p:nvGrpSpPr>
        <p:grpSpPr>
          <a:xfrm rot="20927207">
            <a:off x="7834744" y="2248298"/>
            <a:ext cx="3615463" cy="2403689"/>
            <a:chOff x="7702394" y="3804553"/>
            <a:chExt cx="3615463" cy="2403689"/>
          </a:xfrm>
        </p:grpSpPr>
        <p:pic>
          <p:nvPicPr>
            <p:cNvPr id="11" name="Picture 10">
              <a:hlinkClick r:id="rId5"/>
              <a:extLst>
                <a:ext uri="{FF2B5EF4-FFF2-40B4-BE49-F238E27FC236}">
                  <a16:creationId xmlns:a16="http://schemas.microsoft.com/office/drawing/2014/main" id="{4EAFEBB3-5E2D-0B5E-FD6D-41D534EE5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702394" y="3804553"/>
              <a:ext cx="3615463" cy="203435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BDE5EF-929F-933E-91C4-0EAB17D94EA2}"/>
                </a:ext>
              </a:extLst>
            </p:cNvPr>
            <p:cNvSpPr txBox="1"/>
            <p:nvPr/>
          </p:nvSpPr>
          <p:spPr>
            <a:xfrm>
              <a:off x="8332338" y="5838910"/>
              <a:ext cx="26202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i="1" dirty="0"/>
                <a:t>Sequelize Tutorial Series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353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3540</TotalTime>
  <Words>5204</Words>
  <Application>Microsoft Office PowerPoint</Application>
  <PresentationFormat>Widescreen</PresentationFormat>
  <Paragraphs>1013</Paragraphs>
  <Slides>62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2" baseType="lpstr">
      <vt:lpstr>Aptos</vt:lpstr>
      <vt:lpstr>Aptos Display</vt:lpstr>
      <vt:lpstr>Arial</vt:lpstr>
      <vt:lpstr>Calibri</vt:lpstr>
      <vt:lpstr>Comic Sans MS</vt:lpstr>
      <vt:lpstr>Consolas</vt:lpstr>
      <vt:lpstr>Open Sans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HOK TIN</cp:lastModifiedBy>
  <cp:revision>4</cp:revision>
  <dcterms:created xsi:type="dcterms:W3CDTF">2025-04-24T10:54:23Z</dcterms:created>
  <dcterms:modified xsi:type="dcterms:W3CDTF">2025-06-27T03:47:24Z</dcterms:modified>
</cp:coreProperties>
</file>